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0881D6-53E7-A74B-8A0A-09D20BDC5371}" v="3" dt="2026-02-25T21:36:50.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Xinyu" userId="3c418dd1-0d5b-4128-8b2b-a3e59b004102" providerId="ADAL" clId="{580881D6-53E7-A74B-8A0A-09D20BDC5371}"/>
    <pc:docChg chg="delSld modSld">
      <pc:chgData name="Zhao, Xinyu" userId="3c418dd1-0d5b-4128-8b2b-a3e59b004102" providerId="ADAL" clId="{580881D6-53E7-A74B-8A0A-09D20BDC5371}" dt="2026-02-25T21:36:50.199" v="18" actId="20577"/>
      <pc:docMkLst>
        <pc:docMk/>
      </pc:docMkLst>
      <pc:sldChg chg="modSp mod">
        <pc:chgData name="Zhao, Xinyu" userId="3c418dd1-0d5b-4128-8b2b-a3e59b004102" providerId="ADAL" clId="{580881D6-53E7-A74B-8A0A-09D20BDC5371}" dt="2026-02-25T21:34:27.999" v="13" actId="20577"/>
        <pc:sldMkLst>
          <pc:docMk/>
          <pc:sldMk cId="1233805520" sldId="256"/>
        </pc:sldMkLst>
        <pc:spChg chg="mod">
          <ac:chgData name="Zhao, Xinyu" userId="3c418dd1-0d5b-4128-8b2b-a3e59b004102" providerId="ADAL" clId="{580881D6-53E7-A74B-8A0A-09D20BDC5371}" dt="2026-02-25T21:34:16.693" v="1" actId="20577"/>
          <ac:spMkLst>
            <pc:docMk/>
            <pc:sldMk cId="1233805520" sldId="256"/>
            <ac:spMk id="2" creationId="{00000000-0000-0000-0000-000000000000}"/>
          </ac:spMkLst>
        </pc:spChg>
        <pc:spChg chg="mod">
          <ac:chgData name="Zhao, Xinyu" userId="3c418dd1-0d5b-4128-8b2b-a3e59b004102" providerId="ADAL" clId="{580881D6-53E7-A74B-8A0A-09D20BDC5371}" dt="2026-02-25T21:34:27.999" v="13" actId="20577"/>
          <ac:spMkLst>
            <pc:docMk/>
            <pc:sldMk cId="1233805520" sldId="256"/>
            <ac:spMk id="3" creationId="{00000000-0000-0000-0000-000000000000}"/>
          </ac:spMkLst>
        </pc:spChg>
      </pc:sldChg>
      <pc:sldChg chg="modSp">
        <pc:chgData name="Zhao, Xinyu" userId="3c418dd1-0d5b-4128-8b2b-a3e59b004102" providerId="ADAL" clId="{580881D6-53E7-A74B-8A0A-09D20BDC5371}" dt="2026-02-25T21:36:50.199" v="18" actId="20577"/>
        <pc:sldMkLst>
          <pc:docMk/>
          <pc:sldMk cId="502271784" sldId="261"/>
        </pc:sldMkLst>
        <pc:spChg chg="mod">
          <ac:chgData name="Zhao, Xinyu" userId="3c418dd1-0d5b-4128-8b2b-a3e59b004102" providerId="ADAL" clId="{580881D6-53E7-A74B-8A0A-09D20BDC5371}" dt="2026-02-25T21:36:50.199" v="18" actId="20577"/>
          <ac:spMkLst>
            <pc:docMk/>
            <pc:sldMk cId="502271784" sldId="261"/>
            <ac:spMk id="6" creationId="{00000000-0000-0000-0000-000000000000}"/>
          </ac:spMkLst>
        </pc:spChg>
      </pc:sldChg>
      <pc:sldChg chg="modSp del mod">
        <pc:chgData name="Zhao, Xinyu" userId="3c418dd1-0d5b-4128-8b2b-a3e59b004102" providerId="ADAL" clId="{580881D6-53E7-A74B-8A0A-09D20BDC5371}" dt="2026-02-25T21:35:04.287" v="15" actId="2696"/>
        <pc:sldMkLst>
          <pc:docMk/>
          <pc:sldMk cId="628651603" sldId="263"/>
        </pc:sldMkLst>
        <pc:spChg chg="mod">
          <ac:chgData name="Zhao, Xinyu" userId="3c418dd1-0d5b-4128-8b2b-a3e59b004102" providerId="ADAL" clId="{580881D6-53E7-A74B-8A0A-09D20BDC5371}" dt="2026-02-25T21:34:45.368" v="14" actId="20577"/>
          <ac:spMkLst>
            <pc:docMk/>
            <pc:sldMk cId="628651603" sldId="263"/>
            <ac:spMk id="2" creationId="{00000000-0000-0000-0000-000000000000}"/>
          </ac:spMkLst>
        </pc:spChg>
      </pc:sldChg>
      <pc:sldChg chg="del">
        <pc:chgData name="Zhao, Xinyu" userId="3c418dd1-0d5b-4128-8b2b-a3e59b004102" providerId="ADAL" clId="{580881D6-53E7-A74B-8A0A-09D20BDC5371}" dt="2026-02-25T21:34:07.387" v="0" actId="2696"/>
        <pc:sldMkLst>
          <pc:docMk/>
          <pc:sldMk cId="1541900768" sldId="264"/>
        </pc:sldMkLst>
      </pc:sldChg>
    </pc:docChg>
  </pc:docChgLst>
</pc:chgInfo>
</file>

<file path=ppt/ink/ink1.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19:34:22.702"/>
    </inkml:context>
    <inkml:brush xml:id="br0">
      <inkml:brushProperty name="width" value="0.05292" units="cm"/>
      <inkml:brushProperty name="height" value="0.05292" units="cm"/>
      <inkml:brushProperty name="color" value="#FF0000"/>
    </inkml:brush>
  </inkml:definitions>
  <inkml:trace contextRef="#ctx0" brushRef="#br0">2748 3878 1263 0,'0'0'16'0,"5"-2"-1"0,0 0 16 0,5 2 4 16,-1 4 6-16,1-4 10 0,2 1 16 0,3-1-10 0,2 2-17 16,-4 0-14-16,-1 3-6 0,2-5 21 0,3 0 0 0,-2-4-5 0,-2 4 10 0,5 0-5 15,1-1-5-15,-2 1 0 0,3 0-11 0,1-4 11 16,2 1-10-16,-1 0-11 0,3 2-9 0,-4-1-6 15,1 0 0-15,1-1 0 0,0 0 0 0,4 3 0 0,2 0 0 16,1 0 0-16,0-1 0 0,1 0 0 0,0 2 0 0,5-2 0 16,-1 1 0-16,2-2 0 0,-2 4 0 0,1-5 0 15,1 2 0-15,2 0 0 16,1-1 0-16,-3 2 0 0,1-1 0 0,0-1 0 0,5-2 0 16,-2 5 0-16,-2-3 0 0,-1 4 0 0,6 1 0 0,-2-2 0 15,-2 1 0-15,4 0 0 0,0 0 0 0,-2-2 0 16,4 5 0-16,3-4 0 0,0-2 0 0,6 1 0 0,0-1 0 15,-1 5 0-15,6-4 0 0,-2 2 0 0,3-1 0 16,1 1 0-16,-2 0 0 0,1 0 0 0,1 3 0 0,-3-1 0 16,1 1 0-16,0-5 0 0,1 5 0 0,-1-2 0 0,0 0 0 0,1 2 0 15,1-5 0-15,0 4 0 0,-1-4 0 0,0 2 0 0,3 1 0 16,-2-2 0-16,2 3 0 0,0 1 0 0,-1-1 0 0,3-1 0 16,-1 1 0-16,3 1 0 0,-3-1 0 0,2 1 0 15,0-5 0-15,2 0 0 0,-3 3 0 0,2-1 0 0,1 3 0 16,1-2 0-16,0-1 0 0,1-4 0 0,0 7 0 15,1-3 0-15,2 1 0 16,-2 0 0-16,0 0 0 0,-3 1 0 0,2 0 0 0,1 2 0 16,-1-5 0-16,-2 7 0 0,-2-5 0 0,3 1 0 15,1-1 0-15,1 2 0 0,1-3 0 0,-3 3 0 0,-1-1 0 16,-1-4 0-16,1 1 0 0,0 2 0 0,-2-3 0 16,3 1 0-16,-3-1 0 0,3 0 0 0,3 3 0 0,-4-3 0 15,0 0 0-15,-3 0 0 0,-1 2 0 0,-2-2 0 0,-5 0 0 16,1-2 0-16,-5 2 0 0,0 0 0 0,-4 2 0 0,-1-1 0 0,-2-1 0 15,-5-1 0-15,-4-1 0 0,-3 2 0 0,0 0 0 16,-6 2 0-16,1-4 0 0,-4 0 0 0,-3 2 0 0,2 2 0 16,-3 0 0-16,-3-2 0 0,-1 3 0 0,-3-5 0 0,0 4 0 15,-15-2 0-15,12 0 0 0,-12 0 0 0,0 0 0 16,0 0 0-16,0 0 0 0,0 0 0 0,0 0 0 0,0 0 0 16,0 0 0-16,0 0 0 15,0 0 0-15,0 0 0 0,0 0 0 0,0 0 0 0,-2 0-195 16,-4-3-256-16,-5 1-45 0,-4 0 43 0,-4-4 227 0,-5 5 113 15</inkml:trace>
  <inkml:trace contextRef="#ctx0" brushRef="#br0" timeOffset="944.62">15180 3896 1273 0,'6'3'118'0,"2"1"-113"0,2-2-10 16,5 3-5-16,2-1 5 0,-6-3 0 0,3-2 5 0,1 1 0 15,1-1 0-15,3 1 0 0,0 0 0 0,-1 1 0 0,5 0 0 16,-1-3 0-16,2-1 0 0,2 6 10 0,2-3-15 16,-1 0 5-16,4-3-5 0,2 2 5 0,3 2 10 0,0-2-15 15,2 2 15-15,2-2-10 0,3 2 15 0,2-2-10 0,1 1 21 16,3 0-6-16,0-1 16 0,2 2 10 0,2 3 11 16,0-4-6-16,2 0 5 0,2 1 0 0,2 0 6 0,3 2-11 15,2-2 5-15,1-1-9 0,2 3 19 0,2-3-55 0,3 3-11 16,2 0 0-16,3 2 0 0,1-1 0 0,-2-2 0 15,1 3 0-15,4-3 0 0,-1 5 0 0,1-6 0 16,-2 3 0-16,3-3 0 0,-2 1 0 0,3 1 0 0,-2-3 0 16,-1 7 0-16,2-6 0 0,-2 1 0 0,2-2 0 15,-3 0 0-15,3 3 0 0,0-3 0 0,5 0 0 0,-3-1 0 16,4-1 0-16,2 4 0 0,0-2 0 0,3 1 0 0,-4-2 0 16,3 2 0-16,2 3 0 0,-1-4 0 0,1 3 0 15,1-1 0-15,-2 2 0 0,1 0 0 0,2-1 0 0,0 2 0 16,-2-1 0-16,-2 2 0 0,0-1 0 0,0 0 0 0,-4-5 0 15,2 4 0-15,-3 0 0 0,0-3 0 0,-4 4 0 16,0-2 0-16,-2 0 0 0,-4-3 0 0,-1 4 0 0,0-1 0 16,-3 2 0-16,-1-1 0 0,-1 2 0 0,-1-2 0 15,0-2 0-15,-3 6 0 0,1-3 0 0,-3 2 0 0,0 1 0 16,-6-2 0-16,1-2 0 0,-2 1 0 0,-2 1 0 16,-1-1 0-16,-4 1 0 0,1-6 0 0,-3 4 0 0,-3-1 0 15,0 1 0-15,-4-3 0 0,-6 3 0 0,0 1 0 16,-1-2 0-16,-4-1 0 0,-3 3 0 0,-2-5 0 0,-4 5 0 15,0 0 0-15,-2-5 0 0,-6 1 0 0,-1-1 0 0,-2 4 0 16,-11-4 0-16,0 0 0 0,0 0 0 0,0 0 0 16,0 0 0-16,0 0 0 0,0 0 0 0,0 0-236 0,0 0-66 15,0 0-41-15,0 0-5 0,0 0-36 0,0 0 167 0,0 0 108 16,0 0 55-16</inkml:trace>
  <inkml:trace contextRef="#ctx0" brushRef="#br0" timeOffset="14127.32">2947 7206 1278 0,'-4'13'133'0,"4"-13"-133"0,0 0-10 15,0 0 0-15,0 0 20 0,2 13-15 0,-2-13 15 0,5 10-20 16,2-3 10-16,0-1-5 15,2-3 5-15,1 1-10 0,1-2 5 0,4-2 10 0,0 3 0 16,-4-1-10-16,3 0 0 0,-2 1 0 0,2-3 15 16,2 1-15-16,-1 2 5 0,0 0-5 0,0-1 15 0,2 1 15 15,1-1 42-15,3-1-21 0,-1 1-15 0,2-2-16 16,0 0-10-16,3 2-10 0,1-4 10 0,-1 2-5 0,4-1 6 16,-2 2 4-16,0 1 15 0,3-1 11 0,-4-1-5 0,5 0 4 15,-1 2-9-15,4 0-11 0,-2 0-9 0,2-1 4 0,-1-1 26 0,1 0-16 16,2 1 26-16,-1 2 0 0,2-3-5 0,-4 1 11 0,2-1-22 15,-1 0-24-15,2 3-6 0,-1-2 0 0,2 0 0 16,0-1 0-16,3 1 0 0,-2-2 0 0,2 0 0 0,0 0 0 16,0 1 0-16,1-2 0 0,-2 2 0 0,1 0 0 0,1-1 0 15,-1 2 0-15,1 2 0 0,2 1 0 0,0-2 0 16,1 2 0-16,0 0 0 16,3-2 0-16,-6 3 0 0,4-4 0 0,-2 4 0 15,3-4 0-15,-3 2 0 0,1-3 0 0,2 1 0 0,-2 0 0 16,5 1 0-16,-1 0 0 0,1-3 0 0,-2 3 0 15,5 0 0-15,-5-1 0 0,3-1 0 0,2 0 0 0,-3-1 0 16,1 2 0-16,1-1 0 0,-2-1 0 0,0 1 0 0,0 1 0 16,-1 0 0-16,-1-1 0 0,3 1 0 0,-1-2 0 15,2 4 0-15,3-5 0 0,1 1 0 0,-2-4 0 0,5 1 0 0,-2-1 0 0,-1 2 0 16,2-1 0-16,-1-2 0 0,1 2 0 0,-4-2 0 16,2 5 0-16,-1-3 0 0,-3 0 0 0,-2 0 0 0,1 0 0 15,-6 0 0-15,-1 0 0 0,-3 2 0 0,-3-3 0 16,-4 5 0-16,-2-3 0 0,-1-1 0 0,-5 3 0 0,0-3 0 15,-5 3 0-15,-2-1 0 0,-3-1 0 0,0-2 0 0,-2 2 0 16,-13 3 0-16,12-2 0 0,-12 2 0 0,0 0 0 0,10-5 0 0,-10 5 0 16,0 0 0-16,0 0 0 0,0 0 0 0,0 0 0 0,0 0 0 15,0 0 0-15,0 0 0 0,0 0 0 0,0 0 0 0,0 0 0 16,0 0 0-16,0 0 0 0,0 0 0 0,0 0 0 0,9-3 0 16,-9 3 0-16,0 0 0 0,0 0 0 0,0 0 0 0,0 0-185 15,0 0-276-15,0 0-107 0,0 0 151 0,-1-4 209 0,-4 5 104 16</inkml:trace>
  <inkml:trace contextRef="#ctx0" brushRef="#br0" timeOffset="34473.4">7747 7248 1181 0,'3'-6'123'0,"-3"6"-107"0,0 0-11 0,0 0-5 0,0 0 15 16,0 0 10-16,0 0 32 0,0 0 4 0,0 0 26 0,0 0-5 15,0 0-5-15,0 0-11 0,4 2-4 0,2-1-11 0,1 2-15 0,0 3-11 0,-7 8 6 16,-1 2 5-16,-2 1-25 0,1 1-11 0,2-8 0 0,0-10 0 16,0 12 0-16,2-1 0 0,2-1 0 0,1-1 0 15,2-6 0-15,2 4 0 0,1-2 0 0,1-3 0 0,2-1 0 16,-1-3 0-16,2 1 0 0,5-2 0 0,0-1 0 16,-2-3 0-16,6 1 0 0,0-4 0 0,2 0 0 0,3-2 0 15,0-2 0-15,-4-1 0 0,1 1 0 0,4-1 0 0,-3 1 0 0,3 0 0 16,-3-2 0-16,0 5 0 0,0 1 0 0,3 1 0 0,-3 3 0 15,0 0 0-15,1 3 0 0,-2 2 0 0,-4 3 0 16,2 2 0-16,0 1 0 0,-1-1 0 0,0 2 0 0,0 0 0 16,-2 0 0-16,0 2 0 0,1-1 0 0,-1-1 0 0,0 1 0 15,0-2 0-15,-1 1 0 0,0-1 0 0,-1-1 0 16,0-3 0-16,-1-1 0 16,3 1 0-16,-1-2 0 0,2 1 0 0,-1-3 0 0,0 2 0 15,1-1 0-15,2 0 0 0,-1 0 0 0,1-1 0 16,0 3 0-16,0-3 0 0,1 0 0 0,-1-1 0 0,1 1 0 15,1 1 0-15,0 2 0 0,-3 0 0 0,1 0 0 16,-1 3 0-16,3-1 0 0,-2 3 0 0,-2 0 0 0,4 2 0 16,-3 0 0-16,3-2 0 0,0 1 0 0,0 2 0 0,0-1 0 15,3-1 0-15,-2 2 0 0,-1-5 0 0,2 1 0 0,-2 0 0 0,4-3 0 16,-2 0 0-16,-2-1 0 0,5-1 0 0,-1-4 0 0,2 3 0 16,2 0 0-16,0-1 0 0,0 1 0 0,-1-1 0 15,5-1 0-15,-6 3 0 0,1 0 0 0,-3-1 0 0,2 1 0 16,-1 0 0-16,0 1 0 0,-3 2 0 0,1 1 0 15,-1-1 0-15,0 3 0 0,1 0 0 0,-3 0 0 0,-2 0 0 16,0 1 0-16,1 1 0 16,-1 0 0-16,2-1 0 0,-4-1 0 0,0 3 0 15,1-3 0-15,1-1 0 0,-2 3 0 0,2-2 0 0,0-2 0 16,0-3 0-16,0 2 0 0,1-2 0 0,-1 3 0 16,2-3 0-16,1 3 0 0,0-4 0 0,0-2 0 0,0 3 0 15,1-4 0-15,0 1 0 0,1-1 0 0,-3 0 0 0,1-3 0 16,-1 4 0-16,0 5 0 0,-2-1 0 0,4 0 0 15,-4 3 0-15,0 1 0 0,-1 1 0 0,-1 0 0 0,1 2 0 0,-1-2 0 0,-1 0 0 16,-1 3 0-16,-1-1 0 0,1 0 0 0,0-2 0 16,-2 6 0-16,2-3 0 0,1-2 0 0,-3 1 0 0,3-2 0 15,2 0 0-15,-1-3 0 0,0-2 0 0,4-3 0 16,1 0 0-16,-1 0 0 0,3-3 0 0,0 1 0 0,1-1 0 16,0 0 0-16,4 0 0 0,-3-1 0 0,4 0 0 0,-2 1 0 15,2-1 0-15,-1-1 0 16,-1 3 0-16,1-1 0 0,-1 1 0 0,2 1 0 15,-4 1 0-15,1 2 0 0,1 1 0 0,-2-1 0 0,0 4 0 16,-1 1 0-16,-2 0 0 0,1 0 0 0,-2 0 0 16,0 1 0-16,-1 3 0 0,0-1 0 0,-1 0 0 0,-2-2 0 15,2 4 0-15,-2-3 0 0,5 2 0 0,-2-2 0 16,0 0 0-16,1-1 0 0,1-4 0 0,3 2 0 0,3-4 0 16,-1-2 0-16,2-1 0 0,1-1 0 0,5-1 0 0,0-1 0 0,0 0 0 15,1-2 0-15,2 1 0 0,-1 1 0 0,1 0 0 0,3-1 0 16,-2 1 0-16,-1 1 0 0,2 2 0 0,-1-1 0 0,1 1 0 15,0 5 0-15,1-2 0 0,-2-2 0 0,-1 4 0 16,0-2 0-16,-2 1 0 0,1 3 0 0,-1-1 0 0,0-3 0 16,-1 4 0-16,0 2 0 0,1 0 0 0,0 2 0 15,0-2 0-15,3-1 0 0,0 0 0 0,0-1 0 0,-1-2 0 0,2-1 0 0,1-1 0 16,2-2 0-16,0-1 0 0,1 0 0 0,0-2 0 0,2 1 0 16,3-1 0-16,-1 0 0 0,3-2 0 0,3-1 0 15,-2 0 0-15,5-1 0 0,-1 1 0 0,-1-1 0 0,2 0 0 16,-1 1 0-16,2 2 0 0,-2 1 0 0,0 3 0 15,1-2 0-15,-2 0 0 0,0 2 0 0,-2 1 0 0,-1 3 0 16,0-3 0-16,-4 6 0 16,0-4 0-16,0 2 0 0,-2 1 0 0,3-1 0 15,-3-1 0-15,1 1 0 0,2-2 0 0,1-3 0 0,0 0 0 16,2 4 0-16,2-4 0 0,0 2 0 0,3-2 0 16,0 1 0-16,3-1 0 0,1 0 0 0,2 0 0 0,-1-5 0 15,-1 5 0-15,4-4 0 0,-4-1 0 0,3 1 0 0,-3 0 0 16,2 0 0-16,-2 2 0 0,1 0 0 0,-2-2 0 15,0 1 0-15,1 0 0 0,-4 3 0 0,2 2 0 0,-4 0 0 0,-1 1 0 0,-3 3 0 16,-1 3 0-16,-2-1 0 0,-1 4 0 0,-4-2 0 16,1-1 0-16,-2-1 0 0,-1 2 0 0,1-2 0 0,-4 0 0 15,1 2 0-15,1-2 0 0,4 0 0 0,-3-1 0 16,2-1 0-16,2 1 0 0,2 0 0 0,-3-2 0 0,4-1 0 16,-2-1 0-16,1 1 0 0,5-2 0 0,-4 3 0 15,2-6 0-15,1 5 0 16,4-2 0-16,1-3 0 0,-1 1 0 0,4-2 0 0,0 3 0 15,-2-4 0-15,3 2 0 0,1-3 0 0,-1 4 0 0,0-1 0 16,1 3 0-16,-1 1 0 0,1-1 0 0,1 3 0 16,-3-2 0-16,1 3 0 0,-4 1 0 0,-2 0 0 0,-1-2 0 15,-1 2 0-15,-2 0 0 0,-2 2 0 0,0 0 0 16,-1-3 0-16,2 4 0 0,-1-3 0 0,1 2 0 0,1-4 0 16,-1 2 0-16,2 0 0 0,0-1 0 0,0 0 0 0,2-4 0 0,-4 0 0 15,6 2 0-15,-1-2 0 0,2 0 0 0,5-2 0 0,-6-1 0 16,5 1 0-16,0-1 0 0,1 2 0 0,-2-3 0 15,1 2 0-15,0-1 0 0,-2 1 0 0,5-1 0 0,-3 1 0 16,2 1 0-16,-5-2 0 0,4 3 0 0,1 0 0 16,-5 1 0-16,4-2 0 0,-3 4 0 0,1-1 0 0,-5 1 0 15,2-2 0-15,0-1 0 0,-1 1 0 0,3 1 0 0,-3 2 0 0,-2-1 0 16,0 2 0-16,5-4 0 0,0 1 0 0,-2 1 0 0,-5-3 0 16,2 0 0-16,-2 1 0 0,-1-3 0 0,2-2 0 0,-2 1 0 15,-4 2 0-15,0 1 0 0,2 0 0 0,-2-1 0 16,-5 0 0-16,0 1 0 0,-5 1 0 0,1 0 0 0,-7-1 0 15,-4 1 0-15,-1-2 0 0,-4 2 0 0,-1 2 0 0,-3-3 0 16,-2 0 0 0,-4 1 0-16,3 2 0 0,-1-2 0 0,-3 0 0 0,-2 2 0 15,2-2 0-15,-15-1 0 0,0 0 0 0,0 0 0 0,10 1 0 16,-10-1 0-16,12 3 0 0,-12-3-190 0,0 0-245 16,0 0-11-16,0 0-29 0,0 0 224 0,0 0 126 0,0 0 62 15</inkml:trace>
  <inkml:trace contextRef="#ctx0" brushRef="#br0" timeOffset="71056.77">3512 8465 685 0,'0'0'133'0,"-5"-9"-97"0,5 9-21 16,2-8 11-16,-2 8 30 0,0 0 6 0,0 0 14 0,0 0 1 16,0 0-26-16,0 0-25 0,-2-9-31 0,2 9 10 0,0 0 5 15,0 0 10-15,0 0 1 0,0 0-11 0,0 3 26 0,2 2-21 16,1 1 11-16,-1 6 10 0,-4 2 5 0,2 4 5 0,2 3 5 16,1 4-26-16,1-12 22 0,-1-1-1 0,2 1 5 15,3 0-5-15,-2 0 5 0,2-3-5 0,-2 0-10 0,0 1 0 0,4-3 0 16,0 2-16-16,-1-4 11 0,-2 2-10 0,-7-8-21 0,0 0 0 15,8 7 0-15,-1-1 0 0,8-1 0 0,-2-3 0 0,-1 0 0 16,-1-2 0-16,3-2 0 0,1 0 0 0,0-3 0 16,1 0 0-16,-1-4 0 0,0 3 0 0,0-1 0 0,3 0 0 15,-2 0 0-15,1 0 0 0,0-1 0 0,-2-1 0 16,0 6 0-16,0-1 0 16,-2 1 0-16,-3 2 0 0,3-2 0 0,-13 3 0 0,12 0 0 15,-2 1 0-15,-10-1 0 0,12 3 0 0,-2 1 0 0,-10-4 0 16,9 4 0-16,0 0 0 0,-1-1 0 0,-8-3 0 15,12 7 0-15,-12-7 0 0,10 3 0 0,-10-3 0 0,10 5 0 16,0-1 0-16,1-2 0 0,-1 0 0 0,3-1 0 0,-3-1 0 16,5 0 0-16,-4-1 0 0,4-2 0 0,-1 2 0 15,1-3 0-15,-3 1 0 0,6-1 0 0,-5-1 0 0,5-1 0 0,-1 1 0 16,7 0 0-16,-6-1 0 0,3-1 0 0,2 5 0 0,0-1 0 16,1 2 0-16,-3 1 0 0,0 4 0 0,-3-3 0 0,-1 2 0 15,-1 3 0-15,-1-3 0 0,1 5 0 0,-2-2 0 16,1 0 0-16,-2-2 0 0,2 3 0 0,0-2 0 0,-3 3 0 15,2-2 0-15,1-2 0 0,2 1 0 0,-2-5 0 0,4 3 0 16,1-1 0 0,-4 0 0-16,8-3 0 0,-2-3 0 0,-2 3 0 0,1-1 0 15,3 2 0-15,0-4 0 0,2-2 0 0,0 1 0 16,-1-2 0-16,-1 2 0 0,1-1 0 0,2 0 0 0,0 0 0 16,-4 0 0-16,0 1 0 0,-2 0 0 0,0 4 0 0,-1-1 0 15,0 2 0-15,1-1 0 0,-3 1 0 0,-1 4 0 16,1-1 0-16,-1 2 0 0,0-2 0 0,1 2 0 0,-2 0 0 15,3-1 0-15,1 1 0 0,0-3 0 0,0 2 0 0,1-3 0 0,1-1 0 16,0-1 0-16,0-2 0 0,6-2 0 0,-1 0 0 0,1-2 0 16,1-3 0-16,-1 1 0 0,3-2 0 0,-1 1 0 15,4 0 0-15,-3 0 0 0,2 0 0 0,2-1 0 0,-3 4 0 16,3-3 0-16,-1 5 0 0,1-3 0 0,0 6 0 0,0-2 0 16,-4 2 0-16,1 2 0 0,1-3 0 0,-3 3 0 15,-2 2 0-15,0-1 0 0,-1-1 0 0,-1-1 0 0,1 3 0 0,-2 3 0 0,-2 0 0 16,2 0 0-16,0 0 0 0,1 1 0 0,-1 2 0 15,-1 0 0-15,5-2 0 0,-2 3 0 0,2-4 0 0,2-1 0 16,-1 1 0-16,3-2 0 0,0 1 0 0,4-1 0 16,0-3 0-16,0-3 0 0,3 3 0 0,2-4 0 0,-1 2 0 15,0-1 0-15,0 0 0 0,3-1 0 0,-4-1 0 0,1 1 0 16,-4 1 0-16,2 1 0 16,-3 0 0-16,0-1 0 0,-2 1 0 0,-1-1 0 15,-5 2 0-15,2-2 0 0,-2 0 0 0,-1 1 0 0,2-3 0 16,-8 1 0-16,0-1 0 0,-2 2 0 0,0 0 0 15,-7 0 0-15,-12 3 0 0,10-6 0 0,-10 6 0 0,0 0 0 16,0 0 0-16,9-9 0 0,-7-1 0 0,1 1 0 0,-2-1-431 16,-1-3-50-16,-1 0-97 0,0-4 299 0,-1 4 140 15,1 2 69-15</inkml:trace>
  <inkml:trace contextRef="#ctx0" brushRef="#br0" timeOffset="78026.59">16151 8422 787 0,'15'4'133'0,"2"-3"-102"0,2-1 25 16,1-1 16-16,1-1 5 0,4 2-31 0,3-4-26 16,0 3-14-16,7-3-6 0,0 2 0 0,3 0 0 0,0 0 0 15,5-1 0-15,-1 0 0 0,2-1 0 0,5 0 0 0,-3 2 20 0,4 0 11 16,3 0-1-16,-2 1 6 0,3-2 0 0,5 2 5 16,-1 0-11-16,4 0 6 0,1-1 10 0,1 0 1 0,2-1 9 15,3 2-10-15,-1 0 10 0,-2 1 0 0,4 4 6 0,-2-4-11 16,0 1 5-16,2 1-9 0,-1 0-11 0,2 1-36 0,0 0 0 15,5-1 0-15,-2-2 0 0,3 3 0 0,-1 0 0 16,2 0 0-16,2-1 0 0,1 1 0 0,1-2 0 0,2 0 0 0,3 2 0 16,-3 1 0-16,2-3 0 0,3 2 0 0,0 1 0 0,3-1 0 15,0 0 0-15,-1 0 0 0,0 2 0 0,4-3 0 0,-1 2 0 16,-2-3 0-16,3 4 0 0,-4 0 0 0,1 0 0 16,1 0 0-16,-1-1 0 0,-1 3 0 0,0-4 0 0,1 4 0 15,1 2 0-15,-2-2 0 0,0 1 0 0,0 0 0 16,-2 4 0-16,2-2 0 15,-3 3 0-15,2-3 0 0,0 2 0 0,0-2 0 0,2 2 0 16,-4-2 0-16,3-3 0 0,-3 5 0 0,1-3 0 16,-2 1 0-16,-2-5 0 0,1 2 0 0,-3 1 0 0,-3-2 0 15,-2 1 0-15,0-3 0 0,-5 1 0 0,2 3 0 16,-6-2 0-16,1 2 0 0,-4-3 0 0,-4 4 0 0,-1-3 0 16,-2 2 0-16,0 2 0 0,-7-5 0 0,-2 3 0 0,1-2 0 15,-5 2 0-15,-4-2 0 0,-1 2 0 0,-6-3 0 0,-4 1 0 0,-4-3 0 16,-3 0 0-16,-1 1 0 0,-5-2 0 0,-5-2 0 0,-13 0 0 15,0 0-262-15,0 0-234 0,10-4-190 0,-10 4 384 0,4-6 151 16,-8-2 76-16</inkml:trace>
  <inkml:trace contextRef="#ctx0" brushRef="#br0" timeOffset="-167604.29">22208 13501 455 0,'-9'4'179'0,"-4"-3"-61"0,13-1 40 0,-11 1 26 0,11-1-20 16,0 0-41-16,0 0-31 0,0 0 0 0,0 0 26 0,0 0-16 15,1 2-5-15,4-2-35 0,8-3-1 0,1 2-19 0,5-2-42 16,8 2 0-16,5-3 0 0,6 1 0 0,-6-3 0 0,5 2 0 0,0-2 0 16,4-1 0-16,1 2 0 0,1 2 0 0,0-2 0 0,-1 0 0 15,3 1 0-15,-4 2 0 0,2-1 0 0,1 1 0 16,-3 2 0-16,2-4 0 0,-3 0 0 0,0 3 0 0,-4-4 0 16,-3 3 0-16,-3-2 0 0,-3 0-16 0,-5-2-92 15,-1 3-9-15,-8 2-22 0,-13 1 27 0,0 0-21 0,0 0-16 16,0 0-45-16,0 0-41 15,0 0-21-15,0 0 0 0,0 0 90 0,2-4 83 0,-4 3 41 16</inkml:trace>
  <inkml:trace contextRef="#ctx0" brushRef="#br0" timeOffset="-167319.2">22861 13311 419 0,'9'-2'133'0,"1"1"10"0,3 1 36 0,3 0-10 0,3 5-41 16,1 0-41-16,-8-2-30 0,2-4-12 0,1 4 7 0,0 2-6 16,0 0-21-16,0 2-4 0,1-5-26 0,4 2 15 15,-3 1-10-15,2 1 5 0,1 2-5 0,-1-2 0 0,0 0 0 16,-1-1 0 0,-2 4 0-16,-1-2 0 0,-3 3 0 0,0-1 0 0,-2 1 31 15,0-3-16-15,-2 2 1 0,-3 2-6 0,-5-11 5 0,5 12 5 16,-5-2 1-16,0-1-11 0,-3 2-4 0,-2-1 4 15,-2 3-5-15,-2-2-10 0,-1-1 10 0,-1-3-5 0,-1 2 5 16,-3-1-5-16,0 1 0 0,1 0 0 0,-3-3 0 0,0 0-21 16,-2 2-40-16,4-2-47 0,-4 0-66 0,2-1-31 15,-1-1-50-15,1-2-37 0,1 1 11 0,-2-2 140 0,1-1 71 0</inkml:trace>
  <inkml:trace contextRef="#ctx0" brushRef="#br0" timeOffset="-166355.15">24256 12631 685 0,'0'0'133'16,"3"-8"-20"-16,2-3 45 0,-5 11 21 0,5-10 21 0,-5 10-21 15,0 0-26-15,0 0-40 0,3-9-31 0,1-2-30 16,-4 11-52-16,0 0 0 0,0 0 0 0,5-9 0 0,-5 9 0 16,0 0 0-16,0 0 0 0,0 0 0 0,8-4 0 0,3-1 0 15,-1 5 0-15,-2 2 0 0,4 1 0 0,0 5 0 16,1 3 0-16,-3 1 0 0,-2-1 0 15,2 5 0-15,-1-1 0 0,2-3 0 0,-2 5 0 16,-2 0 0-16,2 0 0 0,1 2 0 0,-4-1 0 0,-1 0 0 16,0 0 0-16,-5 2 0 0,1-1 0 0,-1-1 0 15,-1 0 0-15,0 0 0 0,-3-2 0 0,-1 0 0 0,-1-1 0 16,-2-1 0-16,1-2 0 0,-4-1 0 0,-2 2 0 16,1-2 0-16,-3-1 0 0,0-1 0 0,-2-1 0 0,0 0 0 15,-1-2 0-15,3-1 0 0,-1 0-21 0,1-1-15 0,-1-4 0 0,-1-2-5 0,-1 0 10 16,2-2 6-16,-2-1 15 0,2-2 5 0,0-3-6 15,1 0 16-15,4-1-5 0,-3 1-5 0,4-3 0 0,3 1 10 16,2 0 0-16,-3-2-10 0,6 0 10 0,2-1 5 16,0 4 21-16,2-1-5 0,2 1 10 0,2-3 0 0,2 3 15 15,2 4-30-15,-4-2-21 0,5 4 0 0,0-1 0 16,3 2 0-16,1-1 0 16,0 2 0-16,0 1 0 0,1-3 0 0,4 5 0 0,-5-5 0 15,1 1 0-15,-3 3 0 0,1 0 0 0,2 1-114 16,-1-1-49-16,1 2-27 0,-1-4-30 0,0 6-15 0,0-4-11 15,-1 1 1-15,1 0-1 0,-4-2 52 0,0 1 97 0,3 0 48 16</inkml:trace>
  <inkml:trace contextRef="#ctx0" brushRef="#br0" timeOffset="-165916.83">24664 12676 501 0,'0'0'122'0,"0"0"-30"15,0 0-30-15,0 0-21 0,0 0-26 0,0 0 1 0,0 0-1 16,0 0 5-16,0 0-9 0,0 0 14 0,0 0-4 0,0 0 15 15,0 2-1-15,-5 1 6 0,0 6 10 0,-2 3-4 0,-3 5-1 16,0 1-16 0,0 5-4-16,2 1-16 0,6-6 16 0,2-18 5 0,0 17 9 15,0 0-9-15,0 0-6 0,4-4 17 0,-3 0-1 0,4-1 5 16,2 0-16-16,-1 2 6 0,3-5-10 0,1 1 10 16,-2-3-11-16,1 1 1 0,1-1 4 0,0-1-4 0,0-1-11 15,0-4 1-15,0-1-11 0,-10 0 10 0,10-2-10 16,1-2 1-16,3-1-6 0,-4-2 10 0,1-3-15 0,0 0 5 15,3-4-5-15,-3 1-6 0,1-2-15 0,0-1 1 0,-2-3-1 0,1-1 6 16,-1-1 10-16,2-1 5 0,1-1 5 0,-3 0 0 0,2 2 0 16,-2-2 0-16,1 2 0 0,-5 2 0 0,3 1 10 0,-3 3-5 15,-1 3 20-15,-5 12 6 0,0 0-11 0,0 0-9 16,0 0-1-16,0 0-15 0,0 0 5 0,0 0-5 0,0 0 5 16,0 0 0-16,0 0 0 0,0 0 0 0,-1 2 10 0,1 2-5 15,-4 7 21-15,-1 4 15 0,0 3 5 0,-1 1 0 0,1 7-5 0,-2-1-30 16,3-9-11-16,0 0 0 0,3-1 0 0,-4 1 0 0,1 3 0 15,3-3 0-15,1-1 0 0,1 1 0 0,0 0 0 0,2 4 0 16,2-5 0-16,0 1 0 0,-1-2 0 0,1-1 0 16,0 2-47-16,0-4-60 0,2 2-16 0,-1-3-31 0,-6-10-25 15,5 10-61-15,0 0-16 0,-5-10-36 0,0 0-26 16,0 0 152-16,6 7 83 0,-6-7 42 16</inkml:trace>
  <inkml:trace contextRef="#ctx0" brushRef="#br0" timeOffset="-165616.02">24026 13132 849 0,'0'0'163'0,"0"0"-55"0,0 0 35 0,0 0 47 15,0 0 30-15,0 0-16 0,2 3-34 0,5 1-170 0,6-3 0 16,9-1 0-16,4-2 0 16,6-3 0-16,7 0 0 0,7-1 0 0,-5 1 0 15,-1 0 0-15,6 0 0 0,1 0 0 0,-1 1 0 0,0 2 0 16,5-3 0-16,0 2 0 0,0 1 0 0,1 0 0 16,-1 0 0-16,-4 1 0 0,4-2 0 0,-4 3 0 0,-3-2 0 15,3 2 0-15,-9 0 0 0,1 0 0 0,-8 0 0 16,2-1-221-16,-6 1-91 0,-6 0-41 0,-3 1-57 0,-18-1-4 15,0 0 245-15,0 0 85 0,0 0 42 0</inkml:trace>
  <inkml:trace contextRef="#ctx0" brushRef="#br0" timeOffset="-165199.33">24350 13204 762 0,'0'0'358'0,"-10"7"-138"15,10-7-5-15,0 0-10 0,0 0 20 0,0 0-163 16,-3 10-62-16,1-1 0 0,2 2 0 0,0-1 0 0,7 0 0 16,1 0 0-16,-1 2 0 0,3-1 0 0,0 0 0 0,0 0 0 15,0 2 0-15,1-1 0 0,-1 3 0 0,0-3 0 16,0 1 0-16,1 2 0 16,-1-2 0-16,-3 2 0 0,2-1 0 0,0 0 0 0,-4-2 0 15,2 0 0-15,-2 1 0 0,-1-1 0 0,-4 2 0 16,0-14 0-16,1 10 0 0,-1-10 0 0,-1 10 0 0,-4 1 0 15,0-2 0-15,-5-2 0 0,0-1 0 0,-1 0 0 0,0-2 0 16,-3-1 0-16,0-1 0 0,2-3 0 0,-2 0 0 16,2 1 0-16,-3-2 0 0,0 0 0 0,1-3 0 0,1 1 0 15,-2 0 0-15,2 1 0 0,0-1 0 0,1-2 0 0,1 2 0 0,3-1 0 16,8 5 0-16,-10-5 0 0,10 5 0 0,0 0 0 0,-10-6 0 16,10 6 0-16,0 0 0 0,-4-9 0 0,4 9 0 0,0-10 0 15,4 2 0-15,1-3 0 0,3-2 0 0,0 4 0 16,7 0 0-16,0 0 0 0,0 1 0 0,-1 2 0 0,3 1 0 15,0 0 0-15,-2-2 0 0,2 1 0 0,2-1 0 16,1 2-154-16,-3 0-271 16,2 3-41-16,-2-3-97 0,3 3 343 0,-1-1 110 0,1-1 55 15</inkml:trace>
  <inkml:trace contextRef="#ctx0" brushRef="#br0" timeOffset="-164667.89">24766 13469 767 0,'-11'-7'199'0,"-3"3"6"0,4-1 10 0,1 0 0 0,9 5-26 16,-10-8-25-16,2 2-71 0,8 6-93 0,0 0 0 0,-9-8 0 15,3-2 0-15,6 10 0 0,0 0 0 0,0 0 0 16,0 0 0-16,0-10 0 0,-4-1 0 0,4 11 0 0,4-10 0 16,-2 0 0-16,7 2 0 0,1 1 0 0,0-1 0 0,0 3 0 15,1 5 0-15,0-2 0 0,1 1 0 0,0 1 0 16,-1 0 0-16,0 0 0 0,3 1 0 0,1 0 0 0,-4 2 0 16,3 0 0-16,-1 5 0 0,-2 0 0 0,1 0 0 15,-2 1 0-15,-2 1 0 0,1 3 0 0,-4 0 0 0,-1 1 0 16,1-1 0-16,-3-1 0 0,3 3 0 0,-4 0 0 15,3 0 0-15,-4-1 0 0,1-1 0 0,-2 2 0 0,1-1 0 16,-2-3 0-16,2-11 0 0,-3 11 0 0,-1 1 0 16,4-12 0-16,0 0 0 0,0 0 0 0,0 0-129 0,-5 10-50 15,5-10-5-15,-6 9-26 0,6-9-5 0,0 0-10 0,0 0 0 16,-9 7-21-16,9-7 29 0,-7 0 108 0,7 0 55 0</inkml:trace>
  <inkml:trace contextRef="#ctx0" brushRef="#br0" timeOffset="-164474.43">24998 13350 685 0,'0'0'384'16,"5"-14"-77"-16,-5 14-26 0,6-12 1 0,-6 12-174 16,0 0-108-16,0 0 0 0,0 0 0 0,0 0 0 0,0 0 0 15,0 0 0-15,-2-11 0 0,2 11 0 0,-5-5 0 0,-4 5 0 16,2 1 0-16,-8 4 0 0,0 4 0 0,-2 2 0 0,-2 4 0 16,0 1 0-16,8 0 0 0,-8 1 0 0,6-1 0 15,-2-1 0-15,-1-1 0 0,1-2 0 0,0 1 0 0,1-2 0 16,2 0-47-16,2-1-142 0,0-1-47 0,10-9-25 15,-10 7-41-15,10-7-35 0,0 0-42 0,0 0 231 0,0 0 74 16,0 0 37-16</inkml:trace>
  <inkml:trace contextRef="#ctx0" brushRef="#br0" timeOffset="-164239.06">25464 13133 1401 0,'0'0'292'0,"0"0"-87"16,0 0-56-16,0 0-149 0,0 0 0 0,11-3 0 0,-11 3 0 15,0 0 0-15,0 0 0 0,10-1 0 0,0-3 0 0,-1 3 0 16,2-1 0-16,0-2 0 0,7 3 0 0,0-3 0 0,5 4 0 16,-2 0 0-16,1-1 0 0,5 3 0 0,0-3 0 15,-1 0 0-15,-5 0 0 0,1-1-68 0,-1 1-121 0,-1 0-41 16,-4 0-36-16,-1-3-57 0,-1 0-45 0,-3 3 66 15,-11 1 151-15,0 0 76 0</inkml:trace>
  <inkml:trace contextRef="#ctx0" brushRef="#br0" timeOffset="-164061.27">25708 12979 721 0,'-13'1'255'0,"13"-1"-60"0,-12 3-1 16,12-3-4-16,0 0-32 0,-10 5-40 0,0 2-36 15,10-7-46-15,-6 9-10 0,-1 1-21 16,-1 1 0-16,4 5-5 0,-1-1 10 0,0 2-15 0,0 1 5 16,-1 0-26-16,2 1-56 0,-2-1-66 0,2 1-72 15,-1-2-41-15,3 1-52 0,-2-2-50 0,2 0 74 0,-2 0 145 16,-1-2 72-16</inkml:trace>
  <inkml:trace contextRef="#ctx0" brushRef="#br0" timeOffset="-163544.44">26641 12542 608 0,'-10'4'169'16,"10"-4"-41"-16,0 0 36 0,-7 6 25 0,7-6 16 0,-3 9-31 16,1 2-26-16,4 2-30 0,3-1 0 0,0 3-92 15,5 1-26-15,0-2 0 0,0 1 0 0,1-1 0 0,0 0 0 16,-2 1 0-16,2 1 0 0,-1-2 0 0,-1 3 0 15,-2-1 0-15,-2 0 0 0,-1 0 0 0,-3 1 0 0,0-1 0 16,-2-1 0-16,-4 1 0 0,0-3 0 0,-1 1 0 16,0-2 0-16,-3-2 0 0,-2 2 0 0,-3-4 0 0,3 0 0 0,-4-1 0 0,0-2 0 15,-1 1-47-15,-4-5-35 0,5 3 21 0,-2-4 4 0,-1 0 11 16,1-1-20-16,1-4 5 0,1 0 4 0,0-1 21 16,4 1 21-16,-3-5 20 0,3 3 0 0,1-1 11 0,1-3 20 15,3 0 25-15,0 1 16 0,6 10-16 0,0 0-10 16,-4-10-31-16,3 0 22 0,1 10-6 0,0 0 10 0,1-11-16 15,3 1-4-15,0 0-10 16,2 3-16-16,0-1 0 0,4 2 0 0,4 1 0 0,-3 0 0 16,0 1 0-16,4 1-11 0,0-1-76 0,5 1-46 15,-4 0-36-15,4-2-31 0,2 1-25 0,-2-1-26 0,1 4-20 16,-1-4 0-16,1 2 56 0,-1 0 108 0,0-2 53 16</inkml:trace>
  <inkml:trace contextRef="#ctx0" brushRef="#br0" timeOffset="-163259.23">26953 12676 465 0,'0'0'148'0,"0"0"-46"0,0 0-20 16,0 0 11-16,0 0-7 0,0 0-9 0,0 0-20 16,0 0-32-16,0 0-14 0,2 3 9 0,-2 3 0 0,-1 3 6 15,-3 2 5-15,-2 3 15 0,0 2 0 0,-3 5 10 0,-2 1-10 16,4-7 20-16,2 0-14 0,2 4-1 0,-2-6 0 16,5 2 6-16,-4-3-17 0,4-12 12 0,0 12-11 0,0-12 5 0,2 12 15 0,-2-12 11 15,0 0-51-15,2 12-21 0,-2-12 0 0,5 10 0 0,-5-10 0 16,0 0 0-16,5 7 0 0,-5-7 0 0,10 2 0 15,1-1 0-15,-1-4 0 0,1 0 0 0,2-6 0 0,-2-2 0 16,-1-2 0-16,0-4 0 0,0 4 0 0,1-3 0 16,-1 1 0-16,1-4 0 0,0-1 0 0,3 2 0 0,1-1 0 15,-4-1 0-15,3 2 0 16,-3-1 0-16,2 4 0 0,-1 0 0 0,-4 7 0 16,0-4 0-16,-8 12 0 0,0 0-113 0,9-9-174 0,-9 9-56 15,0 0-46-15,0 0-36 0,0 0 180 0,0 0 122 0,0 0 62 16</inkml:trace>
  <inkml:trace contextRef="#ctx0" brushRef="#br0" timeOffset="-162989.62">26317 13046 1458 0,'0'0'220'0,"-13"5"-36"0,13-5 1 15,0 0-185-15,0 0 0 16,0 0 0-16,0 0 0 0,0 0 0 0,0 0 0 0,0 0 0 16,0 0 0-16,5 6 0 0,5-5 0 0,5 1 0 0,7-4 0 15,7 1 0-15,6 1 0 0,8-1 0 0,8 1 0 16,-7-3 0-16,2 2 0 0,2 2 0 0,3-1 0 0,0 2 0 16,2-2 0-16,0-2 0 0,-2 2 0 0,1 0 0 15,-5 2 0-15,-2-4 0 0,-3 5 0 0,0-2 0 0,-6-1-52 16,-5 4-281-16,-1-3-56 0,-1 2-51 0,-8-2 23 0,-1 0 209 0,-7-2 104 15</inkml:trace>
  <inkml:trace contextRef="#ctx0" brushRef="#br0" timeOffset="-162109.95">26396 13226 1150 0,'0'0'267'0,"0"0"-83"0,0 0-10 0,-5 12 0 16,5-12-76-16,-6 8-98 0,6 5 0 0,0-13 0 15,0 0 0-15,0 10 0 16,5 4 0-16,1 1 0 0,3-3 0 0,-2 2 0 0,3-3 0 16,1 0 0-16,2-1 0 0,-3-1 0 0,1-1 0 15,-1 0 0-15,-2-1 0 0,0 1 0 0,2 0 0 0,-10-8 0 16,5 9 0-16,-5-9 0 0,5 9 0 0,-5-9 0 0,5 8 0 15,-5-8 0-15,0 0 0 0,0 10 0 0,0-1 0 16,-5 0 0-16,0-2 0 0,-1-2 0 0,-3 0 0 0,-2-1 0 16,0-2 0-16,1 0 0 0,-4-1 0 0,4-1 0 0,-1-1 0 0,-3 1 0 0,4-3 0 15,-1 1 0-15,1-2 0 0,10 4 0 0,-8-5 0 16,0 0 0-16,8 5 0 0,-9-9 0 0,9 9 0 0,-6-7 0 16,2-2 0-16,3 0 0 0,2-2 0 0,3 1 0 15,1-1 0-15,1 0 0 0,4-1 0 0,4 2 0 0,2 0 0 16,0-1 0-16,4 1 0 0,5 1 0 0,-2 3 0 15,2-2 0-15,-1 6 0 16,1-4 0-16,0 6 0 0,-2-3 0 0,2 2 0 0,-5 0 0 16,0 0 0-16,0 2 0 0,-4 0 0 0,-2 2 0 0,-2-3 0 15,-12 0 0-15,10 2 0 0,-10-2 0 0,14 5 0 16,-3 0 0-16,-11-5 0 0,5 7 0 0,1 0 0 0,-2 1 0 16,-4-8 0-16,0 10 0 0,1 3 0 0,-1-13 0 15,2 11 0-15,-4-1 0 0,2-10 0 0,0 0 0 0,0 0 0 16,0 0 0-16,0 12 0 0,0-12 0 0,5 9 0 0,-1-1 0 0,-4-8 0 0,10 8 0 15,3-3 0-15,-2-4 0 0,-1-1 0 0,3 0 0 0,2-4 0 16,-3-1 0-16,-2 2 0 0,0-5 0 0,-4 1 0 16,3-1 0-16,2 0 0 0,-1-1 0 0,-4-2 0 0,3 1 0 15,0-1 0-15,-3 0 0 0,4 1 0 0,-4-2 0 16,0 3 0-16,-1-3 0 0,4 4 0 0,-9 8 0 0,0 0 0 16,0 0 0-16,0 0 0 15,0 0 0-15,0 0 0 0,0 0 0 0,0 0 0 0,0 0 0 16,0 0 0-16,0 0 0 0,0 1 0 0,0 5 0 0,-1 8 0 15,-2-2 0-15,2 6 0 0,-4 1 0 0,0 6 0 16,-1 1 0-16,2-7 0 0,3 1 0 0,-3-2 0 0,2 1 0 16,-2 2 0-16,0 1 0 0,3-3 0 0,0 1 0 15,-3 2 0-15,3-2 0 0,-3 2 0 0,3-2 0 0,-3 1 0 16,-1-1 0-16,0 1 0 0,0-1 0 0,-1-1 0 0,-1-2 0 0,-3-2 0 16,0 1 0-16,2-4 0 0,-4 1 0 0,-3-5 0 0,5 1 0 15,-1-1 0-15,-2-4 0 0,0 0 0 0,-4-3 0 0,2-1 0 16,2-1 0-16,-2 1 0 0,4-5 0 0,-3-1 0 15,3 0 0-15,1-3 0 0,4 0 0 0,-2 1 0 0,3-3 0 16,4-4 0-16,-4 1 0 0,5 0 0 0,-1 1 0 16,2-2 0-16,3-1 0 0,1-3 0 0,1 3 0 0,3 0 0 0,-2 1 0 0,3 0 0 15,5 3 0-15,-1-2 0 0,1 1 0 0,-1 1 0 16,-1 1 0-16,6 0 0 0,-3 1 0 0,0 1 0 0,-2-2 0 16,1 4 0-16,-1-2 0 0,0 3 0 0,1 0 0 15,-4-2 0-15,0 2 0 0,2 2-175 0,-3-2-265 0,0 0-77 16,-2 1 59-16,2-4 229 0,3 3 115 0</inkml:trace>
  <inkml:trace contextRef="#ctx0" brushRef="#br0" timeOffset="-161871.71">27733 13221 1442 0,'-2'-8'266'0,"-1"2"-81"0,-6 3-31 0,1-1-154 16,-3-4 0-16,11 8 0 0,0 0 0 0,0 0 0 0,0 0 0 15,0 0 0-15,0 0 0 0,0 0 0 0,0 0 0 0,0 0 0 16,-4-2 0-16,3 6 0 0,11-2 0 0,3 3 0 16,3-1 0-16,4 1 0 15,0 0 0-15,5 1 0 0,-9-2-272 0,4-6-56 0,-4 6-45 16,-1-1-67-16,-1 0 123 0,-3 0 158 0,3-1 80 15</inkml:trace>
  <inkml:trace contextRef="#ctx0" brushRef="#br0" timeOffset="-161671.14">27558 13366 1156 0,'-19'5'470'0,"3"-1"-255"0,1-3-51 16,4-1-122-16,11 0-42 0,0 0 0 0,0 0 0 0,0 0 0 15,0 0 0-15,0 0 0 0,0 5 0 0,8-4 0 0,6 3 0 16,5-2 0-16,6 1 0 0,2 2 0 0,8 0 0 0,6 0 0 16,-7-7 0-16,0 4 0 0,2 0 0 0,-1 1-11 0,5-1-312 0,-4-1-40 15,2 1-36-15,1-2-26 0,1 1 162 0,-3-1 131 0,-1 0 66 16</inkml:trace>
  <inkml:trace contextRef="#ctx0" brushRef="#br0" timeOffset="-161370.74">28415 13414 762 0,'0'0'363'16,"0"0"-153"-16,4 5-52 0,-8-2 1 0,-1 1 15 0,-3-1-21 16,-6 1-85-16,-5 2-68 0,0-3 0 0,-3 0 0 0,9 1 0 15,0 1 0-15,3 1 0 0,-2 0 0 0,2 3 0 16,5-1 0-16,0 2 0 0,1-1 0 0,4 1 0 0,0-10 0 16,0 10 0-16,0 0 0 0,4-2 0 0,1 0 0 0,4 0 0 15,-1-1 0-15,-1 3 0 0,-7-10 0 0,10 6 0 16,-1 1 0-16,1-4 0 0,0 3 0 0,2-2 0 0,0-1 0 0,-1-2 0 0,4-2 0 15,-1-2 0-15,-2 1 0 0,-1-1 0 0,4-1 0 16,-2 0 0-16,-1-4 0 0,-1 2 0 0,2-2 0 0,-1 0 0 16,0-3 0-16,0-2 0 0,-1 0 0 0,-1-4 0 15,-1 1 0-15,-1-2 0 0,-3 2 0 0,1-2 0 0,-2 1 0 16,-3 2 0-16,-1-1 0 0,0 16 0 0,-1-14 0 0,-6 4 0 16,-1-1 0-16,-2 1 0 15,-2 5 0-15,-1 3 0 0,-4-1 0 0,1 5-288 16,0-2-80-16,1 0-98 0,0 7 3 0,-1-2 232 0,2-1 115 15</inkml:trace>
  <inkml:trace contextRef="#ctx0" brushRef="#br0" timeOffset="-155460.81">25279 11623 670 0,'0'0'220'0,"0"0"-154"0,0 0 21 15,5-2 72-15,1-2 25 0,4-2-40 0,4-4-47 16,2-2-41-16,0-8-10 0,6-4-5 0,1-5 10 0,-2 6-15 15,4-2-6-15,2 1 1 16,-1-5-16-16,4-1 6 0,0-1-6 0,5-2-4 0,-3-2-6 16,3-1-5-16,0 0 0 0,2-2 0 0,0-2 0 15,3 0 10-15,1 2-5 0,0 1 1 0,0-2-6 0,0-2 0 16,1 3 0-16,-3 2 0 0,-1 2-11 0,-2 1 16 16,0 4-5-16,-4 2-5 0,-3 1 0 0,-2 3 10 0,-4 3 0 15,-3 0 1-15,-2 5-6 0,-1 1 0 0,-5 2 0 16,-1 1 0-16,-5 1 0 0,-6 10 0 0,0 0 10 0,0 0-5 0,0 0 0 0,0 0-5 15,0 0 10-15,0 0-5 0,0 0 1 0,0 0-6 0,0 0 0 16,0 0 0-16,0 0 0 0,0 0 0 0,0 0 0 0,0 0 0 16,0 0-11-16,0 0 6 0,0 0 10 0,0 0 0 0,-1-3-10 15,-5 2 0-15,-2 5 0 0,-1 0 5 0,-3 2 0 16,-1 0 0-16,-2 3 0 0,0 2 10 0,7-4-15 0,1 1 5 16,-1-1-5-16,0-1 15 15,-1 3-15-15,2 0 5 0,-2-2-5 0,-1 3 5 16,1-1-21-16,0-2-30 0,-3 2 10 0,1 0-15 0,-4-1 15 15,-1-2-6-15,-3 3-4 0,3-3-15 0,-4-1-31 16,0 5 15-16,-3-2 5 0,4-3 26 0,-5 0 15 0,5 2 11 16,-1-5-6-16,-1 3-5 0,2-2 16 0,-1-4-1 0,4-1 16 15,1 2-10-15,0-1-1 0,4-1-4 0,1-3-1 16,0-1-10-16,4-3 16 0,6 9 5 0,0 0 0 0,-5-6-5 0,2-4 15 0,3 10 0 16,3-11 5-16,2-1-5 0,1-2-10 0,3 0 5 0,2 0 10 15,4 2 0-15,1-1 20 0,-1 1 6 0,5 1-1 16,-3 0 6-16,3 2 0 0,2-1-5 0,1 1-6 0,5 0-14 15,-2 1 4-15,3-1-10 0,-3 1 1 0,4-1-6 16,0-2 0-16,1 3 0 0,0 1 0 0,0 1 10 0,-1-3-5 16,5 2-10-16,-3-1 0 15,-1 2 10-15,0 2-10 0,0 1 5 0,-5 1 5 0,1 0-10 16,-4 1 5-16,0 1-5 0,-5 0 15 0,-3 2 5 16,0 2-15-16,-15-4 10 0,10 5-10 0,-10-5 6 0,7 6-6 15,-2 4 10-15,-5 0-15 0,-2 2 5 0,-1 1-5 0,-4 0 5 16,-1 2 10-16,-4-1-15 0,2-3 15 0,-1 1-20 15,-3 3 10-15,3-2-26 0,0 0-56 0,-1 1-36 0,0 0-66 16,1-4-31-16,-3 2-87 0,2 2 108 0,-2-7 97 0,3 2 48 0</inkml:trace>
  <inkml:trace contextRef="#ctx0" brushRef="#br0" timeOffset="-154893.69">28076 10038 450 0,'0'0'138'0,"-10"0"-51"0,-1 0 15 16,1-1 0-16,0-4-5 0,-4 4-30 0,3-3-6 15,-1 2-25-15,-3-1-15 0,0 6 4 0,-1 2 6 0,-4 1 20 16,-1 5 16-16,-3-2 9 0,-1 2 6 0,-1 4 0 16,0 0 0-16,0 2 0 0,1 0-31 0,2 0-15 0,3 0-16 15,2-1-9-15,5 0-6 0,1-1-5 0,4 0 20 0,4-1 11 16,4-2 10-16,3 0 0 0,3-2 0 0,0 0-30 16,4-2-11-16,5-2 0 0,2-1 0 0,3-1 0 0,1-1 0 15,4-1 0-15,2-2 0 0,7-3 0 0,1-1 0 16,1-1 0-16,1-1 0 0,0 0 0 0,1-5 0 0,-1 1 0 15,0-1 0-15,-2 0 0 0,-4 1 0 0,-1-2 0 16,-4 0 0-16,-1-2 0 0,-4 2 0 0,1-2-6 0,-7 1-101 16,-4-2 19-16,-4 0-3 0,-5-2 24 0,-2 3 1 0,-4 0 4 15,-4-2 1-15,-5 6 9 0,-2 0-4 0,-7 3 10 16,3 1-20-16,-4 1-16 0,-1 2-16 0,-2 3-14 0,-1 4-6 16,-2-4-25-16,3 0-21 0,0 2-25 0,2 2 2 15,1-4 94-15,0-1 46 0</inkml:trace>
  <inkml:trace contextRef="#ctx0" brushRef="#br0" timeOffset="-154612.44">28148 9867 521 0,'0'0'174'15,"0"0"-56"-15,0 0 20 0,0 0-15 0,0 0-26 0,0 0-56 16,0 0-25-16,0 0-16 0,0 0 10 0,0 0 15 0,0 0 1 15,0 0 10-15,0 3-11 0,-1 1 11 0,-3 3-11 0,-1 4 63 16,-6 6 4-16,0 3 10 0,-4 1-35 0,-1 7-16 0,7-7-10 16,-5 4-11-16,3 1-14 0,-4 0-11 0,4 0 5 15,-1 6-15-15,-1 0 15 0,3 0-10 0,-3 1-5 16,-1-4 10-16,4 1-5 0,0-1-5 0,3-3 10 0,-2-3-5 16,1-2 6-16,1-2-17 0,1-2 26 0,0 0-30 0,1-4 25 15,0 0-35-15,0-3-32 0,5-10-60 0,0 0-52 0,0 0-56 16,0 0-46-16,0 0-47 0,0 0-91 0,0 0 243 0,0 0 83 15,0 0 41-15</inkml:trace>
  <inkml:trace contextRef="#ctx0" brushRef="#br0" timeOffset="-151916.38">26682 10754 649 0,'0'0'102'0,"7"-5"11"15,-7 5 0-15,0 0-11 0,0 0-25 0,0 0-11 0,0 0-4 16,0 0-11-16,0 0-16 0,0 0-19 0,4 5-1 0,-4 1-20 16,0 4 5-16,-4 5-5 0,-2 4 15 0,-2 4-15 15,-1 7 5-15,-4 2-5 0,6-4 5 0,-2-5 0 0,1 1 0 16,3-3 10-16,2-4-5 0,3 0-10 0,0-3 10 0,1-1-15 16,3-5 20-16,2 1-10 0,-1 0 6 0,-5-9 4 0,5 6 5 0,4 0 5 15,-2-4 1-15,2 0 20 0,1-1 10 0,-10-1 1 0,10-1-6 16,1-2-6-16,-1-2-29 0,1 0 4 0,-1 2-15 15,0-4 15-15,0 1-10 0,0-3 1 0,0 2-6 0,0-3 0 16,-2 0 0-16,0-3 0 0,2-1 0 0,0-2 10 16,0-2-5-16,0 1-10 0,1-4 0 0,-1 0-21 0,4 0-5 15,-1 0 1-15,0-2 15 0,-1 1 10 0,3 5-6 0,-4 2 6 0,3 0 0 0,-4 4 5 16,-10 11 0-16,0 0-10 0,7-10-6 0,-7 10-4 16,0 0 10-16,0 0-6 0,0 0 21 0,0 0-15 0,9 0 20 15,-4 5 0-15,-4 5-9 0,0 0 9 0,2 2 0 0,-6 5 10 16,2 2 1-16,0 5-11 0,-3-7-4 0,3 0-6 15,-3 2 0-15,4 0 0 0,-1-2 0 0,0 0 0 0,1-1 0 16,1-1 0-16,0-2 0 16,2-2 0-16,-1 0 0 0,2-1-11 0,-3 0-4 15,-1-10-16-15,5 10-25 0,-5-10-16 0,5 8-20 0,-5-8-36 16,0 0-51-16,0 0-31 0,5 9-36 0,1-3-61 0,-6-6 151 16,0 0 78-16,9 3 39 0</inkml:trace>
  <inkml:trace contextRef="#ctx0" brushRef="#br0" timeOffset="-151283.4">27256 10877 669 0,'0'0'282'0,"-10"4"-103"0,10-4-10 0,0 0 10 15,0 0-26-15,0 0-35 0,0 0-46 0,0 0-21 0,0 0-10 0,0 0 0 0,0 0-10 16,0 0-6-16,0 0-14 0,0 0-6 0,1 2 5 0,4-2-5 16,4 3 1-16,1-2-6 0,6-4 0 0,3 1 0 15,2-1 0-15,5 3-11 0,-8-2-66 0,-1 1-46 0,-1-3-66 16,1 3-52-16,-4 1-30 0,-1-3-36 0,-12 3-30 16,0 0 91-16,0 0 123 0,0 0 62 0</inkml:trace>
  <inkml:trace contextRef="#ctx0" brushRef="#br0" timeOffset="-151104.18">27241 10970 577 0,'-10'7'154'0,"10"-7"-31"16,0 0-21-16,0 0-35 0,0 0-37 0,0 0-19 0,0 0-1 15,0 0-5-15,0 0 0 0,0 0 5 0,0 0-25 0,0 0-1 16,4 2-40-16,2-2-41 0,3-2-72 0,3 0-36 15,2-2-51-15,3-1 116 0,3-2 70 0,1-3 35 0</inkml:trace>
  <inkml:trace contextRef="#ctx0" brushRef="#br0" timeOffset="-150662.36">27369 9975 383 0,'0'0'87'0,"0"0"-62"16,0 0 37-16,0 0 40 0,0 0 11 0,4-8 10 0,-4 8-47 15,0 0-14-15,6-4-1 0,3 4 21 0,2-1-5 0,1 6-15 16,3 2-27-16,0 3-9 0,6 2-6 0,-8-1 11 15,-1 2 5-15,-2 0-6 0,1 2-14 0,-1 0-11 0,0 3-5 16,-4-5 0-16,2 2 0 0,-6 4 0 0,2-4 10 16,-5 1-15-16,1-1 15 0,-4-2-20 0,-1-2 10 0,0 4 5 15,-4 1-10-15,0-1 5 0,-1-1 5 0,0 0 0 0,-2-1 1 16,1 1-6-16,0-2-11 0,-4 2-25 0,1-5 5 16,1-1 1-16,-2 2 20 0,0-2-6 0,0-3 1 0,0-2 5 15,0 1 5-15,4-1-5 0,0-2 15 0,0-1-15 16,11 0 10-16,-10-1-5 0,0-3 5 0,1 1 0 0,0-3 10 15,3 0-5-15,6 6 0 0,-5-9-15 0,0-2 5 0,4 0 20 16,1-3-15-16,0 14 5 0,6-11-10 0,-1-1-5 16,5 1 25-16,1-1-10 0,3 5 15 0,2 0-15 0,-1-2 11 15,5 1-11-15,1 2-10 0,-1 1 10 0,4-1-46 16,-1 2-67-16,-2-2-112 0,-1 1-107 0,0-1-39 0,1 2 183 16,-1 2 92-16</inkml:trace>
  <inkml:trace contextRef="#ctx0" brushRef="#br0" timeOffset="-150201.6">27502 10721 480 0,'0'0'82'0,"0"0"-5"0,0 0 30 16,0 0 32-16,0 0 9 0,0 0-10 0,1 2-10 0,6-3-15 16,7 2-6-16,5-5-15 0,3-3-25 0,7-1-6 0,8 1-5 15,10 0-4-15,-6 0-17 0,4 4-19 0,0-5-1 16,2 4-10-16,4 2 11 0,2 1-32 0,2 0 21 15,0-3-20-15,-2 4 35 0,2-3-35 0,-4 5 15 0,2-4-72 16,-3 1-51-16,-5 0-76 0,-4 0-52 0,-4 1-35 16,-3 0-47-16,-5 2 8 0,-4 1 163 0,-2 0 81 0</inkml:trace>
  <inkml:trace contextRef="#ctx0" brushRef="#br0" timeOffset="-149406.02">27749 10821 705 0,'0'0'164'0,"0"0"-118"16,0 0 1-16,0 0 34 0,0 0 42 0,-6 9 5 0,1 1-21 0,5-10-35 0,0 8-31 16,3 3-5-16,0 1-11 0,4 0-9 0,0 2-11 15,0-1-5-15,2 1 0 0,1-2 0 0,-2 1 10 0,0 2-15 16,-1-2 15-16,0 0-20 0,0-2 10 0,1 1-5 15,-3 2 15-15,-3-2-15 0,2 1 5 0,0-5-5 0,-3 4 15 16,-1-12-5-16,0 11 1 0,0 0-6 0,0-11 0 0,-5 10 0 16,0-2 0-16,-1 1 0 0,-3-1 0 0,-1-1 0 0,-1-1 0 0,-1-2 0 15,-1-2 0-15,2 1 0 0,-3-2 0 0,3 0 0 0,-1-2 0 16,-1-1 10-16,3-1-15 0,-2 1 5 0,4-2-5 16,8 4-6-16,-8-6-4 0,8 6-6 0,-9-8 1 0,4 0-1 15,5-2-10-15,0 1 6 0,3-2-21 0,-1 1-5 0,8-1-11 16,0 1 11-16,0 1-5 0,7 1 20 0,-2-1-5 15,3 1 15-15,0 1 11 16,5 0 10-16,0 0 5 0,2 0 0 0,-1-1 0 0,-1 5-10 16,2-2 15-16,0 1-5 0,5-1 5 0,-4 4 5 15,1-3 5-15,-1 3 6 0,-2 1-1 0,-3 0 1 0,0 2-1 16,-5 0 1-16,-1 0-1 0,-15-2 11 0,0 0 5 0,10 6-5 16,-2 3-6-16,-6 0 6 0,-2-9-16 0,1 11-4 15,-2 2-11-15,0-3 0 0,-3 4 0 0,2-2 0 0,2-12 0 16,-4 13 10-16,4-13-15 0,0 0 15 0,0 0-10 0,-1 11 5 0,1-11-5 0,0 0 10 15,0 0-5-15,0 0-10 0,0 0 0 0,2 5-10 0,7-3 10 16,1-4-21-16,1 1 16 0,3-4-21 0,0-1 0 16,1-6-10-16,2-1 11 0,-6 3-6 0,-1-1 0 0,0 0-5 15,0-3 0-15,0-1 0 0,-2 0 21 0,2 3 20 16,-4 1-5-16,1-1 5 0,-7 12-5 0,0 0 5 0,7-10 0 16,-7 10 0-16,0 0 10 15,0 0-5-15,0 0 20 0,0 0 6 0,0 0 0 0,0 0 15 16,0 0-5-16,0 0-5 0,5-1-11 0,-2 7 6 0,0 3-16 15,-3 4 6-15,2 0-6 0,-4 3 6 0,2 2-1 16,-1 5 0-16,-3-8 1 0,3 0-11 0,-3 1 6 0,3 3-11 16,-3-3 0-16,3 2-5 0,-4 2 0 0,0-2 0 15,1 3 0-15,0 0 10 0,-3 1-15 0,-1-1 5 0,-1 4 5 16,-1 1-10-16,0 0 5 0,1-1-5 0,-4-3 5 0,-1 2-10 0,3-4 5 16,-3-1-11-16,-1-1-10 0,0-5 1 0,2 1 0 0,-5-3 4 15,6 0 1-15,-7-2 10 0,7-3 5 0,-2-1 5 0,3-5 0 16,11 0 0-16,0 0 0 0,-14-1 0 0,4-4 0 15,2-2 10-15,1-3 5 0,2-1 15 0,2-2 17 0,0-2-1 16,4 3 30-16,3-2 32 0,1-1-16 0,1-1 31 16,1 0-31-16,3 1-25 0,3-2-42 0,-3 0-19 0,4-2-6 0,0-1 0 0,3 3 0 15,0 1 0-15,3 1 0 0,-4-1 0 0,4 2 0 16,0 2-47-16,2-1-96 0,-2 2-88 0,-1 1-76 0,1 1-92 16,0-1-61-16,-2 1 230 0,-1-1 115 0</inkml:trace>
  <inkml:trace contextRef="#ctx0" brushRef="#br0" timeOffset="-148704.27">29777 10868 920 0,'-8'-6'215'0,"8"6"-26"16,0 0 22-16,0 0-12 0,0 0-14 0,0 0-57 0,-5-6-128 15,5 6 0-15,0 0 0 0,0 0 0 0,0 0 0 0,0 0 0 16,0 0 0-16,0 0 0 0,0 0 0 0,0 0 0 0,-8 2 0 0,-1 4 0 0,-2 1-175 15,-2 1-35-15,1 5-25 0,-8 9-5 0,2 0-17 16,-5 4-24-16,1-8-47 0,5-2 167 0,-3 0 81 0,1-2 40 16</inkml:trace>
  <inkml:trace contextRef="#ctx0" brushRef="#br0" timeOffset="-148350.6">30249 10706 444 0,'13'-9'169'15,"-13"9"-41"-15,0 0 5 0,0 0-10 0,0 0-31 0,0 0-30 16,0 0-27-16,0 0 1 0,0 0 0 0,7 3-5 0,-7 5-6 0,-2 2 6 16,-4 3-6-16,-1 3 11 0,-1 2-10 0,-4 5-1 0,2 4-14 15,6-10-16-15,-1-3 0 0,1 4 10 0,0-1 0 16,3-1 10-16,-3 0-20 0,4-4 15 0,-1 2 0 0,2-3 11 15,-1-11-11-15,0 11 6 0,0-11 9 0,0 11 1 0,0-11 10 16,5 9 10-16,-5-9 10 0,0 0 5 0,5 7 11 16,-5-7 26-16,5 7-16 15,-5-7-82-15,10 1 0 0,0-1 0 0,2 0 0 0,1-5 0 16,0-2 0-16,2-3 0 0,-3 0 0 0,1-4 0 16,-2 2 0-16,3-3 0 0,-1-4 0 0,0 2 0 0,2-3 0 15,1-2 0-15,-1-3 0 0,1-1 0 0,-1 0 0 16,0-4 0-16,2 6 0 0,-5-3-16 0,0 2-179 0,-2 5-40 15,-1-1-41-15,-3 6-32 0,-1 2-24 0,-3 2-42 0,0-3 218 16,-2 14 78-16,0 0 39 0</inkml:trace>
  <inkml:trace contextRef="#ctx0" brushRef="#br0" timeOffset="-147987.3">31047 10461 1069 0,'0'-10'179'15,"-5"-1"-123"-15,0 1 72 0,5 10 77 0,0 0 15 0,0 0-41 16,0 0-168-16,0 0-11 0,0 0 0 0,0 0 0 0,0 0 0 16,0 0 0-16,0 0 0 15,0 0 0-15,4-8 0 0,1 0 0 0,1 1 0 0,4-1 0 16,5 2 0-16,7 1 0 0,2-1 0 0,6 1 0 15,-7 0 0-15,1 1 0 0,-2-1 0 0,2 4 0 0,-2-3 0 16,-2 1 0-16,5 0 0 0,-9 0 0 0,6 0 0 16,-7 1 0-16,0-1 0 0,1-2 0 0,-16 5 0 0,12-4 0 15,0 2 0-15,-12 2 0 0,0 0 0 0,0 0 0 0,0 0 0 16,0 0 0-16,0 0 0 0,0 0 0 0,10-1 0 0,-10 1 0 0,0 0 0 0,0 0 0 16,0 0 0-16,0 0 0 0,0 0 0 0,0 0 0 15,0 0 0-15,0 0-109 0,0 0-110 0,0 0-68 0,0 0-30 16,0 0-36-16,1-3-52 0,-7 2 226 0,-4 1 90 0,-4 2 44 15</inkml:trace>
  <inkml:trace contextRef="#ctx0" brushRef="#br0" timeOffset="-147670.89">30996 10564 1519 0,'0'0'179'0,"-11"4"-92"0,0 0 15 16,11-4 21-16,0 0-86 15,0 0-37-15,0 0 0 0,0 0 0 0,0 0 0 0,0 0 0 16,0 0 0-16,0 0 0 0,0 0 0 0,2 1 0 16,7-1 0-16,2-1 0 0,8-3 0 0,3 2 0 0,5-1 0 15,6 1 0-15,7-1 0 0,-9 3 0 0,1 1-88 0,-1-1-204 16,0 0-56-16,-1-1-46 0,0 1-107 0,-4-2 289 16,-3-1 106-16,0-2 53 0</inkml:trace>
  <inkml:trace contextRef="#ctx0" brushRef="#br0" timeOffset="-146915.59">31943 10113 429 0,'0'0'97'0,"4"-8"-25"15,4 1 40-15,2 3 16 0,-10 4 15 0,13-1-25 0,-4 4-5 16,2 0-21-16,-3 3-15 0,2 4-31 0,-1 2-5 0,-2 0-16 0,-1-2 11 16,1 2 10-16,-1 3-10 0,0-1-5 0,-3 1-21 0,-1 2 6 15,-2-2-11-15,3 0 10 0,-3-2-10 0,-3 4 11 16,-2-3-11-16,3 3 0 0,-3-4-5 0,-2 1 10 0,2-3-5 16,-1 0 10-16,0 3-10 0,-2-7 1 0,1 3-6 15,-3-2 10-15,4-2-5 0,6-6 0 0,-10 4 5 0,-2 0-5 16,12-4 1-16,-13 3 4 15,1-4 26-15,-1-1-16 0,0-1 16 0,2-1-5 0,11 4-1 16,-12-6-4-16,2-2-16 0,1 0 6 0,1-1-11 16,2 0 0-16,1 1-5 0,5 8 10 0,-4-10-15 0,4 10-5 15,0-11-21-15,-1 1-15 0,1 10-31 0,1-14-15 0,2 5-10 16,-1-2-21-16,6 1 0 0,2 2-5 0,-1 0 15 16,3 1 6-16,0 0 15 0,3 5 5 0,0-3 15 0,4 3 16 15,1-1 30-15,-1-2 16 0,5 3 0 0,-3-2 5 0,2-1 0 0,4 0 5 16,-2-1 10-16,1-2-5 0,-1 5 20 0,-1-1 16 0,-2 0 16 15,0 2 14-15,0 0 16 0,-6-2 11 0,-1 4-6 16,-1 1-15-16,-3-1-21 0,-11 0-21 0,0 0 1 0,0 0 20 16,0 0-4-16,0 0-11 0,0 0-5 0,4 6-21 0,-3 1 6 15,-5 5 4-15,-2-1 11 0,-4 6-6 0,0-5-14 16,-1 3-21-16,-3 2 20 0,5-5-10 0,2-1 16 0,7-11-6 0,-5 12 26 0,3-2-10 16,1 0 20-16,2 1-10 0,-1-11 5 0,4 9-5 0,1-1-30 15,3-1-11-15,0-2 0 0,2 0 0 0,3-3 0 16,-1 1 0-16,3-3 0 0,0 0 0 0,2 0 0 0,1-3 0 15,0 0 0-15,-1-1 0 0,-2-1 0 0,1-1 0 16,-2 0 0-16,-1-2 0 0,-5-2 0 0,0 0 0 0,-1-2-37 16,-5-3-183-16,0 0-5 15,-4 0-26-15,0-1 6 0,-4 1 24 0,2 0 12 0,-6 1 20 16,3 2 10-16,-3 0 43 0,-4 2 68 0,2 3 34 16</inkml:trace>
  <inkml:trace contextRef="#ctx0" brushRef="#br0" timeOffset="-146683.78">32473 10083 721 0,'0'0'214'16,"0"0"-111"-16,0 0-57 0,0 0 20 0,0 0-4 0,0 0 20 15,0 0 5-15,0 0-10 0,2 4-26 0,-2 2-10 0,-6 3-5 16,1 2-6-16,-5 0 6 15,-3 8-10-15,2 0-11 0,-8 3 1 0,8-4-11 16,0 0-10-16,1 1 0 0,-2 0 10 0,-2 3 0 0,3 1-31 16,-1 1-51-16,1-1-61 0,-1-2-41 0,0 2-31 0,2 0-20 15,0 2-31-15,-1-4-57 0,-1 0 180 0,0-3 69 16,0 2 35-16</inkml:trace>
  <inkml:trace contextRef="#ctx0" brushRef="#br0" timeOffset="-146429.9">31416 10660 1222 0,'-13'2'82'16,"13"-2"-36"-16,0 0 51 0,0 0 67 0,0 0 31 0,0 0 14 15,0 0-177-15,9-1-32 0,6 4 0 0,12-6 0 0,8 2 0 16,5 0 0-16,9 1 0 0,8 0 0 0,-1 1 0 15,1 4 0-15,4-2 0 0,0 4 0 0,1 0 0 0,-1-1 0 16,3 2 0-16,-3 0 0 0,-1-1 0 0,1-2 0 16,-2 3 0-16,2 2 0 0,1-2 0 0,-2-1 0 0,3 2 0 15,-5-2-185-15,-4 2-235 0,0 0-35 0,-8-7-67 0,-5 1 289 0,-6-2 117 0,-5 0 58 16</inkml:trace>
  <inkml:trace contextRef="#ctx0" brushRef="#br0" timeOffset="-146036.76">31714 10855 659 0,'0'0'179'0,"0"0"-117"0,0 0-37 16,0 0 47-16,0 0 46 0,0 0 35 0,0 0-20 0,0 0-25 15,0 6-11-15,4 1-20 0,2-3 4 0,5 3-4 16,4-2 5-16,4 1-20 15,1 1-21-15,5 0-26 0,-9-1-9 0,1 4-6 0,-2 0 0 16,2-1 0-16,-2 2 0 0,-3-1 0 0,0 2 0 16,-3 0 0-16,0 4 0 0,-4-5 0 0,0 1 0 0,-3 1 0 15,0-1 0-15,0 2 0 0,-4-4 0 0,0 2 0 16,-3-3 0-16,5-9 0 0,-5 10 0 0,-2-4 0 16,-1 4 0-16,2-3 0 0,-4-1 0 0,-1-1 0 0,0-3 0 15,1 1 0-15,-3 0 0 0,3-1 0 0,0-3 0 16,-1-3 0-16,0 3 0 0,11 1 0 0,-11-4 0 0,2 2 0 15,-4-4 0-15,3-1 0 0,0 1 0 0,10 6 0 0,-7-8 0 16,7 8 0-16,0 0 0 0,-8-7 0 0,4-3 0 16,4 10 0-16,0 0 0 0,0-10 0 0,4 2 0 0,3-1 0 15,1 0 0-15,2 3 0 0,3 0 0 0,2 1-11 0,-4 3-291 16,2-2-77-16,-13 4-51 0,11-1-33 0,0-1 232 16,0 4 115-16</inkml:trace>
  <inkml:trace contextRef="#ctx0" brushRef="#br0" timeOffset="-145273.81">32098 11153 449 0,'-1'-12'236'0,"1"12"-93"0,0-12 26 15,-3 0 15-15,3-1 5 0,0 2-19 0,3-1-17 0,-2 1-40 16,4 0-16-16,0 1-15 0,-5 10-21 0,5-8-60 16,3-2-1-16,-1 0 0 0,2 2 0 0,-2 1 0 0,3-1 0 15,0 5 0-15,3-1 0 0,-2 1 0 0,0 3 0 0,3 0 0 16,-1 3 0-16,0 1 0 0,0 2 0 0,-3 0 0 16,3 3 0-16,-1 1 0 0,-1 2 0 0,-1 4 0 0,-1-2 0 15,-1 4 0-15,-1 1 0 0,-1 1 0 0,-1 0 0 16,0 0 0-16,-4 1 0 0,3 0 0 0,0 0 0 0,-4-3 0 15,2 2 0-15,-2 0 0 0,0-1 0 0,0 1 0 16,0-4 0-16,0 0 0 0,0 0 0 0,3-1 0 0,-3-3 0 16,0-1 0-16,0-11 0 0,0 0 0 0,-3 12 0 0,3-12-11 15,0 0-107-15,-2 9-15 0,2-9 0 0,0 0 5 0,0 0-5 16,0 0-16-16,0 0-9 0,-8 5-16 0,8-5-15 16,-6 2-21-16,-2-6-10 0,1-1 74 0,-1-5 73 0,1-2 37 15</inkml:trace>
  <inkml:trace contextRef="#ctx0" brushRef="#br0" timeOffset="-145091.09">32421 11074 613 0,'7'-14'230'0,"-4"2"-40"0,-3 12-11 16,0 0-15-16,0 0-21 0,3-11-56 0,-3 11-46 15,0 0-20-15,0 0-26 0,-4-6 15 0,-3 2-10 0,-2 1 15 0,-2 6-10 0,-6 1-10 16,1 2 10-16,-2 5-15 0,-1 0 10 0,1 3-5 16,1-2 5-16,2 3 0 0,0-1 10 0,-1-3-15 0,1 3 5 15,1-2 5-15,0 2 0 0,1-4 1 16,3 1-17-16,0-1 6 0,1 0 0 0,1 1 5 0,-2-3-41 15,4 2-41-15,-1-2-62 0,0 0-35 0,7-8-31 16,-7 9-40-16,1 1-52 0,6-10 67 0,-8 9 117 0,8-9 59 16</inkml:trace>
  <inkml:trace contextRef="#ctx0" brushRef="#br0" timeOffset="-144921.83">32592 11361 992 0,'0'0'97'0,"0"0"-66"16,0 0 5-16,0 0 5 0,0 0-21 0,0 0-30 0,0 0-21 15,0 0-112-15,0 0-72 0,5 7-184 0,-5-7 189 0,0 0 105 0,0 0 53 0</inkml:trace>
  <inkml:trace contextRef="#ctx0" brushRef="#br0" timeOffset="-142916.49">25959 11512 976 0,'0'0'62'0,"0"0"-57"15,0 0-5-15,0 0 0 0,0 0-10 0,0 0 15 0,0 0-5 0,0 0-5 0,0 0 10 16,0 0-15-16,1 4 10 0,4-2-5 0,5-1 5 0,4 1 0 16,4-4 0-16,3 0 0 0,7-2 10 0,5-5-15 15,-2 8 15-15,4-1-20 0,3 0 10 0,1-1-5 0,6-2 5 16,2-3 0-16,-1 5 0 0,0 0 0 0,5 2 0 16,0-2 10-16,2 1-5 0,3 2-10 0,0 0 0 0,5 2-10 15,0-2-1-15,0 3 6 16,6-3 5-16,-1 1-5 0,1 2 5 0,1-1 10 0,-2 3-10 15,5-1 5-15,0 1-5 0,3 0 5 0,0 0 0 16,4 2 10-16,-1-2-15 0,6 1 5 0,3-3-5 0,1 3 5 16,2-1 0-16,2 1 0 0,5 2 0 0,-3-2 0 15,6 1 10-15,2-2-15 0,-3 5 5 0,4 0-5 0,-1 0 5 16,-6 1 0-16,2 0 0 0,4 0 0 0,-7 2 0 0,3 2 0 16,-1-4 0-16,0 4 10 0,-2-2 5 0,3 2 5 0,-3-2 1 0,2 0-11 15,-4 3 5-15,4-1-10 0,-2 1 1 0,-3-3 4 0,3 0-5 16,-2 2-10-16,1 0 10 0,-1-2-5 0,-1-2-5 15,1-1 10-15,-1 1-5 0,-2 3 5 0,3-1 5 0,-5-3-15 16,0-1 5-16,-5-1-5 0,3 0 5 0,-3 1 10 0,-5-3 26 16,-3-4 5-16,-4 2 15 0,0-2-20 0,-5 1-5 15,-4-4-11-15,-5 4 1 16,-2-6-1-16,-4-1-9 0,-1-2-6 0,-8-2-5 16,0-2 0-16,-3-2-10 0,-1 0 15 0,-1-7-5 0,-3 3 15 15,-2-4-20-15,0 1 15 0,-1-2-10 0,-3-1 5 16,-2 0 5-16,4-4-25 0,-6-2 20 0,3-1-20 0,-1 0 5 15,-2-2 0-15,-1 0 15 0,-1-4-21 0,-2-2 31 0,-3-3-25 16,1 1 16-16,-5-2 9 0,-4 0-5 0,1-1 20 16,-3-7-9-16,-2 3 4 0,0 3 6 0,-3-2 5 0,-1-2 5 0,-1 0-10 0,-3 0-6 15,0-1 6-15,3-1-16 0,-3-2 6 0,-6-2-26 16,5 1 5-16,-2-3 5 0,-1 5-10 0,-4-2-5 0,2 1 20 16,-6-3-15-16,1 5 0 0,-2 0 5 0,-3 2-10 0,2-2-1 15,-3-1-9-15,-1 0-1 0,-4 0 11 0,2-1-16 16,-6 1 6-16,-1 2-6 0,-1-2 6 0,-6 1 10 0,0 4-6 15,-5-1 1-15,0 4-16 16,-6 0 16-16,-2-1-16 0,-4 3 11 0,-5 0 5 16,-4-2 10-16,-6 1-6 0,-1 1 6 0,-7 0-10 0,-4 3 10 15,-4 0 0-15,-2 0-6 0,-6 1-4 0,-2 2 5 0,-3 2-6 16,-2 1-10-16,-5 1 1 0,-2 2-1 0,0-1 6 16,0 4-1-16,0 2-10 0,0 2-5 0,-3 1-4 0,-2 1 9 15,0 2 16-15,1 1-21 0,-3 1 21 0,-1 4 0 16,-4 1 15-16,-1 2 0 0,-2-1 0 0,0 4 0 0,-1 0 0 0,-2 1 0 0,3 5 10 15,-2 0-5-15,-1 1-10 0,2 0 10 0,2 6 5 16,2-2 10-16,2 2-9 0,0 4 4 0,4-1 10 0,4 0 1 16,1 5-1-16,-2-2-14 0,0 2 4 0,7 4 0 0,1-3-4 15,-3 4-6-15,6-1 5 0,-1 5-5 0,3-2 1 16,6 3-17-16,1 0 16 0,5-1-5 0,6 4 6 0,0-1-6 16,8 3 0-16,1 0 0 0,8 1 0 0,2 1-11 0,5 0 16 0,5 3-5 15,5 0-5-15,3 0 0 0,3-2 10 0,6-1-10 0,3 1 15 16,3-1-10-16,0 1 6 0,6 0-6 0,2-1-11 0,0-1 6 15,3 0 0-15,3 0 15 0,0-1-15 0,5 3 15 16,0-6-20-16,4 2 20 0,0-3-20 0,2 2 10 0,1-4-5 16,4 1-5-16,0-3 5 0,1-2-21 0,2 2-25 15,3-5-41-15,-1 1-52 16,6-2-65-16,-2 2-68 0,1-2 121 0,4-1 78 0,1-2 39 16</inkml:trace>
  <inkml:trace contextRef="#ctx0" brushRef="#br0" timeOffset="-141929.25">29183 12328 357 0,'0'0'36'0,"0"0"25"0,0 0 11 0,0 0 46 16,0 0-31-16,0 0-5 0,0 0-31 0,0 0-26 0,0 0-14 16,0 0 9-16,0 0 11 0,0 0 0 0,0 0-6 0,-5 0-4 15,0 5-11-15,0 2-15 0,-5 7 0 0,-1 3 10 16,-4 6 0-16,-2 4-10 0,-8 6 10 0,5-4-5 0,-4 2 5 15,1 1-5-15,-1 2 0 0,3-2 0 0,0 1 0 16,1-2 0-16,2 0 0 0,1-2 0 0,3-3-10 0,-1-1-5 16,3-2-16-16,1-3-15 0,1-1-21 0,0-3-30 0,3-4-26 15,1 2-36-15,6-14-35 0,0 0 43 0,0 0 76 16,0 0 37-16</inkml:trace>
  <inkml:trace contextRef="#ctx0" brushRef="#br0" timeOffset="-141761.7">29139 12375 158 0,'8'-14'123'0,"-2"0"-1"0,-6 14 22 0,0 0-21 0,5-13-31 15,-5 13-21-15,0 0-40 0,0-11-15 0,0 11-27 16,-5-9 16-16,-1 6-5 0,-6 0 6 0,-3 3-47 0,-3 0-31 16,-4 4-15-16,0 2-11 0,-2 1-9 0,-3 2-11 15,1 0-15-15,-3-1 21 0,4 2 56 0,-1 0 28 0</inkml:trace>
  <inkml:trace contextRef="#ctx0" brushRef="#br0" timeOffset="-141590.15">29069 12320 209 0,'21'-4'72'0,"-1"-1"-11"16,0-2 21-16,0 2 20 0,-3 3-25 0,-2 1-5 0,-4-2-57 15,0 2-5-15,-11 1-5 0,0 0 0 0,10 2 1 0,0 2-6 16,-1 2 0-16,-9-6 0 0,6 9 0 0,-1 0-21 15,5 1-30-15,-1 1-31 0,-2 0-25 0,-2 0-32 0,0 0-14 16,0 2 71-16,0-2 41 0,-5-11 21 0</inkml:trace>
  <inkml:trace contextRef="#ctx0" brushRef="#br0" timeOffset="-140522.5">24622 12938 137 0,'-10'6'67'0,"10"-6"-16"0,0 0-10 0,0 0 0 0,0 0 0 15,0 0 0-15,0 0-11 0,0 0-4 0,0 0 15 0,0 0-10 16,0 0 10-1,0 0-16-15,0 0 1 0,-8 5-6 0,8-5 1 0,0 0-11 16,0 0 5-16,0 0 0 0,0 0 16 0,0 0-5 0,0 0 10 16,0 0-11-16,2 8 1 0,1-1-6 0,5 1 1 0,2-1-1 15,5-2 1-15,4-1-11 0,4-1-15 0,3 0 0 0,-4-2 10 16,2 0-10-16,1-2 5 0,1 1 5 0,0-1 0 16,1 1-10-16,-1 1-21 0,-1 0-61 0,0-1-61 0,0-1-62 15,0 1-30-15,-3 0 120 0,2 0 60 0</inkml:trace>
  <inkml:trace contextRef="#ctx0" brushRef="#br0" timeOffset="-140222.15">26539 12969 413 0,'-5'6'16'0,"-2"-1"25"0,7-5 61 0,0 0 21 16,0 0-31-16,0 0-51 0,0 0-20 0,0 0-16 0,0 0 20 16,0 0-4-16,0 0 4 0,0 0 6 0,0 0-16 0,0 5 6 15,1 3-26-15,4 0 15 0,6-4-10 0,4 5 6 0,7-1-6 16,3 1 0-16,6 1-41 0,-6-2-41 0,1 0-31 15,4 0-41-15,-3-1-45 0,7 1-8 0,-3-2 103 0,4 4 52 16</inkml:trace>
  <inkml:trace contextRef="#ctx0" brushRef="#br0" timeOffset="-131222.08">8690 13897 81 0,'0'0'46'0,"0"0"-10"0,0 0 0 0,0 1-11 0,3-1 11 15,0 4-21-15,5-2 16 0,-8-2-11 0,7 3 27 0,3 2 4 16,3 2 10-16,2 2 1 0,-9-3-1 0,-6-6-10 0,0 0-5 16,9 7-15-16,-1 0 5 0,2-2-11 0,2 1 22 15,0-2-6-15,3-3-6 0,-1 4-9 0,2-2-16 0,2-1-4 0,2-2-6 0,2 1 20 16,0 0 10-16,2 0 1 0,-1 1 15 0,2-2-5 16,1-2 15-16,1 2-9 0,2 2 9 0,-4-1 0 0,4-1 15 15,-1 0-4-15,2 2-10 0,1-2-32 0,1 3 6 0,-1-2-21 16,3 2 21-16,-1-2 0 0,5-1 9 0,-1 0-19 15,2 0-11-15,0 0-20 0,3-1 15 0,2-1-5 0,-1 0 15 16,5 2 11 0,-3-3-1-16,2 2 1 0,3 0 5 0,-1 1-6 0,1 0 11 15,1-3-10-15,0 3 10 0,0 0 0 0,3 4-6 0,-4-3-29 16,0 2-1-16,3-2 0 0,-2 2 0 0,1 2 0 16,3-3 0-16,-1 2 0 0,0-3 0 0,4 1 0 0,-4-3 0 15,3 4 0-15,1-2 0 0,0-1 0 0,2 0 0 16,-1-1 0-16,6-1 0 0,2 4 0 0,-4-1 0 0,6-1 0 15,-2-3 0-15,3 5 0 0,-1-4 0 0,1 1 0 0,-2 1 0 0,0-1 0 16,5 1 0-16,-3-1 0 0,0 1 0 0,0-3 0 0,0 3 0 16,-1-1 0-16,2 0 0 0,-4 1 0 0,0-3 0 0,0 2 0 15,4 0 0-15,-1 1 0 0,0-1 0 0,1-1 0 16,-1 1 0-16,2-1 0 0,0 0 0 0,2 0 0 0,-2 1 0 16,7-2 0-16,-3 2 0 0,5-3 0 0,-1 1 0 15,4-1 0-15,1-1 0 16,1 2 0-16,1 0 0 0,-5-2 0 0,6-2 0 0,-3 4 0 15,3 3 0-15,0-3 0 0,-2 1 0 0,5-2 0 16,-8-1 0-16,4 4 0 0,-4 0 0 0,3-2 0 0,-3 2 0 16,-2 3 0-16,2 0 0 0,-3-2 0 0,3 2 0 0,-2-2 0 15,2 1 0-15,-1 1 0 0,0-2 0 0,1-3 0 16,0 3 0-16,-1 1 0 0,4-1 0 0,-1 2 0 0,-1-5 0 16,2 3 0-16,0 0 0 0,0 0 0 0,-1 1 0 0,2-1 0 0,0 3 0 15,-1 1 0-15,-1-2 0 0,-2-1 0 0,-1 2 0 0,2 0 0 16,0-1 0-16,-4 0 0 0,2-1 0 0,-2-2 0 15,0 4 0-15,1 0 0 0,-1 1 0 0,-2-1 0 0,-2-1 0 16,2 1 0-16,-5 3 0 0,2-4 0 0,-1 1 0 16,1-1 0-16,-3-2 0 0,1 3 0 0,-2-1 0 0,-1 1 0 15,1-2 0-15,0 4 0 0,-2-1 0 0,-2-2 0 0,0 4 0 0,2-3 0 0,-3 0 0 16,-1 0 0-16,0 2 0 0,-1-4 0 0,-1 3 0 16,2-3 0-16,-5 2 0 0,1-2 0 0,-2 0 0 0,0 2 0 15,-2-2 0-15,-1 1 0 0,-1 1 0 0,1-1 0 16,-3 2 0-16,3 1 0 0,-4-3 0 0,1 1 0 0,0-2 0 15,0-1 0-15,-2 4 0 0,3-5 0 0,-3 1 0 16,-4-5 0-16,4 1 0 16,-1 1 0-16,-4 0 0 0,2 0 0 0,-3-4 0 0,-2 3 0 15,0-3 0-15,-1 0 0 0,-2 0 0 0,-2-2 0 0,2 3 0 16,-4-5 0-16,-3 2 0 0,1-1 0 0,-3 4 0 16,1 0 0-16,-4-5 0 0,0 3 0 0,-2-3 0 0,-1 1 0 15,-1-2 0-15,-1-1 0 0,0 0 0 0,-1-2 0 16,-1 1 0-16,-1-1 0 0,0 0 0 0,-1 1 0 0,1 0 0 15,-2-1 0-15,0 1 0 0,-4-2 0 0,1 0 0 0,-1 3 0 0,-1-5 0 16,-4 2 0-16,2-1 0 0,1-1 0 0,-5-2 0 0,2 2 0 16,-3 1 0-16,0-1 0 0,1 2 0 0,-4-3 0 0,1 0 0 15,0 2 0-15,-4 0 0 0,0 0 0 0,0-1 0 16,-4 2 0-16,3-2 0 0,-4 0 0 0,0 3 0 0,-3-3 0 16,1 2 0-16,-2-2 0 0,-1-2 0 0,-2-1 0 15,-1 3 0-15,-1-5 0 16,0 4 0-16,-5-1 0 0,-1-1 0 0,0 1 0 15,-4 0 0-15,2 3 0 0,-2-1 0 0,-3 1 0 0,-2 1 0 16,-1 1 0-16,-3 0 0 0,-2 0 0 0,-1 3 0 0,-1-3 0 16,-6 4 0-16,0-2 0 0,-3 2 0 0,-4-1 0 15,-3-3 0-15,-2 5 0 0,-2 0 0 0,-2 0 0 0,1-1 0 16,-6-1 0-16,2 2 0 0,-2 2 0 0,-2 3 0 0,-4-2 0 16,-1 3 0-16,-4-2 0 0,0 1 0 0,-4 2 0 0,2 0 0 0,-3 1 0 15,-4 0 0-15,1 1 0 0,-2-3 0 0,-2 2 0 0,-2 2 0 16,-3-2 0-16,-1 4 0 0,-4-2 0 0,0 1 0 15,-1-1 0-15,1 3 0 0,-3-1 0 0,1 3 0 0,1-3 0 16,-7-1 0-16,1 2 0 0,2-2 0 0,-2 4 0 16,-2 0 0-16,2 1 0 0,-9-1 0 0,1-1 0 0,2 3 0 15,2-2 0-15,-2 4 0 16,-3 0 0-16,-1-3 0 0,-3-1 0 0,5 1 0 16,0 4 0-16,-2 0 0 0,-3 1 0 0,-2-4 0 0,5 2 0 15,0 2 0-15,3 3 0 0,-3 0 0 0,0-3 0 16,-1 1 0-16,5 3 0 0,-1-1 0 0,0 3 0 0,-2-3 0 15,-1 1 0-15,-2-3 0 0,3 0 0 0,2 1 0 0,-1-2 0 16,-4 3 0-16,0-4 0 0,5-1 0 0,2 3 0 16,2 0 0-16,1-2 0 0,-2-1 0 0,2-1 0 0,5-3 0 0,4 3 0 0,-1-3 0 15,2 1 0-15,3-2 0 0,-3 3 0 0,3-2 0 16,1 5 0-16,1-5 0 0,2 1 0 0,-2 0 0 0,0-2 0 16,-4 3 0-16,5-5 0 0,2 1 0 0,-1-5 0 15,-1 6 0-15,-2-1 0 0,3 0 0 0,2-1 0 0,-2-4 0 16,2 2 0-16,0 2 0 0,-2 0 0 0,3-4 0 0,2 0 0 15,-1-3 0-15,-2 4 0 0,7-2 0 0,0-1 0 0,2-1 0 0,1 2 0 16,5-1 0-16,0-3 0 0,2 4 0 0,2-4 0 0,1 0 0 16,-2 1 0-16,3-1 0 0,0-2 0 0,1-2 0 15,0 1 0-15,0 1 0 0,4-2 0 0,-1 1 0 0,3 0 0 16,-5 0 0-16,3 4 0 0,-1-1 0 0,1 2 0 16,0-3 0-16,-3 3 0 0,5 2 0 0,-2-1 0 0,5 0 0 15,-1 2 0-15,-2 2 0 16,2-3 0-16,0 3 0 0,0 0 0 0,3-1 0 0,1 1 0 15,-1 0 0-15,3 0 0 0,2-1 0 0,-1 1 0 16,4 4 0-16,1-2 0 0,-1 3 0 0,3 0 0 0,2 2 0 16,3-2 0-16,0 3 0 0,4-1 0 0,2-2 0 15,2 5 0-15,5-4 0 0,0-1 0 0,4 0 0 0,2 4 0 16,4-3 0-16,15-6 0 0,-12 8 0 0,12-8 0 0,0 0 0 16,-9 11 0-16,3-6 0 0,0 6 0 0,6-11 0 0,-4 12 0 0,4-1 0 15,1-1 0-15,3 3 0 0,-2 0 0 0,5-4 0 0,1 3 0 16,3 3 0-16,-1-2 0 0,5 0-339 0,3 4-106 15,6-3-128-15,3 1 228 0,3 0 172 0,2-4 87 0</inkml:trace>
  <inkml:trace contextRef="#ctx0" brushRef="#br0" timeOffset="-130420.17">20770 13728 890 0,'0'0'286'0,"-10"-7"-199"0,5-2-81 16,0 0 4-16,5 1 5 0,2-3 16 0,3-1 15 0,3-1 0 16,3-1 10-16,2 4-31 0,-1-1 1 0,4 1-11 0,0-1 16 15,3 1-5-15,2-2-11 16,2-1-9-16,3-2 4 0,2 2 15 0,-1-3 31 16,4 1-4-16,5-1 9 0,3-3-15 0,5 3 0 0,1-4-15 15,3 1-6-15,6 2-14 0,6 0-6 0,1-4-5 16,5 1-10-16,7-1 15 0,-2-3 5 0,6 2-20 0,0-1 15 15,5-1-10-15,0 0 10 0,2 2-5 0,0-4 0 0,-4 0 10 16,3 2 36-16,-5-2-40 0,5 1-6 0,-6-2 0 16,2-2 0-16,-4 3 0 0,2-1 0 0,-1 1 0 0,0-5 0 0,-1 5 0 0,0-5 0 15,1 0 0-15,-3 1 0 0,3-3 0 0,-3-2 0 16,2 1 0-16,1 2 0 0,-3-4 0 0,0 4 0 0,-3-1 0 16,3-1 0-16,-7 1 0 0,1 3 0 0,-7-2 0 15,-3 3 0-15,0-2 0 0,-10 0 0 0,-1 1 0 0,-2 0 0 16,-7 2 0-16,-2-1 0 0,-4 1 0 0,-1-1 0 0,-5 6 0 15,-2-1 0 1,-4 1 0-16,-3 0 0 0,-4 2 0 0,-2 4 0 0,-1 2 0 16,0-1 0-16,-7 1 0 0,2 0 0 0,-4 15 0 0,0-12 0 15,0 3 0-15,-3-2-124 0,-3 3-127 0,0 1-15 16,-4 0-10-16,-4 0 15 0,2 2-15 0,-8 4-1 0,1-1 119 16,-5 0 79-16,-4 0 39 0</inkml:trace>
  <inkml:trace contextRef="#ctx0" brushRef="#br0" timeOffset="-130235.22">23922 11883 577 0,'0'0'200'0,"0"0"-72"0,0 0-31 16,0 0-15-16,0 0 10 0,0 0 6 0,-1 6-17 0,6-2 1 16,5-2-36-16,5 1 0 0,6 0-10 0,0 6 5 15,4-4-10-15,5 1 15 0,-13-2-16 0,0 5 1 0,1-2-21 16,-6 3-4-16,2-1-6 0,-3-3 10 0,3 4-15 16,-3 2 15-16,-1-2-10 0,0 4-5 0,-5-1 0 0,5 1 0 0,-8 1-16 0,2 1-10 15,-4 3-20-15,-1-1-26 0,-4 3-25 0,-5-1-36 16,1 2-57-16,-3 0-50 0,-3 2-73 0,-5 2 27 0,-1-1 145 15,-7 1 73-15</inkml:trace>
  <inkml:trace contextRef="#ctx0" brushRef="#br0" timeOffset="-108401.75">7184 11578 552 0,'6'-8'77'0,"-6"8"30"0,0 0 26 16,0 0-26-16,0 0-35 0,5-9-36 0,-5 9 0 0,0 0-21 16,0 0 6-16,1-8-6 0,-1 8-15 0,0 0 0 0,-2-5-5 15,-3 4 5-15,-5 1 0 0,-3 1 0 0,-4 4 10 16,-2 3-15-16,2 5 5 0,-3 4-5 0,3-1 15 0,0 2-25 16,-2-1 20-16,2 3-10 15,-1 0 10-15,1 1-5 0,1 1-10 0,-1-3 15 16,1 2 5-16,1 1 0 0,1-1-4 0,1 0 4 0,0-1-5 15,2 0 0-15,-2 1-5 0,3 3 0 0,2-4 20 16,1 1-10-16,-1-2 11 0,3 0-6 0,1 2-14 0,2-1 9 16,2-1-10-16,0-3 15 0,1 0 11 0,3 0-11 0,2 0-4 15,2 0 19-15,2-3-15 0,2-2 11 0,-1 1-11 16,4 1-5-16,0-2 6 0,1 0-1 0,2 0-5 0,-6-1 6 0,8 0-11 0,-4 2 0 16,-1-3-5-16,1 2 0 0,-3-3 0 0,1 2 0 15,-3-3 10-15,-1 3-15 0,-3 0 15 0,-2-2-20 0,0 2 20 16,-2-1-10-16,-2 0 6 0,-3 3-6 0,-2-1 30 0,-2 3 37 15,-3 0-16-15,-2 1-10 0,-2-1-31 0,-2 4-5 16,-1-1-5-16,-2-1 0 0,-1 0 0 0,-1 2 0 0,2-2 0 16,-1 0 0-16,2 0 0 0,-1-1 10 0,0-1-15 0,1-2 5 0,4 0-5 15,-1 0 15-15,-1-4-15 0,3 0 5 0,2-2-5 0,10-6 15 16,0 0-15-16,-10 7 5 0,10-7-5 0,0 0 5 16,0 0 0-16,-8 7 0 0,8-7 0 0,0 0 0 0,0 0 0 15,0 0-10-15,0 0 5 0,0 0 10 0,-4 9 0 0,4-9 0 16,0 9-5-16,2 1 0 0,-2-10 0 0,3 10-10 0,4 0 5 15,-1-1 10-15,-6-9 0 16,0 0 0-16,9 8-5 0,-1 1 0 0,-1 0 0 0,-2-2 0 16,-5-7 0-16,7 9 0 0,-2 1 0 0,-1 1 0 15,0 0 0-15,-2 0-10 0,2 0 15 0,-3 3-5 0,1 1 5 16,0 0-5-16,-2 0 0 0,0 2 0 0,0 2 0 16,-2 2 0-16,1-1 0 0,-1 1 0 0,2-2 20 0,-1 1 11 15,1 1 0-15,-2-1 15 0,2 0-5 0,2-3 15 0,1 2-9 16,-2-3-22-16,2 2-14 0,-1-4-11 0,1 1 0 0,1-1 0 0,-1 0 0 15,-1-1 0-15,5 2 0 0,-2-2 0 0,3 1 0 16,-2 1 0-16,1-1 0 0,1-2 0 0,2 2 0 0,4-2 0 16,-4 1 0-16,1-2 0 0,0-2 0 0,3 1 0 0,-2-2 0 15,1 3 0-15,-1-4 0 0,-1 1 0 0,1 0 0 16,0-2 0-16,-1 3 0 0,2-3 0 0,-2 2 0 0,-1 0-119 16,-1-2-367-16,-9-6-118 15,0 0 185-15,6 9 209 0,-6-9 105 0</inkml:trace>
  <inkml:trace contextRef="#ctx0" brushRef="#br0" timeOffset="-104641.71">6646 12680 884 0,'0'0'287'0,"0"0"-266"0,0 0-11 16,0 0-20-16,0 0 20 16,0 0 0-16,0 0 21 0,0 0-6 0,0 0 1 0,0 0-16 15,0 0-4-15,-4 6-6 0,-2-3 0 0,-2-8 0 16,0 4 0-16,-6-3-11 0,1 0 6 0,-4-1-21 0,-2-3 6 15,5 5 5-15,-1 3 10 0,-1 3-6 0,-6-1 6 0,1 1 0 16,-3-2 5-16,-2-1 0 0,-1 3 0 0,-5-1 0 16,0-1 0-16,-3 4 0 0,0-4 10 0,-3 2 16 0,-3 2-11 15,-1 0 26-15,-2-2 5 0,1 0 5 0,-3 2-5 0,1-7-15 0,0 4-16 16,-1 0 1-16,3-1-1 0,-1 1-5 0,1-6 6 0,1 3-11 16,1-1-10-16,-2 2 10 0,1-3-5 0,2-2 15 15,1-1-10-15,1-2 1 0,0 6-6 0,2-7 10 0,1-1 5 16,3 1-5-16,-1-1 6 0,6-2-1 0,-2 1 16 15,3 0 4-15,3-3 17 0,2 3-6 0,-1 1-11 0,5-1 1 16,2-2-21-16,0 1 27 16,3 2-17-16,2-1-4 0,3 2-16 0,-2-1-5 0,4-3 0 15,0 2 10-15,2-1-15 0,1-1 5 0,3-3 5 16,0-2 0-16,3-2 11 0,1-3-11 0,0 1 20 0,1-2-24 16,1-2-1-16,-1 0 0 0,0-3 0 0,2-2 0 15,-4 3 0-15,5-3 0 0,-3-1 0 0,2-4 0 0,-1 0 0 16,0-2 0-16,1 1 0 0,-1 1 0 0,1-6 0 15,1 2 0-15,-3-1 0 0,1 2 0 0,-1-5 0 0,3 1 0 0,-4-2 0 0,-2-1 0 16,0 1 0-16,-1-5 0 0,1 2 0 0,-3-1 0 0,0-2 0 16,-1-3 0-16,-1 2 0 0,0-4 0 0,-1 1 0 15,0-1 0-15,-2 3 0 0,0-4 0 0,-2 1 0 0,0-1 0 16,1-2 0-16,-4 3 0 0,2-4 0 0,1 5 0 16,-3-6 0-16,2-1 0 0,-1 3 0 0,3-4 0 0,-3 6 0 15,2-6 0-15,0 1 0 16,-1-4 0-16,3 2 0 0,1 0 0 0,1 0 0 0,-1 1 0 15,1-1 0-15,2 5 0 0,0 1 0 0,1-1 0 16,-3 2 0-16,3 4 0 0,-1-2 0 0,0 5 0 0,-2 0 0 16,3 3 0-16,-2-4 0 0,-2 6 0 0,-1 4 0 15,0 2 0-15,0 1 0 0,0 4 0 0,-1 4 0 0,0-1 0 16,1 2 0-16,0 5 0 0,0-1 0 0,5 0 0 16,-3 1 0-16,1 5 0 0,2-1 0 0,-3 2 0 0,3 2 0 0,0 4 0 0,0 12 0 15,0 0 0-15,0 0 0 0,0 0 0 0,0 0 0 0,0 0 0 16,0 0 0-16,0 0 0 0,-2-1 0 0,-3 3 0 15,-3 8 0-15,-1 4 0 0,1 6 0 0,-6 8 0 0,0 6 0 16,-4 3 0-16,-1-5 0 0,-2 3 0 0,4-1 0 16,-3 0 0-16,0-2 0 0,3-1 0 0,1-1 0 0,2-3 0 15,0-1 0-15,7-2 0 0,-6-1 0 0,2-1 0 0,1-4 0 0,5 3 0 0,-6-6 0 16,5 1-31-16,-1-3-179 0,7-13-10 0,0 0-21 16,0 0 1-16,0 0 4 0,0 0 6 0,0 0 15 0,0 0-5 15,0 0 118-15,0 0 51 0,0 0 25 0</inkml:trace>
  <inkml:trace contextRef="#ctx0" brushRef="#br0" timeOffset="-104510.23">4869 9024 240 0,'21'-21'112'0,"-2"3"-35"0,-2 4 15 0,2 2-5 15,-3 1 10-15,-16 11 1 0,15-7-6 0,-1 2-5 0,-3 2-47 16,-2 0-19-16,-9 3-31 0,11-4 25 0,0 4-20 16,0 2 10-16,1 0-10 0,-1 0-15 0,0 1-62 0,1 2-56 15,5 0-26-15,-2 1-36 0,5 0-40 0,0 1 140 0,0 3 50 16,3 0 25-16</inkml:trace>
  <inkml:trace contextRef="#ctx0" brushRef="#br0" timeOffset="-94737.85">3386 8509 557 0,'19'15'133'0,"-4"-4"-128"0,3-3 5 0,0-1 26 16,1-2-5-16,3 1-1 0,2-1-19 0,1-1-6 16,5 3 5-16,3 0-5 0,7-1 1 0,1-1-6 0,6 4 0 15,-1-5 0-15,9 1 0 0,-2 2 10 0,9-5-15 0,1 1 5 0,3-1-26 0,-1-4 16 16,5-5-21-16,4 4 0 0,-1-1 0 0,5 0 16 16,-1-1 10-16,1 2 5 0,3-4-10 15,2 5 15-15,0 1-5 0,-2-1 5 0,0 0-5 0,-3 2 0 16,4 0 0-16,-6 0 0 0,2 4 10 0,-4-2-5 15,0 2 31-15,-1-3 10 0,1-1 16 0,-5 1-1 0,3-1 11 16,-6 3-16-16,1-6 5 0,-2 1-14 0,0-3 9 0,-1 0-10 16,-5 0 10-16,-1-3-20 0,0-1-5 0,-2-4-21 15,1 3-5-15,-2-5-5 0,-4 2 0 0,2 0 0 0,-5 0 10 16,0-2-5-16,-2-1-10 0,-2 1 0 0,-2-3 0 0,-4 2 5 0,-1-1 20 16,-6-2 11-16,-2 1 10 0,0 0 20 0,-4 0 1 0,-4-2 15 15,-5 4-21-15,-1-4 15 0,-3 3-9 0,0-1-16 0,-5-3-25 16,-1 0-6-16,-3 1-10 0,-3-1 1 0,-4-5-6 15,-2 4 0-15,-3-2-11 0,-2-1-25 0,-4 1-15 0,-5-1-10 16,-2 0-1-16,-5 0-9 0,0-2-16 0,-7 1 10 16,-3 0 5-16,-7 1 21 0,-1-1 15 0,-4 1 0 0,-4-1 11 0,-3 1-1 0,-6 0 16 15,-1 4-5-15,-2 2 10 0,-5-1 0 0,-1 5 25 0,-5-3 11 16,-2 6 10-16,0 1 10 0,-2 3 15 0,-2 1-30 16,2 1-5-16,-6 2-16 0,1 0 5 0,-4 7 11 0,2-3 5 15,-1 5 5-15,-2-1 0 0,-1-1-11 0,-2 5-4 16,-1-3 5-16,4 2 5 0,0 1 25 0,3-1-30 0,1-2 0 15,1 0-26 1,4 1 0-16,0-1-5 0,3-1 0 0,1 2 0 0,2-2-10 16,0 2 15-16,2-1-15 0,0 4 10 0,5 0-5 0,-2 4-6 15,2 2 16-15,7-2-5 0,0 5 6 0,7-5-17 16,5 5 6-16,1-5 0 0,8 1-16 0,4 0 1 0,2 1-16 16,3 2 21-16,1 2-26 0,6-1-5 0,-1 1 5 0,2 4 0 15,0 3 15-15,5-1-51 0,1 0 21 0,4 1-46 16,3 3-31-16,-2-1-16 0,6 3-15 0,1 3-4 0,5-2-52 0,0 4-67 0,4 0 157 15,2 0 65-15,4 1 32 0</inkml:trace>
  <inkml:trace contextRef="#ctx0" brushRef="#br0" timeOffset="-86118.42">7317 14013 230 0,'14'-8'46'0,"-3"0"15"15,-11 8 31-15,13-7 31 0,-5-1-5 0,-8 8-6 0,9-6 1 16,-9 6 4-16,0 0 16 15,0 0-25-15,0 0-41 0,0 0-32 0,0 0-14 16,0 0-11-16,0 0-5 0,0 0 5 0,-4 1-5 0,-3 3-10 16,-3 1 10-16,-5 4-15 0,-5 6 20 0,-9 2-10 0,1 7-5 15,-10 2 0-15,7 0-20 0,-2 1 4 0,0 3-4 16,-3 1 15-16,1 0 5 0,0 0 5 0,1-3-11 0,-1 3 16 16,3-1-15-16,2 0 10 0,1-3-5 0,4-1 5 0,3 1-10 15,0-1 15-15,7-1-15 0,4-2 10 0,1-7-5 0,4 4 15 0,1-1-5 16,4 0 10-16,3-4-10 0,-1 0 11 0,4 1-11 0,3 1 0 15,3 1-5-15,3-2 10 0,2-3-5 0,0 2 21 16,0-4-26-16,4 4 5 0,-1-2 10 0,2-1-5 0,-2-1 1 16,0 3-11-16,0-3 0 0,2 0-11 0,-4 3 16 0,-1-4-5 15,-1 2 6-15,-1 1-6 0,-3 0 0 0,1 0 0 16,-2-1 10-16,-4 3-15 16,-1-1 25-16,-3 3 6 0,1-1 4 0,-6 1 17 0,1 1-27 15,-2-1 6-15,-3 4-21 0,-2-1 0 0,-4 2 5 16,1 0-15-16,-3-1 15 0,-1 0-20 0,-2 1 10 0,1-1 5 15,-2-2 0-15,0-3 1 0,2 2-6 0,2-4 0 16,-1 0 0-16,2-3 0 0,1-2 0 0,2-3 0 0,1 0 0 16,10-6 0-16,0 0 0 0,0 0 0 0,0 0 0 0,0 0 0 15,0 0 0-15,0 0 0 0,0 0 0 0,0 0 0 0,0 0-11 0,0 0 16 0,-3 9-15 16,0-2 20-16,3 2-20 0,4-2 20 0,-1 2-10 16,2-2 6-16,4 3-6 0,0 3 0 0,-2-5 0 0,0 4-11 15,0-1 6-15,-1 1 10 0,-1 0 0 0,2 5-10 16,-2 2 0-16,-2 4 0 0,1 0 5 0,-1 1 10 0,-2 2-5 15,0 6 1-15,0-1-6 0,-2 5 0 0,-1 1 30 0,-1 2 16 16,-1 1 25-16,1 0-4 0,-1 4 10 0,0-2-20 0,-2 1 14 0,2-2-60 16,-3 0-11-16,2-1 0 0,1 0 0 0,-4-2 0 0,5-1 0 15,-2-3 0-15,3-3 0 0,1 1 0 0,-1-1 0 16,2-4 0-16,-2-1 0 0,2-2 0 0,0-3 0 0,0 4 0 16,-1-5 0-16,1-4 0 0,0-16 0 0,0 12 0 15,3 1-88-15,-3-13-244 0,0 12-124 0,0-12-97 0,0 0 244 16,0 0 154-16,0 0 78 15</inkml:trace>
  <inkml:trace contextRef="#ctx0" brushRef="#br0" timeOffset="-60022.45">2390 6947 1043 0,'-17'3'241'0,"-2"-5"-216"0,4-2-19 15,2 0-1-15,-3-1 10 0,2 0 5 0,-1-3-19 0,4-1-1 16,0-1-5-16,1 4 5 0,0-1 10 0,0-3-15 0,1 1 15 15,-1-1-31-15,0 1 6 0,0-1-11 0,-1 4-5 16,1-4 16-16,0 3 5 0,-2 2 20 0,-2-1-5 0,0-1-10 16,-2 1 0-16,1 3 0 0,0-1-16 0,-1 3-10 15,-4 2 1-15,2-1-16 0,0 1 15 0,-4 2 0 0,0 3 21 16,-2 0 5-16,2 3-5 0,-2-1 5 0,-1-2 0 16,4 3 15-16,0 0-5 0,-4 1 0 0,1 2 15 0,1-1 1 15,2-1-6-15,-2 0-9 0,-2 6-6 0,2-2 0 0,-3 2 0 16,5-1-11-16,-3-1 16 0,8 0-5 0,-5 4-5 15,2 0 0-15,4-1 10 0,-5 1 0 0,5 4-10 0,-1 2 10 16,1 0-5-16,0 2-5 0,2-2 0 0,-2 5 0 16,0 0 5-16,5 2 0 0,-1-2 10 0,0 1-5 0,1 6-10 15,0 0 0-15,0 2 10 0,1 1-10 0,3 2 5 0,1 2-5 16,-1 2 5-16,1 3 0 0,1-1 10 0,-1 4-5 16,4 0-10-16,-4 4 0 0,1-1 0 0,1 7 5 0,0-3 0 15,-1 6 10-15,-2 3-5 0,5-2-10 0,-3 5 0 16,5 2 0-16,-1 0 5 0,0 1 10 0,3 6-15 0,-2-4 5 15,3 1 5-15,2 0-10 0,-1 0 15 0,1 1-10 16,3-3-5-16,-3 3 0 0,5-4 0 0,4 4 15 0,-5-3-15 16,5 2 5-16,1-2-5 0,1 3 5 0,0-1 0 0,4-2 10 15,0 1 5-15,1 3-4 0,3 0 4 0,1-1-10 16,0 0 1-16,8 1-17 0,-7-1 6 0,4-1 10 0,4-2-10 16,-3-2 15-16,3 2-10 0,-1-3-5 0,1 1 10 15,2-1-5-15,0-2-5 0,-1 3 0 0,3 0 10 0,2-4 0 16,-3 3 1-16,3 1-6 0,-1-4 0 0,1 0 10 0,0 0-15 15,0-1 15-15,4 0-20 0,-2-2 20 0,-2-1-20 16,4-2 10-16,1 0 5 0,-4 2-10 0,3-2 35 0,0 1-20 16,-1-5 6-16,5 3-16 0,-3-3 10 0,2 2-15 0,2-2-5 15,0 0 10-15,-1-1 0 0,2-3 5 0,3 2 5 16,-3 3-5-16,5-4-10 0,-2-1 0 0,1 0 10 0,-3-1-10 16,5 2 5-16,0-1 5 0,-1 1 62 0,0-6-42 15,0 2 11-15,-2 1-36 0,-1 2 6 0,1-5-6 0,0 0 0 16,-4-2 0-16,1 2 10 0,3-3-5 0,-3 1 0 0,5-2-15 15,-1 2 15-15,1-2-5 0,-1-1 5 0,2 1-5 16,1 0 0-16,-1-2 0 0,2 2 30 0,-2-1-4 16,2-1 4-16,-2 4-19 0,1-3-6 0,0-2 36 0,-2 3 10 15,4 0-5-15,-6-3-5 0,0-2-15 0,1 1 9 0,-5 1-9 16,-1 2-1-16,1-1-4 0,-1-4 10 0,1 5 5 16,1-3-16-16,-3 2 1 0,3-1-6 0,0-3-5 0,0-2 16 15,3 1-16-15,-3-1 1 0,-2-3-1 0,-1-2-5 0,1 2 10 16,0-2 0-16,-2-2 22 0,-1 1-37 0,-3-3 0 15,2 2 0-15,-3 0 0 0,0-7 0 0,-4 3 0 0,-2-1 0 16,-2 0 0-16,-1-3 0 0,-3-2 0 0,-5-3 0 16,0 0 0-16,-3 5 0 0,-2-6 0 0,-2-1 0 0,-4-1 0 15,-3-1 0-15,-2-3 0 0,-9-10 0 0,6 11 0 16,-6-11 0-16,0 0 0 0,0 0 0 0,0 0 0 0,0 0 0 16,0 9 0-16,-5-3 0 0,-4-1 0 0,-1 0 0 0,-3-2 0 15,-6-1 0-15,-2 2 0 0,-4-5 0 0,1-2 0 0,0-2 0 16,-6 0 0-16,-2 3 0 0,-3-6 0 0,-1 1 0 15,-3-1 0-15,-2 0 0 0,1 0 0 0,-5 0 0 0,1-1 0 16,1-1 0-16,-2 5 0 0,0-1 0 0,0 0 0 16,1 2 0-16,1 0 0 0,3 0 0 0,-3-3 0 0,7 3 0 15,0 1 0-15,2-2 0 0,2 3 0 0,-1 1 0 16,5-6 0-16,1 4 0 0,2 3 0 0,4-4 0 0,0 1 0 16,3-2 0-16,3 0 0 0,3-1 0 0,12 6 0 0,0 0 0 15,0 0 0-15,0 0 0 0,0 0 0 0,0 0 0 16,0 0 0-16,0 0 0 0,0 0 0 0,0 0 0 0,0 0 0 15,0 0 0-15,0 1 0 0,8 1 0 0,3 1 0 0,5 2 0 16,5 0 0-16,7 3 0 0,0 1 0 0,7 1 0 0,-7-4 0 16,-3 2 0-16,2-1 0 0,-1-2 0 0,2 4 0 15,-2-4 0-15,5 1 0 0,-1-2 0 0,0 1 0 0,1-4 0 0,3-1 0 16,0 6 0-16,1-5 0 0,0 2 0 0,-3-2 0 0,3 1 0 16,1 1 0-16,-1 1 0 0,-2 1 0 0,2-5 0 15,1 1 0-15,-1 0 0 0,-3-3 0 0,-1-2 0 16,-2 0 0-16,-3-1 0 0,-1-2 0 0,-4-3 0 15,-4 4 0-15,-1-6 0 0,-6 0 0 0,1 2 0 0,-5-5 0 16,-1 0 0-16,-2 1 0 0,-1-5 0 0,-4-5 0 16,-1 4 0-16,-4-7 0 0,-3-1 0 0,-1-1 0 0,-2-6 0 15,-2-3 0-15,-1 1 0 0,-2-5 0 0,-3 1 0 0,4 0 0 16,2-3 0-16,-1-3 0 0,-1 1-31 0,1 2-272 16,5-3-60-16,0-1-57 0,4-2-45 0,1 4 232 0,0-5 117 0</inkml:trace>
</inkml:ink>
</file>

<file path=ppt/ink/ink2.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19:41:43.181"/>
    </inkml:context>
    <inkml:brush xml:id="br0">
      <inkml:brushProperty name="width" value="0.05292" units="cm"/>
      <inkml:brushProperty name="height" value="0.05292" units="cm"/>
      <inkml:brushProperty name="color" value="#FF0000"/>
    </inkml:brush>
  </inkml:definitions>
  <inkml:trace contextRef="#ctx0" brushRef="#br0">4593 8435 311 0,'-10'10'108'0,"10"-10"-16"0,0 0-10 0,0 0 0 0,0 0-1 16,0 0-19-16,0 0-21 0,0 0-36 0,0 0-5 0,0 0 15 15,0 0 16-15,0 0 30 0,0 0-9 0,0 0-1 0,0 0 10 16,0 0-9-16,0 0-1 16,-1 8-10-16,2 1 0 0,3-1-1 0,1-2 1 0,-5-6 0 15,6 5 10-15,4-2 6 0,0 1-16 0,3 1 10 16,-13-5-20-16,10 4 20 0,0-2-10 0,2 2-6 0,-1-1-9 15,3-3-6-15,-2 2 1 0,2 0 10 0,1 0-16 16,0-1 6-16,0 1-6 0,2 0 5 0,2-2 1 0,0 1-11 16,1-2-4-16,5 2-6 0,-4-2 0 0,4-2 10 0,-2-1-15 15,0 1 15-15,2 0-10 0,1 0 5 0,-2-1-5 0,-2-1-10 0,5 0 25 16,0-1-10-16,-1 1 6 0,3 0-11 0,0-1 0 16,-2 1 0-16,2-2 0 0,-2 4 0 0,3-1 0 0,-4 2 0 15,4-1 0-15,0 2 0 0,-2 0 0 0,0-1 0 0,2 4 0 16,0-4 0-16,-1 2 0 0,1-1 0 0,0 0 0 15,-3-2 0-15,3 0 0 0,0 3 0 0,-2-3 0 0,0 1 0 16,2-1 0-16,-3 1 0 0,0 0 0 0,1 2 0 0,-1-1 0 0,2-2 0 16,-2 1 0-16,3 2 0 0,0 0 0 0,-1 0 0 0,-1 0 0 15,2 2 0-15,2-1 0 0,0 0 0 0,-2-1 0 0,1 0 0 16,-2 0 0-16,0 0 0 0,1 0 0 0,0-2 0 16,-4 2 0-16,1-2 0 0,2 4 0 0,-4-2 0 0,2 0 0 15,2 1 0-15,-1-2 0 0,-2 2 0 0,0 0 0 16,0 1 0-16,0 0 0 15,3-1 0-15,0 0 0 0,-3 2 0 0,4 2 0 0,-4-4 0 16,0 1 0-16,3 0 0 0,-4-1 0 0,1 1 0 16,2-2 0-16,-2 3 0 0,-1-3 0 0,5 1 0 0,-3-2 0 15,1 0 0-15,0 2 0 0,-1-1 0 0,1 1 0 0,0-2 0 16,-1 0 0-16,1 2 0 0,-2 0 0 0,1 2 0 16,1-3 0-16,-3 1 0 0,1 0 0 0,-1 0 0 0,1 2 0 15,3-2 0-15,1 3 0 0,-3-3 0 0,2 0 0 0,1-1 0 0,-1 1 0 16,1-1 0-16,-3 2 0 0,-1-2 0 0,0-3 0 0,1 3 0 15,-1-1 0-15,3 1 0 0,-3 0 0 0,1 0 0 16,-1 0 0-16,1-1 0 0,1 2 0 0,-1-1 0 0,-2 1 0 16,-1 0 0-16,3 1 0 0,0-2 0 0,-1 0 0 0,1 0 0 15,-1-2 0-15,1 1 0 0,2-1 0 0,1-1 0 16,-1-1 0-16,-1 1 0 16,4 0 0-16,-3 0 0 0,4 0 0 0,-2-1 0 15,-1-1 0-15,0 3 0 0,0 1 0 0,1-1 0 0,0 0 0 16,-1 1 0-16,0-1 0 0,0 0 0 0,1 3 0 0,1-3 0 15,-1 2 0-15,-1-1 0 0,0-3 0 0,1 1 0 16,0 0 0-16,0-2 0 0,1 1 0 0,-3-1 0 0,3-1 0 16,-2 2 0-16,1 0 0 0,0 1 0 0,-1-1 0 0,0 3 0 15,1-2 0-15,-2 2 0 0,1 0 0 0,-1-2 0 0,0 2 0 0,-1-2 0 16,2 3 0-16,-1-2 0 0,-1 1 0 0,2-1 0 16,-1-1 0-16,1 3 0 0,-1-3 0 0,-1 2 0 0,0-1 0 15,2-1 0-15,-2 1 0 0,0 0 0 0,1 2 0 0,-1-3 0 16,2 5 0-16,0-2 0 0,-1 0 0 0,0 0 0 15,1 0 0-15,1 3 0 0,-1-2 0 0,0-2 0 0,0 1 0 16,1-2 0-16,1 4 0 16,-1-2 0-16,1-2 0 0,-1 1 0 0,0-1 0 15,2 0 0-15,-2 2 0 0,0-1 0 0,0 0 0 0,2 1 0 16,-1-3 0-16,-1 3 0 0,2 0 0 0,-1 2 0 16,2-1 0-16,-2 0 0 0,1 0 0 0,0 1 0 0,2 3 0 15,0-5 0-15,0 2 0 0,0-2 0 0,0 0 0 0,1 1 0 16,1-2 0-16,-4 1 0 0,2-1 0 0,1 2 0 15,1-2 0-15,-3-2 0 0,1 3 0 0,0 0 0 0,3 0 0 0,-3 2 0 0,1-2 0 16,-2 0 0-16,3 0 0 0,-2 2 0 0,1-3 0 16,-1 3 0-16,1-3 0 0,1 0 0 0,0 1 0 0,0-1 0 15,1 1 0-15,1-3 0 0,-2 3 0 0,2-2 0 16,1 2 0-16,-3-2 0 0,1 4 0 0,-2-2 0 0,2 2 0 16,-1-1 0-16,0-2 0 0,0 1 0 0,3-2 0 15,-3 4 0-15,0-4 0 0,0 4 0 0,1-4 0 0,-2 0 0 0,3 2 0 0,-3 0 0 16,1 2 0-16,1-2 0 0,-3 0 0 0,2 0 0 15,1 0 0-15,-2 2 0 0,-2-1 0 0,1 2 0 0,-2-3 0 16,3 0 0-16,-1 2 0 0,-2 0 0 0,1 0 0 0,-1-1 0 16,1 3 0-16,-2-3 0 0,0 2 0 0,-1 0 0 15,0 0 0-15,1 1 0 0,0-1 0 0,-1 0 0 0,1 1 0 16,1-1 0-16,-2 1 0 16,0 0 0-16,2-1 0 0,0 1 0 0,-2 0 0 15,1-3 0-15,0 2 0 0,1 0 0 0,2 1 0 0,-3-1 0 16,0 0 0-16,1 0 0 0,-1 0 0 0,3 2 0 15,-2-2 0-15,-1 2 0 0,-1 0 0 0,3-1 0 0,-1 1 0 16,-1-1 0-16,-1 1 0 0,0 0 0 0,2 2 0 16,-3-5 0-16,2 1 0 0,-1 3 0 0,1-4 0 0,1 3 0 15,-1-2 0-15,1 0 0 0,-2 0 0 0,4-1 0 0,-3 2 0 0,2-1 0 0,0 2 0 16,1-3 0-16,1 0 0 0,-1 2 0 0,0 0 0 16,3 0 0-16,-1-1 0 0,1 0 0 0,-2-2 0 0,2 3 0 15,2-4 0-15,0 2 0 0,0-2 0 0,0 0 0 16,1 0 0-16,-1 0 0 0,-1 0 0 0,1 2 0 0,1 2 0 15,-2-2 0-15,1 0 0 0,2 1 0 0,-1-1 0 16,2 1 0-16,-1-2 0 16,-2 0 0-16,1-2 0 0,-1 1 0 0,0-1 0 0,0-2 0 15,0 2 0-15,-1 0 0 0,2 1 0 0,1-2 0 16,0 2 0-16,-1 0 0 0,1 2 0 0,1-1 0 0,0-1 0 16,0 1 0-16,3-1 0 0,-1-1 0 0,-3 1 0 0,4-3 0 15,-1 3 0-15,-1-1 0 0,-1-1 0 0,-1 0 0 16,0 1 0-16,0-1 0 0,2 3 0 0,-2-1 0 0,3-1 0 15,0 1 0-15,-1 0 0 0,1-1 0 0,0-1 0 0,1 1 0 0,-2-1 0 16,2-1 0-16,-2 2 0 0,1 0 0 0,-3-2 0 0,3 2 0 16,-1 2 0-16,-2-1 0 0,2 0 0 0,1-1 0 15,0-2 0-15,-4 2 0 0,2 0 0 0,0 0 0 0,1-3 0 16,1 3 0-16,0-1 0 0,-3 0 0 0,2 1 0 16,2 0 0-16,-1 2 0 0,0-1 0 0,0-1 0 0,0 2 0 15,0-2 0-15,-2-1 0 0,2 2 0 0,-1-1 0 0,0-3 0 0,-3 3 0 0,4-3 0 16,0 3 0-16,-2 1 0 0,5 0 0 0,-3 0 0 15,2 0 0-15,1 0 0 0,0 3 0 0,-1 0 0 0,0-3 0 16,-1 2 0-16,0-4 0 0,0 2 0 0,1 0 0 16,-1-2 0-16,-2 2 0 0,4-1 0 0,0 1 0 0,-1 0 0 15,0-2 0-15,1 4 0 0,1-1 0 0,0 1 0 16,0 0 0-16,-3-2 0 16,3 1 0-16,-2-1 0 0,2 2 0 0,2-2 0 0,-2 4 0 15,0-3 0-15,2-1 0 0,2 3 0 0,-3-3 0 16,0 0 0-16,3 2 0 0,-7-1 0 0,0-3 0 0,-1 3 0 15,-6-3 0-15,-1 2 0 0,0 0 0 0,-4 0 0 16,-6-3 0-16,0 3 0 0,-2-1 0 0,-5 0 0 0,2 2 0 16,-8-2 0-16,-3 0 0 0,-12 1 0 0,0 0 0 0,0 0 0 15,0 0 0-15,0 0 0 0,0 0 0 0,0 0 0 0,0 0 0 0,0 0 0 16,10-7 0-16,-10 7 0 0,0 0 0 0,0 0 0 0,0 0 0 16,1-5 0-16,-2-1 0 0,-6 1-554 0,-3-1-193 0,-7 0 374 15,-4-4 186-15</inkml:trace>
  <inkml:trace contextRef="#ctx0" brushRef="#br0" timeOffset="7349.24">26617 5174 884 0,'0'0'77'0,"0"0"5"0,0 0 87 0,0 0 61 0,0 0 1 16,0 0-83-16,9 6-71 0,-9-6-47 0,0 0-19 16,0 0-16-16,0 0 10 0,0 0-5 0,0 0 15 0,5 10 0 15,-3 0-4-15,1 3 4 0,-3-1 11 0,-3 7-1 0,1 1-24 16,-5 3-1-16,5 1 0 0,-1 0 0 0,-2 5 0 0,-2 1 0 16,2 1 0-16,-1 0 0 0,1 1 0 0,0 2 0 0,0-3-1 0,2-2-40 15,1-1-36-15,0-1-15 0,-1-1-10 0,1-4-10 0,1-2-6 16,-3-1-15-16,3-4 15 0,-3-1 5 0,4-14 21 15,-3 14 5-15,3-14-5 0,0 0 15 0,0 0-4 0,0 0 4 16,0 0-5-16,0 0 10 0,0 0 26 0,0 0 26 0,0 0 15 16,0 0 5-16,0 0 0 0,-3 0 0 0,-1-2 10 0,-1-5 5 15,2-1 26-15,1-5 10 16,2 13 21-16,0-12 15 0,-3-3 10 0,3-4 6 16,0 19-1-16,0-11-10 0,3 0 5 0,-1 1-20 0,1-1 25 15,-3 11-4-15,0 0 9 0,4-11 6 0,1 1-27 16,1-1 1-16,3 5-30 0,-1-1 4 0,2-1-14 0,1 3-12 15,1 0-34-15,3 2-1 0,-2-3 0 0,7 2 0 0,1-3 0 16,4 2 0-16,0 0 0 0,2-6 0 0,5 2 0 16,0 0 0-16,0 5 0 0,0-3 0 0,3 1 0 0,1 0 0 0,1 0 0 0,3 4 0 15,5 0 0-15,0 2 0 0,4-2 0 0,1 0 0 16,1 1 0-16,2-1 0 0,6-1 0 0,-3 2 0 0,2-2 0 16,4-2 0-16,-1 0 0 0,5 3 0 0,1-1 0 15,-5 2 0-15,5 0 0 0,3-4 0 0,-1 1 0 0,0 2 0 16,-2-1 0-16,0-2 0 0,-2 5 0 0,0-3 0 0,-4 1 0 15,3 2 0-15,-3-1 0 16,3 2 0-16,-2-2 0 0,4 0 0 0,-5-3 0 16,2 3 0-16,2-1 0 0,-4 0 0 0,1 1 0 0,-6-3 0 15,2 4 0-15,-2-3 0 0,0 1 0 0,0 0 0 16,-2-1 0-16,-3 1 0 0,-2-1 0 0,-3 0 0 0,0 0 0 16,0 2 0-16,-4 0 0 0,-1 0 0 0,0 1 0 15,-2 0 0-15,1 1 0 0,-2-2 0 0,2 2 0 0,3-1 0 16,-2 0 0-16,1-1 0 0,-1 1 0 0,2 0 0 0,-3-2 0 0,-2 2 0 0,1 0 0 15,-3 0 0-15,-1-1 0 0,-1 4 0 0,1-2 0 16,1-1 0-16,0 2 0 0,-1 1 0 0,0-1 0 0,1 1 0 16,-1 0 0-16,2 0 0 0,-1 1 0 0,-4-2 0 15,4 2 0-15,-3-3 0 0,-2-1 0 0,-2 3-16 0,-2-1 1 16,-3-1 5-16,-2 0 10 0,-2 1 0 0,-2-1 0 16,-2 3 0-16,-3-2 0 0,-13-2 0 0,8-4 0 0,-8 4 0 0,0 0 0 0,0 0 10 15,0 0-15-15,0 0 5 0,0 0-5 0,0 0 15 0,0 0-15 16,0 0 5-16,0 0-5 0,0 0 5 0,0 0 0 0,0 0 0 15,0 0-11-15,0 0 16 0,0 0-5 0,0 0-5 0,0 0 0 16,0 0 10-16,0 0-10 0,0 0 5 0,0 0-5 0,0 0 5 16,0 0 0-16,0 0 0 0,10 4 0 0,-10-4 0 15,0 0 0-15,0 0 0 16,0 0 10-16,0 0-5 0,0 0 1 0,0 0 24 0,0 0-19 16,0 0-11-16,0 0 0 0,0 0 0 0,0 0 0 0,0 0 0 15,0 0 0-15,0 0 0 0,0 0 0 0,0 0 0 0,0 0 0 16,0 0 0-16,9-4 0 0,-3-1 0 0,-1-1 0 15,0-2 0-15,-1-2 0 0,-4 10 0 0,2-13 0 0,1 3 0 16,-1-10 0-16,0 8 0 0,0 0 0 0,-1 1 0 0,-1 11 0 16,4-13 0-16,-4 13 0 0,4-11 0 0,-4 11 0 0,0 0 0 0,0 0 0 0,0 0 0 15,0 0 0-15,0 0 0 0,0 0 0 0,0 0 0 16,0 0 0-16,0 0 0 0,0 0 0 0,0 0 0 0,0 0 0 16,0 0 0-16,0 0 0 0,0 0 0 0,0 0 0 0,0 0 0 15,0 0 0-15,0 0 0 0,0 0 0 0,0 1 0 0,0 2 0 16,0 3 0-16,-3 4 0 0,3 3 0 0,-5 1 0 15,3 5 0-15,-3 1 0 16,2-11 0-16,1 5 0 0,2-14 0 0,-4 13 0 0,-1-2 0 16,5-11 0-16,-2 8 0 0,2-8 0 0,0 0 0 0,-3 10 0 15,3-10 0-15,0 0 0 0,0 0 0 0,0 0 0 16,0 0 0-16,0 0-226 0,0 0-107 0,-7 5-81 0,-1-4-108 16,-2-1 246-16,2-4 138 0,-5-3 69 0</inkml:trace>
  <inkml:trace contextRef="#ctx0" brushRef="#br0" timeOffset="7958.83">27939 5215 710 0,'-7'-11'266'0,"7"11"-143"0,0 0-25 16,0 0-1-16,0 0-25 0,0 0-16 0,0 0-26 15,0 0-14-15,0 0 9 0,0 0 37 0,0 0-6 0,0 0 1 16,-3 4-17-16,0 2-19 0,1 3-1 0,2 4-15 16,0 3 1-16,0 3 4 0,0 3 5 0,3 2-5 0,1-10 6 15,-3-1-1-15,4 1 16 0,-1-2 5 0,-2 2-16 16,3 0-9-16,-1-3-11 0,-4-11 0 0,1 12 0 0,4-1 10 15,-5-11-15-15,4 13 5 0,-4-13 5 0,1 10 0 0,-1-10 0 16,0 0-5-16,0 0-21 0,0 0-30 0,0 12-31 16,0-12-46-16,0 0-40 0,0 0-37 0,0 0-36 0,0 0-35 15,0 0-42-15,0 0 91 0,0 0 113 0,0 0 57 0</inkml:trace>
  <inkml:trace contextRef="#ctx0" brushRef="#br0" timeOffset="8290.94">28506 5195 557 0,'0'0'102'15,"0"0"-40"-15,0 0 14 0,0 0 22 0,0 0-1 0,0 0 5 16,10-2-25-16,-10 2-5 0,0 0-31 0,9 5-11 0,-3-1 11 15,1 1 10-15,-2 3 11 0,0 2-1 0,-3 1 1 16,-1 4 9-16,-1-2-14 0,-1-4-6 0,1 3-10 0,-2 0-11 16,2 2 17-16,-3-1-6 0,-1 3 5 0,1 2-16 0,3-5 6 15,-2 4-30-15,-1-3-6 0,3 3 0 0,-3-4 0 16,3 0 0-16,0-13 0 0,0 12 0 0,0-1 0 0,0-11 0 16,0 0 0-16,-2 13 0 0,2-13 0 0,0 11 0 0,0-11 0 15,0 0 0-15,0 0 0 0,0 0 0 0,0 0 0 16,0 0 0-16,0 0-52 0,0 0-102 0,0 0-55 0,0 0-78 15,0 0-91-15,0 0-78 0,0 0 200 0,-2-1 128 0,1-1 64 16</inkml:trace>
  <inkml:trace contextRef="#ctx0" brushRef="#br0" timeOffset="8714.81">29343 5226 286 0,'10'2'153'0,"0"0"16"0,-10-2-15 15,0 0-11-15,9 4-36 0,1 0 26 0,-10-4-10 0,5 4 31 16,2 5-11-16,1 6-5 0,-8-15-30 0,5 9-6 0,-1 1-5 16,1 1-60-16,-5 0-37 0,1 0 0 0,3 2 0 15,-1-4 0-15,-1 1 0 0,-4 2 0 0,2-1 0 0,-3-1 0 16,3-10 0-16,-2 8 0 0,2 2 0 0,-3 0 0 16,3-10 0-16,-4 10 0 0,1 1 0 0,3-1 0 0,0-10 0 15,0 11 0-15,2-1 0 0,1-1 0 0,-3-9 0 0,3 10 0 16,-3-10 0-16,0 0 0 0,0 0 0 0,0 0 0 0,0 0 0 15,0 0 0-15,2 10 0 0,-2-10 0 0,5 8 0 16,-5-8 0-16,0 0 0 0,0 0 0 0,0 0 0 0,0 0 0 16,0 0 0-16,0 0 0 0,0 0 0 0,0 0-154 0,0 0-215 15,0 0-55-15,0 0-109 0,3-3 249 0,-1-3 142 0,3-4 71 16</inkml:trace>
  <inkml:trace contextRef="#ctx0" brushRef="#br0" timeOffset="9210.59">30353 5302 649 0,'0'0'189'0,"0"0"-35"0,0 0 0 16,0 0 9-16,0 0-9 0,0 0-26 0,0 0-36 0,0 0 0 0,0 0 20 0,0 0 11 16,0 0-86-16,0 0-37 0,0 0 0 0,0 0 0 0,0 0 0 15,-2 2 0-15,-3 3 0 0,0 3 0 0,0 1 0 16,0 4 0-16,5 7 0 0,-1 2 0 0,-3 1 0 0,3-11 0 15,-2 4 0-15,1-2 0 0,2 1 0 0,-1 0 0 16,-3-5 0-16,3 1 0 0,-3 1 0 0,4-12 0 0,-3 11-98 16,3-11-260-16,-3 10-62 15,-1 1-61-15,4-11 136 0,0 0 172 0,0 0 87 0</inkml:trace>
  <inkml:trace contextRef="#ctx0" brushRef="#br0" timeOffset="9974.87">30790 5814 823 0,'0'0'246'0,"0"0"-37"0,0 0-4 0,0 0-31 0,0 0-36 0,0 0-35 16,0 0-47-16,0 0-30 0,0 0-21 0,0 0-5 16,-3 1 0-16,-5 3 0 0,-4 0 0 0,0 2-10 0,-5 7-6 15,-1 4-4-15,5-3-11 0,-5-1 5 0,1 0 11 0,-2-2 0 16,3-1 10-16,-3 0 0 0,5-3 5 0,2-1 10 15,1 3-5-15,11-9-10 0,-12 5 0 0,2 1 10 0,10-6 0 16,0 0-10-16,0 0 10 0,0 0-15 0,0 0 20 0,0 0-10 0,-3 7 25 0,3-7-15 16,2 8 32-16,3-3-17 0,3-1 37 0,2 2-36 15,3-4-26-15,5 1 0 0,2-3 0 0,-2-4 0 0,-1 2 0 16,-1 0 0-16,0 1 0 0,0-3 0 0,2 2 0 16,-3-2 0-16,-1 3 0 0,-4 0 0 0,3-1 0 0,-13 2 0 15,0 0 0-15,0 0 0 0,0 0 0 0,10-3 0 0,0-2 0 16,-2-3 0-1,-8 8 0-15,5-7 0 0,0-2 0 0,-2-1 0 0,-1-2 0 16,-2 2 0-16,0-1 0 0,-2 0 0 0,1 2 0 0,1 9 0 16,0 0 0-16,-2-12 0 0,0 2-57 0,2 10-25 15,0 0-30-15,-3-10-22 0,3 10-39 0,0 0-27 0,0 0-51 16,0 0-30-16,0 0-52 0,0 0 121 0,-2-10 106 0,2 10 53 16</inkml:trace>
  <inkml:trace contextRef="#ctx0" brushRef="#br0" timeOffset="10275.3">30840 5844 501 0,'0'0'292'0,"8"7"-11"0,-8-7-5 16,7 8-5-16,-7-8-15 0,0 0-86 0,0 0-170 0,0 0 0 16,9 6 0-16,-9-6 0 0,14 4 0 0,-8-10 0 0,1 1 0 15,1-2 0-15,3 1 0 0,-1-4 0 0,4 0 0 16,-3 0 0-16,1 7 0 16,1-3 0-16,-2-1 0 0,4 1 0 0,-2 1 0 0,-2 3 0 15,0-1 0-15,-11 3 0 0,11 1 0 0,-11-1 0 0,13 0 0 16,-4 4 0-16,1 1 0 0,-10-5 0 0,8 5 0 15,-1 3 0-15,-7-8 0 0,8 9 0 0,-1 3 0 0,-4-2 0 16,0 3 0-16,-1 0 0 0,1 0 0 0,0 1 0 0,-1 0 0 16,3 0 0-16,-3 0 0 0,3 1 0 0,0-3 0 15,0 6 0-15,3-5 0 0,-2 0 0 0,-2-2 0 0,2-2 0 0,-1 0 0 16,-5-9 0-16,0 0 0 0,5 10 0 0,-5-10 0 0,0 0 0 16,0 0 0-16,0 0 0 0,0 0 0 0,0 0 0 0,0 0 0 15,0 0-32-15,0 0-229 0,0 0-5 0,0 0 0 0,0 0-20 16,0 0-22-16,0 0-34 0,0 0 199 0,0-1 71 0,0-5 36 15</inkml:trace>
  <inkml:trace contextRef="#ctx0" brushRef="#br0" timeOffset="10491.41">31283 5830 1555 0,'0'0'389'0,"0"0"-286"15,0 0-103-15,0 0 0 0,0 0 0 0,0 0 0 0,0 0 0 16,0-2 0-16,-6 2 0 15,-3 4 0-15,-4-3 0 0,-5 8 0 0,-4-1 0 0,-7 5 0 16,-1-1 0-16,4 2 0 0,2-3 0 0,-1 2 0 16,1 2 0-16,2-1 0 0,2 3 0 0,-1-4 0 0,3-2 0 15,3 1 0-15,2 1 0 0,0-1 0 0,2-1 0 16,1-1 0-16,0-2 0 0,10-8-272 0,-6 7-168 0,6-7-51 16,-9 9 69-16,9-9 211 0,0 0 105 0</inkml:trace>
  <inkml:trace contextRef="#ctx0" brushRef="#br0" timeOffset="12165.09">31877 6282 1274 0,'0'0'184'0,"0"0"-31"0,0 0 16 0,0 0-5 15,0 0-61-15,0 0-103 0,0 0 0 0,0 0 0 0,0 0 0 16,0 0 0-16,0 0 0 16,0 0 0-16,0 0 0 0,0 0 0 0,0 0 0 0,0 0 0 15,0 0 0-15,0 0 0 0,0 0 0 0,0 0-139 16,0 0-35-16,-1-1-10 0,0 1-11 0,-7 2-15 0,6 1-30 15,-8 1-26-15,-4 3-67 0,-2-1 180 0,-3 1 76 0,19-7 39 16</inkml:trace>
  <inkml:trace contextRef="#ctx0" brushRef="#br0" timeOffset="12596.97">32324 6087 1125 0,'0'0'128'0,"0"0"-82"0,0 0 20 0,0 0 27 15,0 0-12-15,0 0-29 0,0 0-22 0,0 0-29 0,0 0-12 16,0 0 1-16,0 0-5 0,0 0 10 0,0 0 0 0,0 0-26 16,0 0-5-16,0 0-21 0,0 0 11 0,0 0 0 0,0 0 5 15,0 3 0-15,-1 3 21 0,-2-4 10 0,-4 3 0 16,-3 1 5-16,0 2-11 0,-1 2 21 0,-3 1 5 0,14-11-9 15,-6 5-1-15,6-5-5 0,0 0 5 0,0 0 0 0,-5 9 0 0,0-1 0 16,5-8 0-16,0 0 0 0,-3 10 0 0,3 3 0 0,1-5 0 16,3 5 0-16,2-3 0 0,2 1 0 0,-8-11 0 0,10 8 0 15,0 0 10-15,0-2-15 0,0 2 15 0,2-5 0 16,-2 2 10-16,-10-5-9 0,12 5-6 0,-2-1 5 0,-10-4 5 16,10 2-4-16,-10-2 14 0,10 3-15 0,-10-3 1 0,0 0-1 15,10 0-5-15,-10 0 0 16,7-4 15-16,-7 4-10 0,9-2 1 0,-9 2-11 0,7-8 0 15,-2-2 0-15,-1 0 0 0,0-3 10 0,-2-1-15 16,-2 0 5-16,0 0-5 0,0 1 5 0,0-2 10 0,0 3-5 16,-2-1-10-16,0 4-10 0,2 9-6 0,-2-13-50 15,1 2-26-15,-2 1-67 0,1 0-31 0,2 1-45 0,0 9-36 16,-3-11 94-16,3 11 91 0,0 0 46 0</inkml:trace>
  <inkml:trace contextRef="#ctx0" brushRef="#br0" timeOffset="12944.21">32691 5944 582 0,'0'0'205'0,"0"0"-92"0,0 0-26 16,0 0-21-16,0 0-9 0,0 0-42 0,0 0-10 0,0 0-20 16,0 0 20-16,0 0-15 0,0 0-1 0,0 0 1 0,0 0 5 15,0 0 5-15,0 0-10 0,0 0 15 0,4 10-5 16,-4-2 5-16,1 0 15 0,-1 2 1 0,-9 2-6 0,-1 4 1 15,3 0-11-15,-4 1 10 0,6-8-10 0,0 1 21 16,-3 3-16-16,3-1 1 0,5-1-11 16,-1-1 0-16,1 2 0 0,-1 2 10 0,1-3 5 15,1 3-15-15,0-5 0 0,3 6-5 0,1-4 15 0,-1 1 5 16,-4-12-25-16,5 8 25 0,1 2-15 16,-6-10 1-16,5 9-6 0,1 1 0 0,-6-10 15 0,0 0-15 15,0 0 15-15,0 0-10 0,9 9 5 0,-9-9-5 0,0 0 0 16,6 5-10-16,-6-5 5 0,0 0 10 0,0 0 0 0,0 0-31 15,0 0 0-15,9 2-15 0,-1-1 5 0,-8-1-5 16,0 0-30-16,10-1-26 0,-3-5-21 0,-7 6-25 0,8-5-21 16,2 0-25-16,0-5 23 0,0-1 83 0,-10 11 41 0</inkml:trace>
  <inkml:trace contextRef="#ctx0" brushRef="#br0" timeOffset="13190.55">32580 6050 608 0,'-13'1'230'0,"13"-1"-127"0,0 0-52 0,0 0-10 0,0 0-21 16,0 0 32-16,0 0 9 0,0 0 11 0,0 0-16 0,0 0-20 15,3 0-31-15,3-1-5 0,3 1 5 0,6 0-10 16,2-1-16-16,7-3-56 0,1 4-66 0,6-3-82 0,-13 3-102 16,3-1 56-16,0-3 135 0,-2 2 68 0</inkml:trace>
  <inkml:trace contextRef="#ctx0" brushRef="#br0" timeOffset="20739.59">30508 6202 741 0,'-10'5'128'0,"0"-3"-66"0,10-2-16 0,0 0-16 0,0 0-19 0,0 0-16 0,0 0 10 0,0 0-15 0,0 0 10 15,0 0 5-15,0 0 0 0,0 0 0 0,4 3-5 16,1-3 10-16,5-1-15 0,4-1 15 0,8-1-10 0,4-2 5 16,7 1-15-16,3 4 15 0,-2-2-5 0,2-1 5 0,0 2-5 15,5 1-10-15,2 1-46 0,2-2-26 0,0 2-31 16,2 1-15-16,4-1-31 0,-3 1-4 0,5 2-26 0,-2 0 117 16,1-2 36-16,-4 2 18 15</inkml:trace>
  <inkml:trace contextRef="#ctx0" brushRef="#br0" timeOffset="21087.31">32305 6629 798 0,'0'0'71'0,"-7"5"-50"15,7-5-16-15,0 0 10 0,0 0-20 0,0 0-5 0,0 0 10 16,0 0 0-16,0 0 5 0,0 0-5 0,0 0 0 0,0 0 0 15,0 0 0-15,4 9 0 16,-1-4 0-16,5-2 0 0,3 0 0 0,4-3 0 0,0 0 0 16,9-4 0-16,1 5-21 0,-7-2-10 0,10 0-10 15,-4 3-20-15,1 0-31 0,5 0-72 0,3-1-86 0,0 2 130 16,4-2 60-16,3 0 30 0</inkml:trace>
  <inkml:trace contextRef="#ctx0" brushRef="#br0" timeOffset="26378.16">29983 9377 86 0,'0'0'31'0,"0"0"5"15,0 0 5-15,0 0-11 0,0 0-4 0,0 0-6 0,0 0-9 16,0 0-16-16,0 0 10 0,0 0-15 0,0 0 10 0,0 0 5 16,0 0-10-16,0 0 5 0,0 0 5 0,0 0 0 0,0 0-10 15,0 0 10-15,0 0-15 0,0 0 20 0,0 0-20 0,0 0 10 16,0 0 5-16,0 0 0 0,0 0 0 0,0 0 5 0,0 0-5 16,0 0 31-16,0 0 0 0,0 0 30 0,0 0-4 15,0 0 14-15,0 0-19 0,0 0-6 0,0 0-10 0,0 0 0 16,0 0-11-16,0 0-4 0,0 0-6 0,0 0 1 0,0 0-1 15,0 0 1-15,0 0-11 0,0 0 6 0,0 0-1 0,0 0-5 16,0 4-4-16,5 0 4 0,-5-4 5 0,5 5 5 0,2 0-9 16,-7-5-6-16,10 6 5 0,-10-6 5 0,13 7-5 15,-13-7 6-15,11-2-1 0,1-1 26 0,-12 3 0 0,8-1 15 16,2 0-20-16,0-2 5 0,1 2-15 0,4-2 9 0,-2 1-9 16,0 1 10-16,2 1-11 0,4 0 1 0,1 0-6 15,0 0 11-15,1 3 5 0,2 1-5 0,0-1-6 0,0-2-4 16,2 0-1-16,0 2 1 0,1-2-11 0,5 3 6 15,-2-3-1-15,2 2 5 0,1-3 0 0,3 0 1 0,2 0-1 16,3-2 1-16,-1 1-1 0,4 0 11 0,3 0-5 16,0-3-11-16,2 1 11 0,3 1-16 0,3 2 11 0,-1 0-16 15,3 1 0-15,3 2 5 0,-2-1 5 0,-2 6 6 0,0 0-5 16,1 0-16-16,1-1 0 0,-2 1 0 0,-1-1 0 16,-1-2 0-16,1 0 0 0,0 0 0 0,-1 0 0 0,3 2 0 15,-5 1 0-15,0-1 0 0,0 2 0 0,-1 0 0 16,-2-1 0-16,1 2 0 0,-6-2 0 0,2-1 0 0,-2 1 0 15,-1-1 0-15,0 0 0 0,-2 1 0 0,2 1 0 16,-1-1 0-16,0 2 0 0,1-1 0 0,5 2 0 0,-5-2 0 16,-1-2 0-16,2 2 0 0,-1-2 0 0,-1 2 0 0,-5-3 0 15,-3-1 0-15,-6-2 0 0,-2-1 0 0,-4-1 0 16,-4 1 0-16,-17-2 0 0,0 0 0 0,0 0-6 0,0 0-96 16,0 0-77-16,0 0-57 0,0 0-35 0,0 0-11 0,0 0-25 15,6-7-25-15,-6-4 166 0,-3 0 83 0</inkml:trace>
  <inkml:trace contextRef="#ctx0" brushRef="#br0" timeOffset="27026.12">30262 7503 327 0,'-3'-10'87'0,"3"10"30"0,0 0 21 15,0 0-15-15,0 0-41 0,0 0-36 0,0 0-30 0,0 0-1 0,0 0 0 16,-7-1 6-16,2 2 9 0,-3 6-4 0,1 0 20 16,1 6-5-16,1 4-5 0,0 6-11 0,1 2 17 15,4-2-1-15,-1 3-16 0,0 1-4 0,-2 6-6 0,2 3 5 16,0 3-9-16,-2 4-6 0,3 3-5 0,-5 4 10 15,4 9-15-15,-3 2 15 0,2 4-20 0,-2 4 10 0,0 3-5 16,-1 4 15-16,2 2-5 0,0 1 0 0,1-7 15 16,-1 2 11-16,1-5 0 0,-1-4-16 0,2-5-9 0,1-7-6 15,-1-4 10-15,1-4-5 0,-3-5 0 0,3-4-5 0,-1-2 0 16,0-5 0-16,1-1 0 0,0-1-10 0,0-3-6 0,0-5-15 0,1-1-25 16,-1-2-15-16,0-16-11 0,0 12-10 0,0-12-6 0,0 0 17 15,0 0 19-15,0 0 16 0,0 0 5 0,0 0-10 16,0 0-15-16,0 0-22 0,0 0-50 0,0 0-36 0,0 0 18 15,-1-7 78-15,-2-6 39 0</inkml:trace>
  <inkml:trace contextRef="#ctx0" brushRef="#br0" timeOffset="27279.68">30222 7585 0 0,'-5'-17'173'0,"3"2"-65"15,-2 3-1-15,4 12-10 0,0 0-20 0,0 0-20 16,0 0-32-16,0 0-14 0,0 0-1 0,0 0-5 0,-9-8 0 16,2 8-5-16,-2 4 0 0,-1 1 0 0,0 5 0 0,0 6 0 15,0 1 0-15,-2-1 10 0,3-1-15 0,3-5 5 16,0 1-5-16,-2 2 5 0,2-2-31 0,0-4-56 0,-2 2-66 0,2 2-67 0,0-1 128 15,-4 1 46-15,0 2 23 0</inkml:trace>
  <inkml:trace contextRef="#ctx0" brushRef="#br0" timeOffset="27511.41">30267 7398 588 0,'17'-6'66'0,"-1"-2"31"0,-1 2 37 16,-4 0 4-16,1 2-36 0,0-1-56 0,-2 4-20 15,2 0-11-15,1 0 5 0,-1 2-9 0,2 0 4 0,-2 0-20 16,3 2 15-16,-2 0-10 0,-1 1 6 0,5 0-6 0,-4 0-11 0,-2-2 16 0,6 4-15 16,-2-2 20-16,2 0-10 0,-2-1 6 0,1 1-6 15,2 0-62-15,-3 0-81 0,1 1-88 0,-1-2-81 0,0 4 51 16,-1-6 131-16,-3 2 65 0</inkml:trace>
  <inkml:trace contextRef="#ctx0" brushRef="#br0" timeOffset="28428.62">30217 9181 450 0,'0'0'71'0,"-11"5"-4"0,11-5 55 0,-11 5 37 0,11-5-11 15,0 0-50-15,0 0-58 0,0 0-29 0,0 0-11 0,0 0 0 16,0 0 0-16,-9 8 0 0,9-8 10 0,-6 6-15 0,0 3 5 16,2-2 5-16,0 4-10 15,3 0 5-15,1 3-5 0,1 1 15 0,2-5-15 0,-2 2 5 16,0-1 5-16,4 1-10 0,-4-1-26 0,-1-11-40 15,4 10-31-15,-3 1-27 0,2 0-29 0,-3-11-27 0,0 0-25 16,2 12 67-16,-2-12 72 0,0 0 35 0</inkml:trace>
  <inkml:trace contextRef="#ctx0" brushRef="#br0" timeOffset="30070.1">30406 9246 0 0,'0'0'101'0,"5"7"-44"0,1 0-6 0,-6-7-5 0,9 1-26 0,-2-2-9 16,2-4 9-16,0-3-10 0,1-2 21 0,-1-5 0 0,-2-1-1 15,0 0 17-15,6 0-17 0,-1 0 1 0,0-5-11 16,1-4 11-16,2 3-5 0,-1-1-1 0,0 4-4 0,0-8-1 16,-4 3-9-16,1-4-6 15,-1 0-5-15,1-3 0 0,-4 0 10 0,1-5-15 0,2-3 5 16,-1 1-5-16,-2-7 5 0,3 1 0 0,3-6 0 15,-6 2 0-15,1-7 0 0,0 1-10 0,2-3 15 0,0-3-15 16,3 0 20-16,-3 5-10 0,1 1 5 0,2 0-15 16,-1 5 15-16,-1 6-5 0,2 3 5 0,0 4-5 0,-1 2 10 15,0 4-15-15,-3 1 15 0,3 3-10 0,1 1 5 16,-1-1-5-16,0 2 0 0,0 0 0 0,3-1 0 0,0 0 0 0,0 2 0 0,1-1 0 16,2 2 10-16,-5 1-15 0,6 0 5 0,-1 3-5 0,-3 0 15 15,2 0-15-15,-3 5 15 0,1 0-20 0,-5 2 10 16,5 4-5-16,-4 1 5 0,-1-2 0 0,-10 8 0 0,0 0-10 15,0 0 5-15,10 3 0 0,-5-1-5 0,4 4 15 0,-3 2-15 16,0 3 20-16,-3 0-10 0,2 4-5 0,-3 4 10 16,1-6-15-16,-2 3 10 15,3 2-5-15,-3-1 5 0,-1 3 0 0,1-3 0 0,-1 3 0 16,3 1 0-16,-3 2 0 0,0 0 0 0,-3 1 10 16,3 0-5-16,-2 3-10 0,-2 4 10 0,-1-2-5 0,-3 2-5 15,2 0 0-15,0 4 0 0,1 1 5 0,-3-3 0 16,1 5 0-16,2-6 0 0,0 3 0 0,2-2 0 0,2-1 0 15,0 1 0-15,0-2 0 0,1-4-11 0,2 0 16 16,1 2-5-16,2-1 6 0,1-2 14 0,-1-1-20 0,0-1 15 0,0-1-15 0,5 1 5 16,-5-2 5-16,4 2-15 0,-4-6 15 0,2 0-10 0,1 0 6 15,-1 0-6-15,4 0 0 0,-2-2 10 0,2 0-5 16,-1 1 0-16,0-1 5 0,3 1 16 0,0 3 10 0,2 1 15 16,-5-4-26-16,4 1-9 0,-1-2-16 0,-3 0 10 15,6 0-5-15,-4-1 1 0,0-3 14 0,-2 0 11 0,1 2-1 16,4 0 6-16,-4 1-21 15,4 1-4-15,-3-2-11 0,2 1 10 0,1-1 15 0,-1 1 1 16,1 0 10-16,-3 0-21 0,3-1 26 0,2-1-5 16,0 2 0-16,-2-1-11 0,2 1-4 0,0-2-11 0,1 0-4 15,2 1-6-15,-2-1 10 0,3 2 5 0,1-1-5 16,0 1 5-16,-1-2 0 0,0 2 6 0,4 2 10 0,-4-2-6 16,4 3 1-16,-1-3-6 0,0 1 1 0,1 0-1 15,-2 0 1-15,0 1-1 0,-1-2 11 0,2 0 5 0,-2 0-6 0,1 1-14 0,-2-1-11 16,-1-3 5-16,0 1 5 0,0-3-4 0,0 0 14 0,1 2-4 15,-3-2-16-15,2 0 15 0,0-3-25 0,0 4 11 16,-2 1-1-16,1-1 0 0,1-1-10 0,0-2 0 0,-1 1 10 16,-2 0 0-16,1-2 0 0,-2 3-5 0,3-4-10 15,-3 3 15-15,-4-3-15 0,2 0 20 0,-3-1-20 0,1 0 20 16,-12-5 21-16,11 4 20 0,-11-4 0 0,12 4 6 0,-12-4-57 0,0 0 0 0,0 0 0 16,0 0 0-16,0 0 0 0,0 0 0 0,0 0 0 15,0 0 0-15,0 0 0 0,0 0 0 0,0 0 0 0,0 0 0 16,0 0 0-16,0 0 0 0,0 0 0 0,0 0 0 0,0 0 0 15,0 0 0-15,0 0 0 0,0 0 0 0,0 0 0 0,0 0-221 16,0 0-91-16,0 0-82 0,0 0-108 0,0 0 193 0,-2-4 154 16,2-2 78-16</inkml:trace>
  <inkml:trace contextRef="#ctx0" brushRef="#br0" timeOffset="32355.92">32493 10021 797 0,'0'0'210'0,"0"0"-72"0,0 0 21 0,0 0 36 0,0 0-32 0,0 0-76 16,0 0-56-16,0 0-21 0,0 0-5 0,0 0-10 15,0 0 10-15,0 0-5 0,0 0 6 0,0 0-17 0,3 5 16 16,-3 0-5-16,-3 5 6 16,-2 5-6-16,1 5-11 0,-6 2 16 0,0 4-5 0,-5 1-5 15,7-3 20-15,2 2-20 0,-1-1 11 0,0 0-11 16,1 1 5-16,1 0 0 0,0 0 10 0,0-4-15 0,0-2 15 16,3 0-10-16,-1-2 5 0,3-3-5 0,-1 1 0 15,0-3 0-15,1 0 0 0,0-1 0 0,0-12 0 0,0 13 10 16,1-2-15-16,0 0 15 0,-1-11-20 0,0 0 10 0,4 14-15 15,-4-14 10-15,0 0 0 0,6 10-6 0,-6-10 16 0,8 9-15 0,-8-9 10 0,7 6-5 16,-7-6 5-16,0 0-10 0,0 0 5 0,10 2 0 16,1-2-16-16,-1 0 1 0,0-3-6 0,-10 3-5 0,0 0-5 15,12-8-35-15,-12 8-26 0,7-7-72 0,2-3-31 0,-2 1-66 16,-2-1-31-16,2 0 34 0,0 2 131 0,-7 8 66 16</inkml:trace>
  <inkml:trace contextRef="#ctx0" brushRef="#br0" timeOffset="32572.12">32293 10247 577 0,'0'0'184'0,"-13"-1"-5"16,2-1 21-16,11 2 36 0,0 0-27 0,0 0-29 0,0 0-78 0,0 0-46 0,0 0-50 15,0 0 24-15,0 0 11 0,0 0 6 0,0 0-47 0,0 0 0 16,0 0 0-16,3-1 0 0,3 1 0 0,4-2 0 0,2 0 0 15,7 2 0-15,4 0 0 0,8 4 0 0,1-3 0 16,-7 2 0-16,0-2-216 0,5 2-91 0,4-1-51 0,-1-1-87 16,5 0 84-16,-1-3 181 0,5 2 90 0</inkml:trace>
  <inkml:trace contextRef="#ctx0" brushRef="#br0" timeOffset="35956.75">28866 7243 0 0,'0'0'204'0,"0"0"-112"0,-3-10 16 0,3 10 9 0,0 0-4 16,0 0-36-16,-5-10-32 0,5 10-39 0,0 0-6 16,0 0 5-16,0 0 0 0,0 0 10 0,0 0 11 0,0 0-11 15,-3 1 6-15,3-1-6 0,0 8-5 0,-4 2-4 16,3 3-17-16,-1 6 16 0,2 3-5 0,2 7-5 15,-2 2 10-15,0-6-5 0,0-3 6 0,0 0-6 0,-2 1-11 16,2 0-15-16,-2-2-30 0,1-2-15 0,2-2-11 0,-1 2-20 16,-1-3-1-16,1 3 6 0,0-5 10 0,0-1-5 0,0-1 5 15,0-1 54-15,0-11 16 0,0 0 9 0</inkml:trace>
  <inkml:trace contextRef="#ctx0" brushRef="#br0" timeOffset="36186.14">29049 7176 214 0,'0'0'123'0,"6"-12"-10"0,-6 12-6 0,0 0-15 0,0 0-15 15,0 0-11-15,0 0-14 0,0 0-6 0,0 0-16 0,0 0 6 16,0 0-10-16,0 0-1 0,0 0 6 0,10 0-26 0,-5 3 10 16,0 4-15-16,-1 4 6 0,-3 2-6 0,3 3 10 15,-3 3-5-15,3 5-10 0,-3-5 0 0,-1-1 10 0,2 0 0 16,0 2 0-16,-1-1-15 0,1 3 5 0,-2-2-11 0,2-1-9 15,-2-3-21-15,0 1-10 0,0 0-16 0,0 1-15 16,-2-1-21-16,0-4-20 0,2 3-10 0,-3 1-36 0,0-3 64 16,-1 1 55-16,-1-2 28 0</inkml:trace>
  <inkml:trace contextRef="#ctx0" brushRef="#br0" timeOffset="37026.11">28890 7479 342 0,'-4'-13'97'0,"4"13"1"0,0 0 14 0,0 0-25 16,0 0-10-16,0 0-36 0,0 0-11 0,0 0 1 0,-1-12 5 16,1 12-5-16,1-13-16 0,4 2 1 0,3 3-1 0,2-5-5 15,3 2-15-15,6-1 10 0,1-2-5 0,1 3-5 16,-1-2 10-16,0 1-5 0,2 1 5 0,-1 0-15 0,-1-2 5 16,0 3-10-16,0 0-11 0,0 2-20 0,-2 0 0 15,-3 2 10-15,0-1 0 0,-1-1 10 0,-3 3 11 0,-11 5 10 16,0 0 5-16,0 0 0 0,0 0 0 0,0 0 0 15,0 0 10-15,0 0-5 0,0 0 11 0,11-2 9 0,-11 2-10 16,0 0-4-16,0 0-1 0,0 0-15 0,0 0 5 0,0 0-5 16,0 0 5-16,0 0 10 0,9 3 5 0,-3 0-4 0,-1 3 4 15,-1 2 0-15,-2 3-14 0,2 6-1 0,-3 0 5 0,-1 3 0 16,0 0 0-16,0 1 5 0,3-1-15 0,-1 5 15 16,-2-4-10-16,4 1 26 0,-3-2 4 0,3-1-9 0,0 1-11 15,-2-3-10-15,1 0 10 0,-1-4-5 0,3-1 11 16,-4-1-11-16,-1-11 20 0,0 0-4 0,0 0-16 0,0 0 15 15,4 14 6-15,-4-14 25 0,0 0 6 0,0 0-6 0,0 0-16 16,0 0-9-16,0 0-16 0,0 0-4 0,0 0-6 0,0 0 0 16,4 0 0-16,-3-6 0 0,-1-3 0 0,1-2 0 0,-2-3 10 15,1-6-15-15,0-2 15 0,-5-5-20 0,6 7 10 16,-1-1-5-16,-1-1-6 0,1-2-14 0,1-2 10 0,2 1 5 16,-2-5 10-16,4 7 0 0,-4-1 0 0,3 2-11 15,0 0 6-15,-2 4 10 0,1 5 0 0,-3 13 21 0,0 0 4 16,0 0 1-16,0 0-6 0,0 0 6 0,0 0-16 0,5-12 6 15,-5 12-6-15,0 0 6 0,0 0-11 0,7-6-4 0,2 1-6 16,-3 4 0-16,3 2 0 0,1 4 10 0,1-1-5 16,0 0 0-16,1 1-5 0,-2-2-10 0,0 4 15 0,2-2-5 15,1-1 5-15,0-1-5 0,0 2-10 0,2 1 5 16,-4-1 10-16,4 1 0 0,-5-3 0 0,2 2-15 0,-12-5 5 16,8 6-11-16,-8-6-10 0,0 0 11 0,0 0-5 0,6 7 4 15,-1 1-4-15,-5-8-11 0,0 8 5 0,-2 1-9 16,-6 0-1-16,1 2-15 0,-4-2 15 0,-3-1-5 0,-1 1 5 15,-1-3-5-15,-1 0 21 0,0 3-11 0,1-3 21 16,-1-1-11-16,-1-2 6 0,0 1 5 0,0-2 5 0,-2 0 5 16,-2 1 0-16,6-3 0 0,1 1 0 0,0-1 10 0,4 3-5 15,0-3 10-15,11 0-10 0,0 0 11 0,0 0-1 0,0 0-15 0,0 0 0 16,0 0-5-16,0 0-5 0,0 0 15 0,0 0-5 0,0 0 15 16,0 0-10-16,0 0 21 0,0 0 5 0,0 0-1 0,0 3-4 15,2 5-6-15,6-3-9 0,2 0 4 0,2 0-10 16,3 0 11-16,4 0-11 0,3 0 0 0,-5-4-5 15,-2-2 10-15,2-1-15 0,-1 0 15 0,0-1-20 16,1 3 0-16,-1-2-21 0,-1-1-5 0,0 1-25 0,1-1-11 16,-2 2-10-16,0-1-10 0,-3-2 5 0,0 0 0 15,0 2 16-15,-1-2 14 0,0 0 1 0,-10 4 20 0,0 0-15 16,9-6 30-16,-2 0 6 0,2 0 5 0,0 0 5 0,-9 6 0 16,6-9 5-16,-1-3 0 0,-1-1 0 0,-2 1 0 15,-2 1 0-15,0-2-11 0,0-2 16 0,0 2-5 0,0 13 6 0,-1-12-6 0,0 0 0 16,1 12-31-16,-4-10-25 0,4 10-42 0,0 0-14 0,-4-9 56 15,4 9 28-15</inkml:trace>
  <inkml:trace contextRef="#ctx0" brushRef="#br0" timeOffset="38112.43">29688 7172 429 0,'-8'6'133'15,"-2"6"-92"-15,0 0 20 0,2-1 42 0,-1 0 4 0,-1 3-15 16,0 0-41-16,4 2-10 0,0 1-5 0,-2 3-5 0,3 2-26 0,0-1-5 0,4 0 5 16,0-1 0-16,1-1 1 0,1 1-6 0,0-2 0 15,4-3 0-15,0-2 0 0,0 0 0 0,3 0 0 0,-2-1 0 16,0-2-11-16,1-1-4 0,-7-9-6 0,8 8 1 0,-8-8-1 15,0 0-9-15,0 0 4 0,0 0 1 0,7 8 15 16,-7-8 5-16,0 0 5 0,0 0 0 0,0 0 0 0,0 0 0 16,5-1 0-16,-2-3 0 15,-1-4 0-15,0 0 0 0,-2-1 0 0,-2-5 0 0,0-3 0 16,-3-4-11-16,2 5 16 0,-2-2-25 0,3-3 15 16,-1 0-26-16,1-5 10 0,1 0-4 0,-3 4 4 0,3-2 11 15,2 0 5-15,-2 1 5 0,1 2 0 0,0 0 10 16,1 5 5-16,1 2 6 0,0 1 10 0,-2 13-6 0,1-13 1 15,-1 13 5-15,2-11 4 0,-2 11 17 0,0 0-6 0,5-11 0 16,2 2-5-16,1 4 0 0,-8 5 10 0,8-7-5 0,2 1 0 0,3 1-5 16,2 1-11-16,-2 1-14 0,2 5-11 0,2-4-5 0,-1 2 0 15,-1-1 0-15,5 1 0 0,-4-1 0 0,3 2 0 0,-2-1 0 16,-2 0 0-16,1 0 0 0,-1 1 0 0,0 1 0 16,-2-1 0-16,-1 1 0 0,-12-2 0 0,12 2 0 0,-12-2 0 15,0 0 0-15,0 0-10 0,0 0 15 0,0 0-5 16,5 8 5-16,-3 0-15 0,-2 0 15 15,-5 2-5-15,-2 0-5 0,-3 5 0 0,-4-4 0 16,-4 2 5-16,3-7-21 0,-1 1 0 0,0 2 6 0,0 0 10 16,-3-2-5-16,3-2 15 0,-3 1-5 0,2 1-5 15,2-1-10-15,-2 0-6 0,2-1 21 0,2 0 0 0,0 0-5 16,1 0 10-16,12-5-5 0,-9 5-5 0,-1 0 0 0,10-5 0 16,0 0-5-16,0 0 15 0,0 0-15 0,0 0 10 0,-7 7 5 15,7-7 0-15,0 0 10 0,0 0-10 0,0 6 31 0,0 4-21 0,5-2 21 16,2-1 5-16,1 2 25 0,6-3 1 0,1 2 0 0,2-4 4 15,-2 1-14-15,0-2 4 0,1 1-25 0,4-1 5 16,-1 0-5-16,-2-1-6 0,3 0-4 0,-1 0-16 0,-1 1-4 16,2-2-6-16,-1-1 0 0,1-1 0 0,-2 2 0 15,2-1 0-15,-4 0-16 0,1-3-133 0,-3 2-66 0,-14 1-76 16,15-1-63-16,-3 0-116 16,-12 1 194-16,0 0 138 0,0 0 69 0</inkml:trace>
  <inkml:trace contextRef="#ctx0" brushRef="#br0" timeOffset="41854.12">30674 8618 501 0,'0'0'71'0,"0"0"-65"16,0 0 4-16,0 0-10 0,0 0-5 0,0 0 0 0,0 0 0 16,0 0 15-16,0 0-15 0,0 0 5 0,0 0-5 0,0 0 5 0,0 0 0 0,0 0-11 15,10-3-35-15,-10 3 0 0,13-4-16 0,-2 5 16 16,-11-1-10-16,0 0 20 0,0 0 6 0,0 0-1 0,0 0 16 15,0 0 5-15,0 0 10 0,0 0 0 0,0 0 0 0,0 0-11 16,0 0 6-16,0 0 20 0,0 0-5 0,0 0 11 0,0 0-6 16,7 1-4-16,-7-1 4 15,0 0-10-15,0 0 11 0,0 0-1 0,8 3 5 0,-1 6 21 16,-7-9-10-16,0 0 10 0,0 0 5 0,0 0 0 0,0 0 20 0,4 10-4 16,-4-10 14-16,0 0 12 0,5 9-12 0,-5-9 6 0,0 0-15 15,1 12-1-15,-1-2 6 0,0 1-15 0,0-1-6 0,0 1-21 16,0-11-4-16,0 0-16 0,-1 11-4 0,2-1-6 15,-3 1 0-15,2 0 0 0,-3-2-11 0,3 2 16 0,0 0-5 16,-1 2 16-16,0-1-21 0,1 0 15 0,0 2-41 16,0 1-10-16,0 4-31 0,0-2-25 0,-3 0-16 0,2 1-9 15,1-1-1-15,-1 5 10 0,-2-3-4 0,2-2-1 0,0-1-15 16,-2 1 5-16,3-3 49 0,0 1 39 0,0-1 20 0</inkml:trace>
  <inkml:trace contextRef="#ctx0" brushRef="#br0" timeOffset="41985.19">30730 9117 424 0,'3'12'148'0,"-1"0"-20"16,-2-12-20-16,3 9-26 0,-3-9-36 0,0 0-16 0,1 12-19 16,-1-2-6-16,0 3-5 0,0-13 0 0,0 0 0 15,-1 11 0-15,-2-2-51 0,3 1-26 0,0-10-36 0,0 11-15 16,0-11 0-16,0 0-20 0,0 0 4 0,0 0 47 0,4 11 49 16,-4-11 24-16</inkml:trace>
  <inkml:trace contextRef="#ctx0" brushRef="#br0" timeOffset="42154.45">30787 9328 265 0,'5'10'143'0,"-5"-10"-4"0,0 0 4 0,2 10 0 16,-2-10-20-16,1 11-21 0,-1-1-15 0,0-10-35 0,0 8-17 15,0-8-24-15,2 10 4 0,-2-10-10 0,0 0 1 16,0 10-6-16,0-10 0 0,0 10 0 0,0-10 0 0,-2 10 0 16,2-10 0-16,0 10 0 0,2 0 0 0,-2-10-11 0,3 10-15 0,-2 0 1 0,-1-10-1 15,0 0 6-15,3 10 10 0,-3-10-26 0,1 12-20 16,-1-2-42-16,0-10-14 0,0 0-32 0,0 0-40 0,1 10-67 15,-1-10 116-15,0 0 67 0,0 0 34 0</inkml:trace>
  <inkml:trace contextRef="#ctx0" brushRef="#br0" timeOffset="43226.08">30068 10014 726 0,'0'0'107'0,"0"0"-14"0,0 0 24 15,0 0 21-15,0 0-5 0,0 0-25 0,0 0-47 0,0 0-25 16,0 0-26-16,0 0 6 0,-4 1-21 0,1 3 5 0,0 2-5 15,1 14 5-15,0 0 0 0,2 6 0 0,-1 6 0 16,-1 1 0-16,4-7-21 0,-1-1-20 0,-1-3-15 0,2-2-6 16,1 4-9-16,-1-7-6 0,1 1-35 0,2-1-17 0,-5-5-24 15,5 0-37 1,-5-12-40-16,4 14 33 0,-4-14 99 0,0 0 49 0</inkml:trace>
  <inkml:trace contextRef="#ctx0" brushRef="#br0" timeOffset="43557.83">30244 10033 680 0,'0'0'210'0,"0"0"-123"0,0 0-26 16,0 0 31-16,0 0-5 0,0 0 5 0,0 0-41 0,0 0-15 15,0 0-26-15,0 0-4 0,0 0-6 0,7 0 0 0,-1 5 0 16,-1 4 0-16,-1 2 0 0,-1 3 0 0,-1 2-11 15,-2 6-4-15,-2 4-16 16,2-7 16-16,0-2 5 0,0 0 0 0,-2 1 5 0,1-3 10 16,-1 0-10-16,2-1 5 0,-2-2-5 0,4 0 15 0,-2 0-5 15,2-3-10-15,1 1 0 0,-3-10 0 0,3 12 15 16,-3-12-5-16,5 9 0 0,2 0-5 0,-1-3 0 0,3-1 0 16,1 0 10-16,-2 1-5 0,3-3 1 0,-1-2 4 15,0-1-5-15,0-1 0 0,2 1-5 0,-2-1 0 0,-3-2 0 16,6-2 0-16,-6 3 0 0,3-3 0 0,-10 5-10 0,0 0-6 0,0 0-4 15,0 0-21-15,0 0-31 0,6-8-40 0,2 2-32 0,-6-3-45 16,3 0-42-16,-5 9-25 0,3-12 116 0,-6 1 70 0,2 0 35 16</inkml:trace>
  <inkml:trace contextRef="#ctx0" brushRef="#br0" timeOffset="43742.69">30290 10026 716 0,'0'0'255'15,"0"0"-101"-15,0 0-26 0,0 0 0 0,0 0-26 0,0 0-20 16,0 0-25-16,0 0-22 0,0 0-29 0,0 0 4 0,0 0-10 16,0 0 15-16,-1-9-20 0,1 9 5 0,5-8-5 0,1 0-5 15,3 2-36-15,2 1-52 16,0 0-40-16,6 0-62 0,0 4-45 0,-5 0-32 16,-2-2-30-16,-10 3 128 0,14 0 90 0,-14 0 44 0</inkml:trace>
  <inkml:trace contextRef="#ctx0" brushRef="#br0" timeOffset="43927.57">30252 10156 593 0,'-8'3'174'0,"-4"0"-52"0,12-3 1 0,0 0-20 16,0 0-42-16,0 0-25 0,0 0-5 0,0 0 5 15,0 0-16-15,0 0-9 0,0 0-1 0,0 0-5 0,2 3 0 16,3-4-5-16,5-4 0 0,0-1-10 0,6-1-47 0,3 0-45 15,2 1-62-15,5-2-36 16,-11 0-30-16,1 1-10 0,-1 4 76 0,3-1 82 16,-6-2 41-16</inkml:trace>
  <inkml:trace contextRef="#ctx0" brushRef="#br0" timeOffset="44105.94">30498 10131 270 0,'0'0'87'0,"0"0"-51"0,0 0-26 16,0 0 6-16,0 0-11 0,0 0 10 0,0 0-10 0,0 0 1 15,0 0-6-15,0 0 10 0,4 9-26 0,-2-8-20 16,6-2-51-16,1-1-20 0,3-5 0 0,3 4 53 0,3-2 27 16</inkml:trace>
  <inkml:trace contextRef="#ctx0" brushRef="#br0" timeOffset="44475.87">30782 9864 577 0,'0'0'144'0,"0"0"-1"16,-5-13 5-16,5 13-10 0,0 0-30 0,0 0-46 0,0 0-37 15,0 0-19-15,0 0-17 0,0 0 6 0,0 0 0 0,0 0 5 16,-7 0-10-16,1 4 15 0,-3 1-5 0,4 4 5 15,-1 3-15-15,2 7 15 0,2 3-15 0,-1 4 30 0,1-6 5 16,-1 3 16-16,2 2 10 0,0-1 6 0,-2-1 4 16,3 1-20-16,0-2-10 0,0-1 0 0,0-1-16 0,4-1 6 0,-3-3-16 0,-1-1 0 15,0-15-5-15,5 16 0 0,0-3 0 0,-1-1 0 16,1 0 10-16,-5-12 5 0,6 9-5 0,4-2-4 0,-1 1-6 16,2-5 20-16,-1 2-10 0,0-5-10 0,1 0 5 0,-1-2 5 15,-3-1 1-15,-7 3-6 0,10-5-5 0,-2-1 10 16,-1 0-5-16,-2-5 1 0,-5 11-6 0,3-11 10 0,0-1-15 15,-3 0 15-15,0 0-10 16,-5-2-5-16,2-1 10 0,-3-1-46 0,-1 0-5 16,-3 1-31-16,0-2 0 0,0 3-15 0,-2 2-25 0,1 0-6 15,1 4-26-15,-3 2 6 0,1 2-26 0,0 4-5 0,12 0-20 16,-13 5-47-16,3-4 134 0,0 3 53 0,-1 1 27 16</inkml:trace>
  <inkml:trace contextRef="#ctx0" brushRef="#br0" timeOffset="44814.55">30923 10104 531 0,'11'-8'210'0,"-11"8"-16"0,0 0 6 0,0 0-6 16,0 0-14-16,0 0-42 0,0 0-51 0,0 0-41 0,0 0-31 16,0 0-20-16,0 0 0 15,0 0 0-15,0 0-5 0,0 0-16 0,0 0-20 0,0 0-10 16,0 0-5-16,0 0 9 0,1 1 16 0,-1 2 0 0,0 1 21 15,-5 0-5-15,0 5 25 0,-1 2-15 0,-2 2 10 16,0 2 5-16,8-15-10 0,-4 6 5 0,1 4 5 0,3-10-10 16,-2 9 5-16,2-9 5 0,0 12-10 0,0-12 5 0,2 10-5 15,3-1 5-15,-5-9 0 0,5 9 0 0,2-2 0 0,0 2 10 16,2-3-5-16,-9-6 0 0,10 8 5 0,-1-2 5 0,-1-1 6 0,-8-5-1 16,0 0 1-16,9 7-11 0,0-2-4 0,-9-5 4 0,0 0-5 15,0 0 20-15,0 0-4 0,0 0 15 0,0 0 10 0,0 0-31 16,0 0 6-16,0 0-31 0,0 0 20 0,0 0-10 0,0 0-5 15,2 10 0-15,-2-3-31 0,-2 1-21 0,-6-1-30 16,2 0-30-16,-4 4-27 0,-2-6-45 0,-6 2-72 0,7-4-82 16,0 0 108-16,-3 1 117 0,4-1 59 0</inkml:trace>
  <inkml:trace contextRef="#ctx0" brushRef="#br0" timeOffset="45631.42">31412 8697 245 0,'0'0'107'0,"0"0"-4"0,0 0 9 0,0 0-4 15,-8-9 30-15,8 9-20 0,0 0-11 0,0 0-10 0,0 0-20 16,0 0-5-16,0 0-21 0,0 0 5 0,0 0-10 0,0 0-10 16,0 0-21-16,0 0 1 0,0 0-21 0,0 0 5 0,0 0-16 0,0 0 21 0,0 0-5 15,0 0 6-15,0 0-17 0,0 0 16 0,0 0-5 0,-6 4-5 16,6-4 10-16,-5 5-5 0,0 2 6 0,1 3-17 16,1 8 16-16,1-5-5 0,-1 3 6 0,3-16-6 0,-3 17-11 15,3-17 6-15,-2 9 10 0,2-9 0 0,0 0-10 0,0 0 10 16,-3 10-15-16,3-10 20 0,0 0-10 0,0 0 6 0,0 0 4 15,0 0-15 1,0 0 5-16,0 0-5 0,0 0 15 0,0 0-5 0,0 0-10 16,0 0 0-16,0 0 10 0,0 0 0 0,0 0-10 0,0 0 10 15,0 0-15-15,0 0 20 0,0 0-20 0,0 0 10 0,0 0-16 16,0 0 11-16,0 0 0 0,0 0 5 0,0 0 0 0,0 0 0 16,0 0-10-16,0 0 5 0,0 0 10 0,0 10 10 15,1 0-5-15,-2-1 6 0,4 2-11 0,-3 2 10 0,5 2-10 16,-3 0 1-16,1 2 4 0,0 1-5 0,-1 2-10 0,3-1 0 0,-4 4 10 0,3-1 0 15,-1 3 0-15,1 1-15 0,0 0 15 0,1 3-5 16,-1-1 5-16,-1 3-5 0,0 0 0 0,2 1 0 0,-1 1-10 16,-1-2-6-16,0 1-15 0,-1 1 16 0,1 2 5 15,0-3 10-15,1-4-10 0,-1 1 15 0,-1-1-5 0,-2 1-5 16,0-3 0-16,1-4-21 0,-1-4-25 0,-1 1-10 0,-1-2-37 16,2-17-9-1,0 15-47-15,0-15-4 0,0 0-32 0,0 0-76 0,0 0 92 16,0 0 87-16,0 0 44 0</inkml:trace>
  <inkml:trace contextRef="#ctx0" brushRef="#br0" timeOffset="46179.21">31379 10083 465 0,'-1'-12'158'0,"1"12"1"0,0 0 0 16,0 0-6-16,0 0-35 0,0 0-21 0,0 0-5 0,0 0-5 16,0 0 0-16,0 0-5 0,0 0-10 0,3-10-6 15,-3 10-14-15,5-8-17 0,-5 8 1 0,5-6 0 0,3 1-16 16,-8 5 1-16,10 0-6 0,-2 1-14 0,2 3-1 0,-10-4 5 0,10 4 0 0,2 2 0 15,-6 0-15-15,-6-6 15 0,7 9-15 0,-2 0 20 16,-2 1-10-16,0 1 5 0,-3 0-15 0,0 4 15 0,-5-2-15 16,2 2 10-16,-4 0-5 0,3-1 5 0,-6 2 0 15,3-1 0-15,-3-3 0 0,4 1 0 0,-3-2 0 0,1 0 0 16,0-1 0-16,-2 0 0 0,10-10 0 0,0 0 0 0,0 0 0 16,-5 7 0-1,5-7-11-15,0 0 6 0,0 0-10 0,0 0-11 0,0 0-20 16,0 0 0-16,0 0-11 0,0 0-9 0,0 0 0 0,0 0-11 15,0 0-31-15,0 0-30 0,0 0-72 0,0 1-30 0,3-2-47 16,4 0-20-16,0-6 156 0,2-2 76 0,3-2 37 0</inkml:trace>
  <inkml:trace contextRef="#ctx0" brushRef="#br0" timeOffset="46448.71">31595 10061 854 0,'0'0'220'16,"0"-13"-26"-16,0 13 11 0,0 0-16 0,0 0-40 0,0 0-62 15,0 0-41-15,0 0-31 0,0 0-9 0,0 0-6 0,-3-2 0 16,-1 7 0-16,-4 0 0 0,3 0 0 0,-5 2-11 16,0 6-25-16,2 3-15 15,1 1 0-15,6-3-6 0,0-2 11 0,0 1 11 0,-2-2 20 16,3 2-1-16,0-1 11 0,0-12 0 0,0 11 5 0,0 0 0 16,3 0 0-16,-3-1 0 0,0-10 0 0,2 10 0 15,-2-10 0-15,5 11 0 0,0-1 0 0,1-1 10 0,-1-2-5 16,4 1 1-16,0-4-6 0,-9-4 0 0,10 5 0 15,2-1 0-15,-2-1 10 0,1-3-15 0,-1 0 5 0,2-2-26 16,-12 2-15-16,0 0-26 0,10-1-10 0,0-3-25 0,-10 4-10 0,10-5-21 0,-10 5-16 16,0 0-19-16,8-7-42 0,0-2-62 0,-2 1 119 15,-2-2 76-15,-2-1 39 0</inkml:trace>
  <inkml:trace contextRef="#ctx0" brushRef="#br0" timeOffset="46633.68">31583 9994 603 0,'-10'-4'215'0,"10"4"-67"0,0 0-20 0,0 0-25 16,0 0-21-16,0 0-16 0,0 0 5 0,0 0-14 15,0 0-6-15,0 0-31 0,0 0-9 0,0 0-11 0,0 0-10 16,0 0 15-16,0-9-5 0,2 4 5 0,3-1-26 0,4 1-40 16,3 2-36-16,3-4-42 15,4 2-24-15,-1-1-67 0,-8 1-21 0,2 0-51 0,-12 5 156 16,0 0 73-16,0 0 37 0</inkml:trace>
  <inkml:trace contextRef="#ctx0" brushRef="#br0" timeOffset="46834.18">31538 10077 890 0,'0'0'117'0,"0"0"-25"0,-9 6 1 0,9-6-22 16,-2 10-25-16,2-10-10 0,0 0-21 0,0 0-4 0,0 0-11 15,0 0 0-15,0 0 0 0,0 0 0 0,2 3-31 16,6-3-15-16,0-5-26 0,6 1-35 0,2-2-21 0,5-2-56 16,3-2-11-16,0-3-35 15,-5 4 41-15,-1 3 94 0,1 3 48 0</inkml:trace>
  <inkml:trace contextRef="#ctx0" brushRef="#br0" timeOffset="47040.88">31806 10033 485 0,'-14'9'174'0,"14"-9"-46"16,0 0-15-16,0 0-26 0,0 0-36 0,0 0-31 0,0 0-4 16,0 0-1-16,0 0 16 0,0 0-16 0,0 0-4 0,0 0-1 15,0 0-5-15,0 0 0 0,-5 6-5 0,10-4 0 0,3 0-10 16,3-2-6-16,2-1-45 0,2-2-41 0,3-2-42 15,5 2-35-15,-13-2-36 0,1 0-5 0,4 0 110 0,-15 5 55 16</inkml:trace>
  <inkml:trace contextRef="#ctx0" brushRef="#br0" timeOffset="47856.15">32081 9932 624 0,'0'0'199'15,"0"0"-25"-15,-8-9-10 0,8 9-6 0,0 0-20 0,0 0-30 16,-8-9-36-16,9-3-31 0,-1 12-16 0,0 0-24 0,0 0 9 16,0 0-10-16,0 0-5 0,0 0-11 0,0 0 6 0,0 0 5 15,0 0-16-15,0 0 1 0,0 0-6 0,0 0 16 16,0 0-5-16,0-14 10 0,0 14 0 0,1-16 5 0,-1 16 0 16,0 0 0-16,0 0 10 0,0 0-15 0,0 0 5 0,0 0-5 15,0 0 15-15,0 0-5 0,0 0 0 0,0 0 15 0,0 0 1 16,0 0 15-16,0 0 10 0,0 0 0 0,0 0 0 0,0 0 5 15,0 0-5-15,0 0 10 0,0 0-9 0,0 0-11 16,0 0-36-16,0 0 0 0,0 0 0 0,0 0 0 0,0 0 0 16,0 0 0-16,0 0 0 0,0 0 0 0,0 0 0 0,0 0 0 15,0-7 0-15,0 7 0 0,0 0 0 0,0 0 0 0,0 0 0 16,0 0 0-16,0 0 0 0,0 0 0 0,0 0 0 0,0 0 0 16,-1 2 0-16,0 3 0 0,-2 5 0 0,2 1 0 15,0 4 0-15,-3 4 0 0,0 3 0 0,-1 3 0 0,3-8 0 16,-1-1 0-16,1-2 0 0,0 2 0 0,1-1 0 15,2 0 0-15,-2-1 0 0,2-2 0 0,-1 0 0 0,2 0 0 16,-1 4 0-16,0-6 0 0,2 2 0 0,-3-12 0 0,0 0 0 16,1 9 0-16,-1-9 0 0,4 10 0 0,1 0 0 15,-5-10 0-15,0 0 0 0,0 0 0 0,0 0 0 0,0 0 0 16,0 0 0-16,0 0 0 0,6 5 0 0,-6-5 0 0,6 3 0 16,3-3 0-16,-1-1 0 0,0-4 0 0,1-2 0 0,-2-2 0 15,1-2 0-15,-3 0 0 0,0 1 0 0,-2-1 0 16,1-2 0-16,-1 2 0 0,-1 0 0 0,1-2 0 0,-3 13 0 15,2-10 0-15,-2 1 0 0,0 9 0 0,-1-12 0 0,0 1 0 16,1 11 0-16,-3-10 0 0,3 10 0 0,-4-10 0 16,4 10 0-16,-6-10 0 0,0 4 0 0,-3-1 0 15,-1-1-42-15,10 8-45 0,-9-2-25 0,-1-1-6 0,10 3-5 0,-11 2 0 0,0 3-20 0,4-2-31 16,7-3-21-16,-9 7-30 0,9-7-20 0,-9 7 15 0,-1 3 115 16,3-1 57-16</inkml:trace>
  <inkml:trace contextRef="#ctx0" brushRef="#br0" timeOffset="48620.6">31958 10722 675 0,'0'0'204'15,"0"0"1"-15,0 0 15 0,0 0 5 0,0 0 1 0,0 0-42 0,0 0-76 0,0 0-108 16,0 0 0-16,0 0 0 0,0 0 0 0,0 0 0 0,0 0 0 16,0 0 0-16,0 0 0 0,0 0 0 0,0 0 0 15,0 0 0-15,0 0 0 0,0 0 0 0,0 0 0 0,0 0 0 16,-3 6 0-16,3-6 0 0,0 0 0 0,-5 5 0 0,-3 2 0 15,1-3 0-15,-1 0 0 0,8-4 0 0,-10 5 0 0,-3 4 0 16,0-3 0 0,8 1 0-16,1 6 0 0,3-6 0 0,2 4 0 0,-1 2 0 15,2-4 0-15,1-1 0 0,-3-8 0 0,5 11 0 0,2-2 0 16,5 1 0-16,-2 1 0 0,-1-2 0 0,2 0 0 16,0 0 0-16,0 1 0 0,-11-10 0 0,10 6 0 0,-2 3 0 15,-1-3 0-15,-7-6 0 0,0 0 0 0,0 0 0 0,7 6 0 16,-7-6 0-16,0 0 0 0,0 0 0 0,0 0 0 15,0 0 0-15,0 0 0 0,0 0 0 0,0 0 0 0,0 0 0 0,0 0 0 0,0 0 0 16,-2 7 0-16,2-7 0 0,-2 5 0 0,-3-1 0 0,-5-1 0 16,-1-2 0-16,-2-2 0 0,-2-2 0 0,-4 0 0 15,9 0 0-15,-1-3 0 0,0-1 0 0,2 2 0 0,-1 1 0 16,10 4-1-16,-10-5-224 0,0 1-67 0,10 4-35 0,0 0-52 16,0 0-66-16,-8-5 256 0,8 5 94 0,0 0 48 0</inkml:trace>
  <inkml:trace contextRef="#ctx0" brushRef="#br0" timeOffset="48743.1">32065 10930 1115 0,'0'0'209'0,"0"0"-80"0,0 0-32 16,0 0-51-16,0 0-36 16,0 0-36-16,0 0-61 0,0 0-71 0,0 0-119 0,0 4-137 15,0-4 92-15,0 0 161 0,0 0 80 0</inkml:trace>
  <inkml:trace contextRef="#ctx0" brushRef="#br0" timeOffset="56541.38">30326 11337 102 0,'0'0'20'15,"0"0"41"-15,0 0 16 0,0 0 0 0,0 0-21 0,0 0-20 16,0 0-21-16,0 0 1 0,-1 1-1 0,-4-1-15 0,-3 3 10 0,-4 3-20 0,-3 1 20 15,-6 0-10-15,-2 1 6 0,-3 10-6 0,3-2 0 0,2 1 0 16,-4 0 0-16,4 0 0 0,-4-1 0 0,5 1-11 16,-1-2 16-16,1 2-5 0,4-3-5 0,1 0 10 0,5-1-15 15,-1-2 10-15,2-1-5 0,9-10 5 0,-8 11 0 0,8-11 0 16,0 0 10-16,-1 12-5 0,1-12-10 0,-2 10 0 16,5-2 10-16,-3-8 0 15,5 9-10-15,3-3 10 0,2 2-5 0,2-1 6 0,4-3-6 16,-3-1 0-16,2 2 10 0,0-1 5 0,0 0 26 15,1 0-10-15,-1-2-1 0,0-1-19 0,0 2-6 0,-1-2 5 16,-2 1 5-16,3-2 6 0,-4-1-11 0,3 0 5 0,-3 0-10 16,-1 0 1-16,0-3-6 0,2 1 10 0,-4-3 15 15,1 1 1-15,-3-2 10 0,1-2-21 0,-7 9 6 0,6-7-16 16,-1-6 10-16,-1 3-10 0,-3-1 1 0,1 0-6 0,-2 1 0 0,0-4 10 16,-2 3-15-16,1-1 5 0,-1 1-5 0,-1-2 15 0,-1 2-15 15,-1-3 15-15,2 3-10 0,-2 0 5 0,0 0-15 0,-1 1 5 16,-1 0 10-16,2 1-10 0,0 1 5 0,5 8-46 15,-8-9-46-15,8 9-57 0,0 0-46 0,-7-9-7 0,7 9 101 16,0 0 51-16</inkml:trace>
  <inkml:trace contextRef="#ctx0" brushRef="#br0" timeOffset="56810.87">30497 11284 409 0,'0'0'97'0,"0"0"-36"15,0 0 1-15,0 0 9 16,0 0 6-16,0 0-5 0,0 0-6 0,0 0-25 0,0 0 0 16,5 6-5-16,-3 4 5 0,3 1-21 0,-5 1 11 0,-2 3-11 15,-1 1 6-15,-3 5-16 0,0 1 6 0,3-6-1 0,2 0-5 16,-4 0-4-16,2 0 4 0,3 3-5 0,-3-1-10 16,1 0 10-16,2-2-5 0,2 0 5 0,-1-1-5 0,1 0 0 15,1-1 10-15,1-2-5 0,2-2 1 0,-1-1-17 16,-5-9 16-16,5 10-5 0,-5-10 6 0,6 9-6 0,-6-9 0 0,5 8 0 0,2 0 0 15,-7-8-11-15,0 0-4 0,7 6-57 0,-7-6-46 0,5 9-45 16,-5-9-6-16,0 0-10 0,0 0 0 0,0 0-3 16,0 0 91-16,0 0 46 0</inkml:trace>
  <inkml:trace contextRef="#ctx0" brushRef="#br0" timeOffset="56995.93">30433 11513 414 0,'-10'-4'153'0,"10"4"-25"0,0 0 10 0,0 0-5 0,-8-7-36 16,8 7-20-16,0 0-25 0,0 0-6 0,0 0-5 15,0 0 0-15,0-6-11 0,2-2-4 0,7 1-6 0,3-2-10 16,7 0-4-16,2 1-17 0,4-1-4 0,5 3-16 0,-5 2-35 0,1-3-42 0,-3 3-25 16,3 2-51-16,-1-2-21 0,1 3-81 0,-1-6 99 15,1 5 94-15,1-1 46 0</inkml:trace>
  <inkml:trace contextRef="#ctx0" brushRef="#br0" timeOffset="57813.7">29853 10446 142 0,'0'8'62'0,"5"-1"9"0,4 0-19 0,4 0 9 16,7-1-15-16,5-1 0 0,7 0-5 0,4 1 0 0,0-1 0 16,1-1-10-16,5 0-16 0,-1-1 11 0,2 2-16 0,-1-2 10 15,4-1-5-15,0 1-4 0,0-2 4 0,4 2 0 16,-2-5-4-16,1 2-6 0,3 0-5 0,-5-1 0 0,2 1 0 0,-1-2 0 16,0-1 10-16,-5-1-5 0,2 3 1 0,-2-5-6 0,-4 1 10 15,-1 0-5-15,0-2 0 0,-2-2-5 0,-7 2 10 0,2-1 16 16,-3-3 20-16,-1 0-21 0,-2 0 1 0,-4-3-11 15,-2 0 16-15,-2 2-16 0,-1-3 6 0,-2-2-6 0,-4 1-5 16,-4-3-4-16,4-2-6 0,-4 1 0 0,-2-2 0 0,-3-1 0 16,-1-3 10-1,0-2-15-15,-1-3 5 0,-4-3-5 0,-2-3 5 0,-6 0 0 16,3 0-11-16,-5-4-14 0,-1 2-1 0,-4 1-10 0,-2 3 11 16,-5 0 10-16,-4 6-1 0,-2 1 11 0,-5 4-10 15,-2 2 10-15,-6 1 0 0,-1 6 5 0,-5 3 0 0,-1 3 0 16,0 2 0-16,1 0-11 0,-2 2 16 0,3 2-15 15,0 3 20-15,0 0-10 0,5 0 6 0,-2-1-6 0,1 5 0 16,2-1 0-16,-1 3 0 0,3-1 0 0,-2 3 0 0,3 1 0 0,2 3 20 16,1 2-10-16,3 0 11 0,0 5-16 0,3-2 0 0,0 6-5 15,1-1 0-15,2 4 0 0,3 1 10 0,-3 4-15 0,5 2 15 16,-1 1-20-16,5 2 20 0,1-1-10 0,5 2 6 16,3-1-6-16,4 0 10 0,3-2-5 0,5-1 10 0,5 1-20 15,3-3 5-15,4 0 5 0,3-2 0 0,6 0 1 16,1-3-6-16,6-2 10 0,-1-1-5 0,3-4-10 0,5-1 0 0,0 0 10 0,3-2-10 15,-2-2 5-15,0 0-46 0,-1 1-77 0,1-4-52 0,-2 1-91 16,-2-4 67-16,-6 2 99 0,3-2 50 0</inkml:trace>
  <inkml:trace contextRef="#ctx0" brushRef="#br0" timeOffset="67925.29">30797 8577 214 0,'-10'-1'118'0,"10"1"-36"0,0 0-11 0,-10-1 1 0,10 1-5 0,0 0 9 0,0 0-9 15,0 0-1-15,0 0-4 0,0 0-21 0,0 0 0 0,0 0-6 16,0 0-4-16,0 0-6 0,0 0 6 0,0 0-16 15,0 0 6-15,0 0-26 0,0 0 15 0,0 0-10 0,0 0 6 16,0 0-6-16,0 0 0 0,0 0 0 0,0 0 0 0,0 0-11 16,0 0 6-16,0 0 0 0,0 0 15 0,0 0-5 0,0 0 1 15,0 0-6-15,0 0 0 16,0 0 10-16,0 0 15 0,0 2 11 0,5 1-5 0,-2-3-6 16,6 2-14-16,2 1-6 0,2 2 5 0,4 1 5 15,3 2 6-15,-11-5 9 0,1 2-14 0,2 0 14 0,1 0-9 16,3 0 4-16,-1 0-14 0,3-1-6 0,-1-2-5 15,3 4 0-15,2-2 0 0,1 1 10 0,-2-1-15 0,2 0 5 16,-1-1-5-16,2 2 5 0,-4 3 0 0,6-5 0 16,-4 4 0-16,2-2 0 0,-1 0 10 0,-1 1-15 0,-1-1 5 0,0 2 5 0,-1-3-20 15,-1 1 20-15,-3-3-10 0,-1 3 10 0,-1-1-5 0,-1-2 0 16,-2 1 10-16,-1-2-15 0,-10-1-5 0,0 0 0 16,10 3 15-16,-10-3 0 0,0 0 10 0,0 0-20 0,0 0 15 15,0 0-10-15,0 0 6 0,0 0-6 0,0 0 0 0,0 0 0 16,0 0 0-16,0 0 0 0,0 0 0 0,0 0 0 0,-1 0 0 15,-3 2 0-15,-2-2 0 0,-6-1 0 0,1 0 0 0,-6-3 0 0,-3 1 10 16,-3 0-15-16,4 1 5 0,1-5-5 0,-2 6 5 0,-1-2 0 16,-3 0 0-16,1 0-11 0,-2-1-35 0,-1 2 10 15,-1 1-10-15,-2-1 21 0,-3 0 10 0,0 2 10 0,1 0 5 16,-4 1 10-16,-1 2-5 0,2-2-10 0,-1 0 0 0,0 2 0 16,4-1 5-16,-2-1 10 0,4 2-5 0,0-2-10 15,2 2 10-15,2-3-15 16,1 1 20-16,3 0-20 0,5-1 20 0,-1 5-10 0,5-7 5 15,12 2 5-15,0 0-5 0,0 0-10 0,0 0 0 0,0 0 10 16,0 0 0-16,0 0 1 0,0 0-6 0,0 0 10 16,0 0-5-16,0 0 0 0,1 4 5 0,8-4-15 0,3 3 5 15,6-2-5-15,7 2 5 0,1 0 0 0,10-3 10 16,0 0-15-16,-4 2 676 0,-32-2-1695 0,38 2 1 16,2-1 1023-16,1 2 0 0,-2 1 0 0,1-1 0 0,0 3 0 0,-3 11 0 0,3-12 0 15,-13 0 0-15,-3 1 0 0,4-5 0 0,-8 1 0 16,1 3 0-16,-1-3 0 0,-5-10 0 0,-2 5 0 0,-1 1 0 15,-12 2 0-15,0 0 0 0,0 0 0 0,0 0 0 16,0 0 0-16,0 0 0 0,0 0 0 0,0 0 0 0,0 0 0 16,0 0 0-16,0 0 0 0,0 0 0 0,0 0 0 0,4-8 0 15,-4 8 0-15,-4-4 0 16,-2-1 0-16,-8-6 0 0,-1-3 0 0,-4 3 0 16,-4 5 0-16,-6-7 0 0,5 11 0 0,3-9 0 0,-1 2 0 15,-2 0 0-15,-1 6 0 0,1-4 0 0,-2-4 0 16,1 5 0-16,-1 0 0 0,1 3 0 0,0-3 0 0,1 5 0 15,2-3 0-15,2 2 0 0,1 3 0 0,2-1 0 16,2-1 0-16,-2-1 0 0,17 2 0 0,0 0 0 0,0 0 0 16,0 0 0-16,0 0 0 0,0 0 0 0,0 0 0 0,0 0 0 0,0 0 0 0,0 0 0 15,0 8 0-15,5-6 0 0,7 2 0 0,3 4 0 16,7 0 0-16,4 1 0 0,5 0 0 0,4 2 0 0,-8-6 0 16,-1 0 0-16,0 5 0 0,1-5 0 0,-3-7 0 15,1 12 0-15,-2-6 0 0,-1 3 0 0,2-2 0 0,3 20 2047 16,-8-20-2047-16,3 1-2047 0,1 6 2047 0,-3-9 0 15,1 13 0-15,-2-19 0 16,-2 8 0-16,-1-29 0 0,-1 30 0 0,0-22 0 0,-1 5 0 16,1-3 0-16,-7-12 0 0</inkml:trace>
  <inkml:trace contextRef="#ctx0" brushRef="#br0" timeOffset="80927.12">3732 8220 557 0,'0'0'51'0,"0"0"-35"0,-2-10 19 16,2 10 6-16,-8-10-5 0,8 10-11 0,-5-9-4 0,5 9-11 15,-5-9-4-15,5 9 4 0,0 0-5 0,-8-10 0 16,1 2-15-16,7 8 15 0,0 0-5 0,0 0 15 0,-8-7-20 15,2-2 15-15,6 9-10 0,-8-8 16 0,3-2-1 0,5 10 5 0,-6-10-9 0,6 10 4 16,-6-8-10-16,-4 2 1 0,0 2-6 0,-4-2 0 16,3 6 0-16,-3-2 0 0,2 2 0 0,-4 2 0 0,-2-2 0 15,6 3 0-15,-7-2 10 0,4 3 15 0,-6-3 21 0,1 3 20 16,-3-2-9-16,5 1 4 0,-2-1-25 0,-2-1-5 16,5 3-11-16,-2-1-19 0,2-3 19 0,-2 1-5 0,3 0 1 15,0 0-1-15,-2 2-10 0,2 2 1 0,-2-3-6 0,0 3 0 0,-2 3-11 16,0 0 16-16,-1 0-5 0,-1 0-5 0,1 1 10 0,-3-1-15 15,3 4 10-15,-4-1-5 0,-1 0 5 0,1 0 10 0,-2 1-15 16,2 2 15-16,-2 1-20 0,1 4 10 0,-2-5 5 16,3 0-10-16,2 4 5 0,-1-3-5 0,2 3 15 0,-2-3-15 15,3 3 5-15,-1-2-5 0,-1 1 5 0,2 0 10 16,-2 0-5-16,3 1-10 16,-1-1 10-16,-3 5-15 0,3-4 20 0,0 1-10 0,1 2 6 15,-4 1-6-15,3 3 0 0,1-3 0 0,-6 2 0 16,5 2-11-16,-4 1 16 0,4 2-15 0,-4-3 20 0,3 1-20 15,-3 0 10-15,0 2 5 0,4 1 0 0,-1-2 1 0,-1-2-17 16,2 1 6-16,0 2 10 0,1-2-10 0,-3 1 15 16,5 1-20-16,-2 1 20 0,2-1-20 0,0 0 10 0,1 0-5 15,-1 2 5-15,-1 0 0 0,1 1 0 0,2 0 0 0,0 2 0 0,-3 2 10 16,2-1-15-16,-2 2 5 0,3-1-5 0,-3 3 5 0,0 0 0 16,1-1 0-16,0 2 0 0,1-1 0 0,-1 4 10 15,0-2-25-15,0-3 20 0,1 2-10 0,0-3 10 0,2 4-5 16,3-2 0-16,1 0-10 0,-2 1 5 0,2 0 10 0,2 3-10 15,2-2 15-15,-2 0-20 0,2 0 20 0,-2 0-20 16,0-2 10-16,3-3-5 16,1 2 15-16,0-1-5 0,0 1-10 0,0 2 10 0,0-3-15 15,2 3 20-15,1 1-20 0,2 1 10 0,-1-1-5 16,-3-3 15-16,3 3-15 0,-1-1 5 0,0 0 5 0,4-1-10 16,-2-1 15-16,2-1-20 0,-1 0 10 0,3 1-5 15,-3 1 5-15,3-3 0 0,-3 0-11 0,3 0 16 0,-3 1 5 16,4 1-9-16,-1 1-1 0,-3-3-5 0,4 0 5 0,0-2 0 15,0 1 10-15,0 1-5 0,1-4-21 0,-1-1 16 0,3-1-15 0,-1-1 25 16,-2 2-10-16,4-2 6 0,-3 0-6 0,3-3 0 0,-2 3 0 16,3-2-11-16,-1 0 6 0,-3 0 0 0,5 2 15 15,2-5-5-15,-4 4 1 0,1-1 4 0,0-1-15 0,0 0 5 16,2-4-5-16,1 4 5 0,-2 0 0 0,1 1-11 0,1-5 16 16,-2 1-5-16,3-1 6 0,1-1-6 0,0 3 10 15,-4-5-15-15,3 4 5 0,-2-2 5 0,3-1-10 0,-1-2 5 0,-2 2-5 0,3 1 25 16,0 0-10-16,-1-3-10 0,-2-1-5 0,3 2 10 15,0 0-10-15,0 2 15 0,-1-1-10 0,0-2-5 0,1 2 0 16,-3-1 10-16,2 4 0 0,0-3 1 0,-1-1-17 0,0 0 6 16,2 0 0-16,-1-1 15 0,-2 0-5 0,-2 0-10 15,4-3 0-15,-2-1 10 0,3 1-10 0,-2-1 15 0,-1 1-20 16,4 0 10 0,-2-1-5-16,2-2 5 0,-2 1 0 0,-1-1 0 0,-1 0 0 15,-1 2 0-15,2-4 0 0,-3-1 0 0,0 2 0 0,4-2 0 16,-4 3 0-16,2-3 0 0,-3-1 10 0,1 1-15 15,-3 0 15-15,3-1-10 0,-10-8 6 0,9 9-17 0,-3-1 6 16,3-4 10-16,-3 5-10 0,-6-9 15 0,6 6-20 0,-6-6 10 16,10 8 5-16,-2 0-10 0,-8-8 5 0,0 0 5 15,0 0-10-15,7 7 5 0,2 0 5 0,-9-7-10 0,0 0 5 0,6 6 5 0,-6-6-10 16,10 10 5-16,-10-10-5 0,0 0 5 0,0 0 0 0,0 0 0 16,0 0 10-16,7 6-15 0,-7-6 15 0,0 0-10 0,0 0-5 15,0 0 10-15,0 0-15 0,0 0 20 0,0 0-10 0,0 0 6 16,10 9-6-16,-10-9 0 0,0 0 0 0,0 0 0 15,0 0-11-15,0 0 16 0,0 0 5 0,0 0 21 0,0 0 25 16,0 0 16-16,0 0 20 16,0 0-5-16,0 0 0 0,0 0-5 0,0 0 0 0,0 0 0 15,0 0-61-15,0 0-21 0,0 0 0 0,0 0 0 0,0 0 0 16,0 0 0-16,0 0 0 0,0 0 0 0,0 0 0 0,0 0 0 16,0 0 0-16,0 0 0 0,0 0 0 0,0 0 0 0,0 0 0 15,0 0 0-15,0 0 0 0,0 0 0 0,0 0 0 16,0 0 0-16,0 0 0 0,0 0 0 0,0 0 0 0,0 0 0 15,0 0 0-15,-3 1 0 0,3-1 0 0,-4-1 0 0,-4 0 0 0,1-4 0 0,-3 2 0 16,-2-2 0-16,-2 1 0 0,14 4 0 0,-17-8 0 16,17 8 0-16,0 0 0 0,0 0 0 0,-10-1 0 0,0 0 0 15,1-2 0-15,-2 2 0 0,-1 0 0 0,0-1 0 0,12 2 0 16,0 0 0-16,0 0 0 0,-12-1 0 0,-1 0 0 0,13 1 0 16,0 0 0-16,-11-1 0 0,1-1 0 0,-3 2 0 15,3-1 0-15,10 1 0 16,0 0 0-16,-13-2 0 0,1-1 0 0,2 2 0 0,-3-1 0 15,1 0 0-15,-3 0 0 0,3-1 0 0,-2 0 0 16,4 4 0-16,10-1 0 0,-10-3 0 0,10 3 0 0,-12-2 0 16,12 2 0-16,0 0 0 0,0 0 0 0,-10-3 0 0,10 3 0 15,0 0 0-15,0 0 0 0,0 0 0 0,0 0 0 0,-13-2 0 16,13 2 0-16,0 0 0 0,-8-3 0 0,8 3 0 16,0 0 0-16,-9-5 0 0,-1 4 0 0,10 1 0 0,0 0 0 0,0 0 0 0,0 0 0 15,-10-6 0-15,10 6 0 0,-10-2 0 0,-1-1 0 0,11 3 0 16,-9-1 0-16,9 1 0 0,0 0 0 0,-11-3 0 15,11 3 0-15,0 0 0 0,0 0 0 0,0 0 0 0,0 0 0 16,0 0 0-16,-9 0 0 0,9 0 0 0,0 0 0 0,0 0 0 16,0 0 0-16,-10-2 0 0,10 2 0 0,0 0 0 0,0 0 0 15,0 0 0-15,0 0 0 0,0 0 0 0,0 0 0 0,0 0 0 0,0 0 0 0,0 0 0 16,0 0 0-16,0 0 0 0,0 0 0 0,0 0 0 0,0 0 0 16,0 0 0-16,0 0 0 0,0 0 0 0,0 0 0 0,0 0 0 15,0 0 0-15,0 0 0 0,0 0 0 0,0 0 0 16,0 0 0-16,-1 5 0 0,1-5 0 0,0 4 0 0,5 1 0 15,-2 1 0-15,5 4 0 0,2-2 0 0,0-1 0 16,5 5 0-16,-6-8 0 0,-2 3 0 16,-7-7 0-16,10 6 0 0,-1-1 0 0,0-2 0 15,-1 3 0-15,6 1 0 0,1 0 0 0,-1-1 0 0,-2-3 0 16,3 2 0-16,0 0 0 0,0 2 0 0,1-4 0 16,-2 4 0-16,-1-4 0 0,0 1 0 0,0 1 0 0,-3-3 0 15,4 6 0-15,-3-4 0 0,0-1 0 0,-1 0 0 16,0 0 0-16,0 1 0 0,1 0 0 0,3 1 0 0,-3-4 0 15,-1 3 0-15,5-2 0 0,-4 2 0 0,-1 0 0 0,3-1 0 0,-13-3 0 0,11 4 0 16,2 0 0-16,-13-4 0 0,9 4 0 0,4-2 0 16,-13-2 0-16,0 0 0 0,0 0 0 0,7 5 0 0,-7-5 0 15,0 0 0-15,0 0 0 0,0 0 0 0,0 0 0 0,0 0 0 16,0 0 0-16,0 0 0 0,0 0 0 0,0 0 0 0,0 0 0 16,0 0 0-16,0 0 0 0,0 0 0 0,0 0 0 0,0 0 0 15,0 0 0 1,0 0 0-16,0 0 0 0,0 0 0 0,0 0 0 0,0 0 0 15,0 0 0-15,9-6 0 0,-3-2 0 0,-1-4 0 0,-5-3 0 16,0-2 0-16,-3-2 0 0,-2-3 0 0,0-4 0 0,-2 2 0 16,2 1 0-16,0-3 0 0,0 0 0 0,0-4 0 15,1-1 0-15,1 0 0 0,-1-3 0 0,1 6 0 0,0-2 0 16,-1 6 0-16,3 1 0 0,-3 1 0 0,1 3 0 16,1 2 0-16,1-1 0 0,1 0 0 0,-4-1 0 0,4-2 0 0,-1 2 0 0,2 2 0 15,-1-3 0-15,0-1 0 16,0 2 0-16,0 1 0 0,3 2 0 0,-2-5-52 0,-2 1-122 15,1 0-26-15,-3 3-30 0,7-2-41 0,-4-1-26 16,1 0-10-16,3-1 49 0,-3 0 129 0,3 3 64 0</inkml:trace>
  <inkml:trace contextRef="#ctx0" brushRef="#br0" timeOffset="107258.81">13624 13896 475 0,'-9'7'138'0,"9"-7"6"0,0 0 9 0,0 0-15 0,0 0-30 15,0 0-36-15,-11 5-32 0,11-5-14 0,0 0-16 16,0 0-15-16,0 0 10 0,0 0 5 0,0 0 11 0,0 0 9 16,0 0 17-16,0 0-1 0,0 0 20 0,0 0 6 0,3 6 20 15,4-3-5-15,1-1 0 0,5-1-15 0,2-1-16 0,6 0 1 0,5 0-57 0,5 2 0 16,-6-1 0-16,3-1 0 0,-3-1 0 0,2-1 0 16,3 1 0-16,0 1 0 0,1-4 0 0,1 2 0 0,-3-3 0 15,1-2 0-15,2 3 0 0,0-2 0 0,-3-1 0 16,1 1 0-16,-2 3 0 0,0-1 0 0,1-1 0 0,-2 2 0 15,-2 0 0-15,-1-2 0 0,-1 2 0 0,-1-1 0 16,-2-1 0-16,-4 1 0 16,-1 2 0-16,-3 0 0 0,1 1 0 0,-13 1 0 0,0 0 0 15,0 0 0-15,0 0 0 0,0 0 0 0,0 0 0 0,0 0 0 16,0 0 0-16,0 0 0 0,0 0 0 0,0 0 0 0,0 0 0 16,0 0 0-16,0 0 0 0,0 0 0 0,0 0 0 15,0 0 0-15,0 0-16 0,0 0-250 0,0 0-88 0,1-5-80 16,-1 5-55-16,-1-5 245 0,-4-2 122 0</inkml:trace>
  <inkml:trace contextRef="#ctx0" brushRef="#br0" timeOffset="107882.53">15308 13790 204 0,'-15'5'107'0,"2"0"11"16,13-5 15-16,0 0 15 0,-15 3-25 0,15-3-20 0,0 0-26 15,0 0-32-15,0 0-4 0,0 0-15 0,0 0 40 0,0 0 17 16,0 0 8-16,0 0-4 0,0 0-25 0,0 0 9 15,0-2-9-15,3 4 25 0,7-5-15 0,4 2-11 0,4-3-15 16,4 2 5-16,4-2 6 0,6 0-31 0,-9 4-26 0,5-5 0 16,-1 4 0-16,2 1 0 0,2-1 0 0,3 2 0 0,3-1 0 0,6 0 0 15,2 0 0-15,-1 1 0 0,4-1 0 0,2-1 0 0,1 1 0 16,0-2 0-16,3 0 0 0,-2 1 0 0,-2 0 0 16,5 1 0-16,0-1 0 0,-1 1 0 0,1-2 0 0,-2 4 0 15,1-4 0-15,0 2 0 0,-1-1 0 0,0-1 0 16,-5 0 0-16,2-1 0 0,-4 3 0 0,-2-2 0 0,-3 4 0 15,-3-2 0-15,-6 0 0 0,-3 1 0 0,-3 0 0 0,-2 3 0 0,-5-4 0 0,-4 1 0 16,-15-1 0-16,0 0 0 0,0 0 0 0,0 0 0 16,0 0 0-16,0 0 0 0,0 0 0 0,0 0 0 0,0 0 0 15,0 0 0-15,0 0 0 0,0 0 0 0,0 0 0 0,0 0 0 16,0 0 0-16,0 0 0 0,0 0-93 0,0 0-183 0,0 0-62 16,0 0-77-16,0 0-66 0,0 0 259 0,0 0 111 0,2 0 55 15</inkml:trace>
  <inkml:trace contextRef="#ctx0" brushRef="#br0" timeOffset="108346.27">18337 13831 168 0,'-1'4'113'0,"-3"-5"-6"0,-3-1 31 16,1 2-20-16,-4-5 30 0,10 5-30 0,-13-2 10 0,2-7-10 15,11 9 4-15,0 0-9 0,0 0-5 0,0 0-6 16,0 0-10-16,0 0-36 0,0 0-10 0,0 0-10 0,0 0 5 15,0 0 10-15,0 0-4 0,0 0 9 0,0 0-35 0,0 0-21 16,-1-7 0-16,9 8 0 0,5 3 0 0,3-1 0 0,7 0 0 16,5 4 0-16,9-3 0 0,6 4 0 0,0-5 0 0,3-2 0 0,5 2 0 15,5 1 0-15,2-3 0 0,4 0 0 0,0 3 0 0,1 0 0 16,0-3 0-16,1 0 0 0,0 0 0 0,-1 1 0 16,1-1 0-16,-3-1 0 0,-1 0 0 0,4 1 0 0,-3 2 0 15,3-1 0-15,-5-1 0 0,1 1 0 0,-1-2 0 0,-2 2 0 16,-2 0 0-16,-4 0 0 0,-3-2 0 0,-6 0 0 15,-2 0 0-15,-7 2 0 0,-5-2 0 0,-6 1 0 0,-4-2 0 0,-18 1 0 16,0 0 0-16,0 0 0 0,0 0 0 0,0 0 0 0,0 0 0 16,0 0 0-16,0 0-216 0,0 0-121 0,0 0-57 0,5 6-77 15,-5-1 156-15,-6-2 158 0,-6-1 78 0</inkml:trace>
  <inkml:trace contextRef="#ctx0" brushRef="#br0" timeOffset="120346.59">13678 13966 266 0,'-11'-1'71'15,"0"1"21"-15,11 0 31 16,-11-5 5-16,0 4-10 0,11 1-21 0,0 0 0 15,-10-4-20-15,10 4-6 0,0 0-9 0,0 0-11 0,-9-5-15 16,9 5-21-16,0 0 1 0,0 0-11 0,0 0 0 0,0 0 5 16,0 0 15-16,0 0 1 0,0 0-1 0,4-2-14 0,6-1 4 15,5 3 0-15,6-2 6 0,5 2-11 0,9-3 6 16,6 3-1-16,6-2 16 0,-8 2 5 0,1-5 15 0,3 1 5 16,-2 2-5-16,1-3 5 0,1 2-20 0,-1-2-5 0,0 0-21 0,1 0 6 0,1 3-11 15,-1-1 0-15,-2 0-5 0,3 0 10 0,-1 3-15 16,-3-2 5-16,-2-2-5 0,0 1 15 0,-6 2-5 0,-2 0 1 15,-1 0-6-15,-4-2 0 0,-5 0 0 0,0 1 0 16,-7 2 0-16,-13 0 10 0,0 0-15 0,0 0 5 0,0 0-5 16,0 0-6-16,0 0-15 0,0 0-40 0,0 0-52 0,0 0-51 15,10-3-36-15,-10 3-45 16,0 0-31-16,0 0-42 0,0 0 85 0,8-9 119 16,-8 9 60-16</inkml:trace>
  <inkml:trace contextRef="#ctx0" brushRef="#br0" timeOffset="120732.01">15454 13798 332 0,'0'0'41'0,"0"0"-31"0,0 0-10 16,0 0 25-16,0 0-4 0,7 8 15 0,-7-8-11 0,0 0-9 15,0 0-1-15,0 0-10 0,0 0 11 0,0 0-11 0,0 0 20 16,0 0 6-16,5 13-11 0,-5-13 21 0,6 8-5 15,-1 0 20-15,2-2 1 0,3-1-6 0,4 1-15 0,4-1-11 0,4 0 6 0,4-2-5 16,2-1 20-16,3-1-5 0,5 1 15 0,3 0 0 0,2-2 6 16,1-1-1-16,3-3-10 0,6 0 6 0,-1 1 9 15,4-1 1-15,0 0-1 0,-1 2-14 0,4-1 4 0,2 2 0 16,1 1-15-16,2 1-11 0,0 0 1 0,-1 1-16 16,4 0-4-16,-1-1-1 0,1 2 5 0,-4-2 16 0,-1-1 5 15,-3 3 5-15,-2-1-30 16,1-2-11-16,-9 0 0 0,0 0 0 0,-2 0 0 15,-3-1 0-15,-3 0 0 0,-2-4 0 0,-3 1 0 0,-4 3 0 16,-3-3 0-16,-3 0 0 0,-4 1 0 0,-1-1 0 0,-3 3 0 16,-2-1 0-16,-1 2 0 0,-13 0 0 0,12-3 0 15,-12 3 0-15,0 0 0 0,0 0 0 0,0 0 0 0,11 0-57 16,-11 0-82-16,9-3-45 0,-9 3-26 0,10-2-35 0,-10 2-42 16,8-3-66-16,0-2 67 0,-8 5 143 0,8-7 71 0</inkml:trace>
  <inkml:trace contextRef="#ctx0" brushRef="#br0" timeOffset="121079.79">18737 13999 378 0,'0'0'97'15,"0"0"-35"-15,11 0-6 0,-11 0 20 0,0 0 6 0,10-2 16 16,1 2-1-16,-11 0 16 0,11-1 4 0,2 1-4 0,-1 1-16 16,5-2-20-16,0 6-11 0,4-1 6 0,6-3 5 15,1 1-6-15,3 1-4 0,3-3-6 0,4 0-9 0,3-1-17 16,0 1-19-16,3 0-1 0,-1 1-10 0,3-2 11 15,2-1-11-15,-2 2 0 0,3 0-5 0,-3 2-10 0,1-2 5 0,3 0 10 0,-1-4-10 16,1 3 5-16,-1-1-57 0,-1-1-40 0,0-1-57 16,0 0-40-16,-2 1-52 0,-2-5-66 0,0 7-67 0,-2-2 93 15,-2-2 143-15,0 3 71 0</inkml:trace>
  <inkml:trace contextRef="#ctx0" brushRef="#br0" timeOffset="-185654.39">21003 13551 639 0,'-11'1'210'0,"-2"0"-123"0,1 2 51 15,1-1 51-15,0-1 5 0,-1 2-35 0,2-1-57 0,10-2-25 16,0 0-15-16,0 0-21 0,0 0-21 0,0 0 6 0,0 0-6 16,0 0 16-16,0 0-10 0,0 0-5 0,0 0-21 0,0 7 0 15,2-1 0-15,6-2 0 0,4 1 0 0,-1-1 0 0,7 1 0 0,6-1 0 16,4-3 0-16,-6-1 0 0,2-1 0 0,0 1 0 0,0-1 0 15,1-2 0-15,0 2 0 0,0 1 0 0,-5 1-11 16,3-1-81-16,-2 2-31 0,-2-1-26 0,1 0-19 0,-4 2-32 16,-1-3-5-16,0 2-25 0,-4-2-5 0,0 0 9 15,-11 0 11-15,0 0 118 0,0 0 49 0,0 0 24 0</inkml:trace>
  <inkml:trace contextRef="#ctx0" brushRef="#br0" timeOffset="-185400.53">21314 13500 158 0,'-10'-7'76'0,"1"-1"17"0,-1 4 19 0,10 4-9 16,0 0-11-16,0 0-31 0,0 0-10 0,0 0-20 0,0 0-6 16,0 0 17-16,0 0-1 0,0 0 25 0,0 0-15 0,0 0 11 15,0 0-16-15,0 0 0 0,3-5-16 0,2 4 6 0,1-4 0 0,5 1 5 16,7 3-10-16,-1 0-6 0,3-1-14 0,3 0-6 0,-8 4-5 16,0-1 10-16,-2 1-15 0,0-1 5 0,-1 2 5 0,-1 2-10 15,2 0 15-15,-4 0 0 0,-1 1 21 0,-1 3 5 16,0-2-6-16,-7-7 6 0,5 10-10 0,-1 0-1 0,-3 0-4 15,-1 1-11-15,-1-2 16 0,-4 3-16 0,-1 1 11 16,-1-2-16-16,-3 0 0 16,0 1 5-16,-5-2-15 0,4 1 5 0,-4 1-5 0,2-3 5 15,-2 3-10-15,-2-2-36 0,1-1-52 0,0 0-81 16,1 0-51-16,-5 0-72 0,4-1-46 0,-3 1 115 0,1-3 117 16,4 0 58-16</inkml:trace>
  <inkml:trace contextRef="#ctx0" brushRef="#br0" timeOffset="-184830.18">22436 13598 506 0,'4'-12'138'0,"-2"-2"20"15,2-3 32-15,-5 8-6 0,-4 0-20 0,0-2-26 16,0 0-30-16,1 0-26 0,-1 1-26 0,0-1-21 0,1 2-19 16,-1-1-1-16,0-2 0 0,5 12-4 0,-5-12-6 0,5 12-5 15,-4-10 10-15,-3 2 5 0,7 8-14 0,0 0 9 0,0 0-20 0,0 0 20 0,-7-8-10 16,-6 3 5-16,3 3-5 0,-2 2 0 0,-2 4 0 16,1-1 0-16,-4 7 0 0,1 0 10 0,1 3-15 0,-2-1 15 15,1 0 0-15,-2 3 32 0,3 4-22 0,-2 1 16 16,2 0-5-16,-1 4 0 0,1 0-31 0,3 0 0 0,-2 0 0 15,5 2 0-15,0 4 0 0,4-4 0 0,0 0 0 16,3-2 0-16,1 1 0 16,1 1 0-16,1-3 0 0,1-2 0 0,1 0 0 0,-1-2 0 15,1-2 0-15,1 1 0 0,-1-3 0 0,0-1 0 0,-2 0 0 16,0 1 0-16,1-3 0 0,-1 1 0 0,-2-2 0 16,1 0 0-16,-2 0 0 0,2-11 0 0,0 9 0 0,0-9 0 15,-1 10 0-15,1-10 0 0,0 0 0 0,0 0 0 16,0 0-31-16,0 0-123 0,0 0-25 0,0 0-41 0,0 0-16 15,0 0-20-15,-4 0-35 0,-1-4-32 0,0-2 144 0,2-6 90 0,-4-5 44 0</inkml:trace>
  <inkml:trace contextRef="#ctx0" brushRef="#br0" timeOffset="-184482.51">21920 13729 675 0,'-11'-1'143'0,"1"4"5"0,10-3-4 0,0 0 9 15,0 0-40-15,0 0-47 0,0 0-40 0,0 0-11 0,0 0 0 0,0 0 16 0,0 0-5 16,0 0-11-16,0 0 1 0,0 0-11 0,5 0 0 0,3-3 5 15,5 3-15-15,5-1 15 0,2-3-10 0,6 3 6 0,5-3-6 16,-8 4 0-16,0 0 0 0,4 0 0 0,-1-1 0 16,0 0-11-16,-1 1 6 0,1 1-21 0,-1-1-5 0,1 0-10 15,-2-1 0-15,-1 1 11 0,-3-1-6 0,-2 1 11 16,1 0 10-16,-4 0-1 16,0 0 11-16,-1-2 0 0,-14 2 5 0,12 0 10 0,-12 0-15 15,0 0 5-15,13 2 5 0,-13-2 41 0,0 0 41 0,0 0 36 16,0 0 5-16,0 0 0 0,7 3-16 0,-7-3-29 0,0 0-83 15,5 9 0-15,-1 1 0 0,0 1 0 0,-4 0 0 16,-3 3 0-16,-2 2 0 0,-1 1 0 0,2-3 0 0,2-3 0 16,2-11 0-16,-3 12 0 0,1 1 0 0,-3-1 0 15,2-1 0-15,3-11 0 0,0 0 0 0,-1 12 0 0,1-12 0 0,0 0 0 0,0 0 0 16,0 0 0-16,0 0 0 0,0 0 0 0,0 0 0 0,0 0 0 16,0 0 0-16,-5 7 0 0,5-7-114 0,0 0-111 0,-8 3-31 15,8-3-30-15,-8-3-57 0,2-1-46 0,-4-6 172 16,1-1 108-16,-1-4 55 0</inkml:trace>
  <inkml:trace contextRef="#ctx0" brushRef="#br0" timeOffset="-183865.45">22364 13595 675 0,'5'-9'210'16,"-5"9"-6"-16,0 0-10 0,0 0 1 0,0 0-62 0,5-10-46 16,-5 10-46-16,0 0-26 0,0 0-9 0,5-8-6 0,-5 8 0 15,5-9 0-15,-5 9 10 0,7-6-15 0,-7 6-26 0,7-3-51 16,5-1-46-16,-5 4-25 0,3 2-1 0,3 2 16 15,-1 1-11-15,-2 2-4 0,1 1-1 0,-1-1 16 0,-1 2 41 0,1-2 51 16,0 5 31-16,-2-2 15 0,0-1 0 0,1 3 10 0,-6-1 36 16,0 4 31-16,2 0 40 0,-2 3 37 0,-1-4 30 0,-2 2 16 15,0 4-6-15,-2 0-4 0,0-1-16 0,-1 0-16 16,-1 0-40-16,-1-1-31 0,0 2-76 0,-2-1-11 0,2-2 0 16,-2-5 0-16,2 1 0 0,4-1 0 0,1-12 0 0,0 0 0 15,0 0 0-15,0 0 0 16,0 0 0-16,0 0 0 0,0 0 0 0,0 0 0 15,0 0 0-15,0 0 0 0,0 0 0 0,0 0 0 0,0 0 0 16,0 0 0-16,-4 0 0 0,3-3 0 0,1-6 0 0,0-5 0 16,5 2 0-16,0-6 0 0,0-3 0 0,3-3 0 15,0 7 0-15,3 0 0 0,3 1 0 0,-1 0 0 0,-1-3 0 16,1 3 0-16,0 1 0 0,2 3 0 0,0-1 0 0,-1 1 0 16,-1 2 0-16,2 1 0 0,-2 2 0 0,2 0 0 0,-1 0 0 0,0 2 0 15,-3-1 0-15,-1 2 0 0,-10 4 0 0,10-3 0 0,-10 3 0 16,0 0 0-16,0 0 0 0,0 0 0 0,0 0 0 0,0 0 0 15,0 0 0-15,0 0 0 0,0 0 0 0,0 0 0 0,0 0 0 16,1 6 0-16,-1 1 0 0,-1 3 0 0,-4 3 0 16,-5-1 0-16,0 4 0 0,-4 2 0 0,2 0 0 0,3-8 0 15,0 0 0-15,3 0 0 0,0 0 0 0,6-10 0 0,0 0 0 0,0 0 0 16,-1 12 0-16,2-3 0 0,-1-9 0 0,4 9 0 0,-4-9 0 16,3 8 0-16,5 0 0 0,2-1 0 0,1-2 0 15,0 0 0-15,-1-2 0 0,4-1 0 0,-2-1 0 0,1-1 0 16,-2 4 0-16,-1-3 0 0,0 1 0 0,3-1 0 0,-13-1 0 15,0 0 0-15,0 0 0 0,0 0 0 0,0 0 0 0,0 0 0 16,8 6 0-16,-8-6 0 16,5 7 0-16,-5 1 0 0,0-8 0 0,-3 9 0 15,0-4 0-15,-7 4 0 0,3 0 0 0,-5 1 0 0,1-4 0 16,1-1 0-16,10-5 0 0,0 0 0 0,-9 6 0 16,9-6 0-16,0 0 0 0,-7 3 0 0,7-3 0 0,0 0-144 15,-10 0-127-15,10 0-32 0,0 0-44 0,0 0-12 0,0 0 47 16,-9-5 156-16,3 1 78 0</inkml:trace>
  <inkml:trace contextRef="#ctx0" brushRef="#br0" timeOffset="-183611.6">23091 13553 787 0,'15'-6'358'0,"-4"0"-40"0,-11 6-21 0,0 0-10 0,0 0-287 16,0 0 0-16,0 0 0 0,0 0 0 0,0 0 0 0,0 0 0 15,0 0 0-15,0 0 0 16,0 0 0-16,7 4 0 0,-5 3 0 0,-2 2 0 0,-4 4 0 15,-1 2 0-15,-1 5 0 0,-1 0 0 0,0 2 0 16,4-4 0-16,0-2 0 0,3 2 0 0,-4-2 0 0,2 1 0 16,-2-3 0-16,3 3 0 0,1-3 0 0,-3 0 0 15,1 1 0-15,-2-1 0 0,3-3 0 0,-2 0 0 0,2 0 0 16,0 0 0-16,1-11 0 0,0 0 0 0,-3 10 0 0,3-10 0 16,0 0 0-16,0 0-42 0,-2 11-142 0,2-11-16 0,0 0-20 0,0 0-46 15,0 0-46-15,0 0-25 0,0 0 94 0,0 0 121 0,0 0 61 16</inkml:trace>
  <inkml:trace contextRef="#ctx0" brushRef="#br0" timeOffset="-183442.77">23016 13692 1181 0,'-7'-8'318'0,"-2"3"29"0,0-2-146 0,9 7-201 16,0 0 0-16,0 0 0 0,0 0 0 0,0 0 0 0,0 0 0 16,0 0 0-16,0 0 0 0,0 0 0 0,0 0 0 15,-2-8 0-15,2 8 0 0,1-7 0 0,4 4 0 0,6-5 0 16,2 2 0-16,3 0 0 0,4 0 0 0,2-1 0 15,-2 6 0-15,-1-2-190 0,-1-1-312 0,-2-1-112 0,1 2 243 16,-1 0 186-16,-3 0 92 16</inkml:trace>
  <inkml:trace contextRef="#ctx0" brushRef="#br0" timeOffset="-182825.69">24077 13587 941 0,'0'0'199'0,"13"-8"-25"16,-3 3 46-16,-10 5-20 0,11-5-31 0,-11 5-46 15,0 0-102-15,10-5-21 0,-10 5 0 0,0 0 0 0,0 0 0 16,0 0 0-16,0 0 0 0,0 0 0 0,0 0 0 0,0 3 0 16,-4 3 0-16,-2 2 0 0,-3 1 0 0,-3 5 0 0,-3 1 0 15,-5 2 0-15,-5 3 0 0,8-5 0 0,-3-2 0 0,4 1 0 0,-4-2 0 16,2 1 0-16,1 0 0 0,0-2 0 0,3-1 0 0,-1-2 0 16,4 1 0-16,2-2 0 0,9-7 0 0,0 0 0 15,0 0 0-15,-5 10 0 0,5-10 0 0,0 0 0 0,0 0 0 16,3 7 0-16,-1-1 0 0,7-4 0 0,1 3 0 0,1-2 0 15,5-2 0-15,2-1 0 0,-2-1 0 0,-6-1 0 16,3 1 0-16,-1 2 0 16,-12-1 0-16,0 0 0 0,0 0 0 0,11 2 0 0,-11-2 0 15,0 0 0-15,0 0 0 0,0 0 0 0,0 0 0 0,0 0 0 16,3 6 0-16,-1 0 0 0,-2 0 0 0,-5 1 0 0,5-7 0 16,-5 8 0-16,-1 2 0 0,-6-2 0 0,-1 0 0 15,13-8 0-15,-9 4 0 0,-1 0 0 0,10-4 0 0,-10 2 0 16,0-1 0-16,10-1-1 0,0 0-127 0,0 0-41 0,-7-1-35 15,-3-3-52-15,10 4-21 0,-10-6-30 0,4 0 0 0,2-4 108 0,0 1 99 16,3-3 50-16</inkml:trace>
  <inkml:trace contextRef="#ctx0" brushRef="#br0" timeOffset="-182595.95">24254 13520 608 0,'28'-11'231'0,"-3"-2"30"0,-2 2 25 0,-5 2 11 15,-4 2-5-15,-14 7-220 16,0 0-72-16,0 0 0 0,0 0 0 0,0 0 0 0,7 1 0 15,-4 4 0-15,-7 3 0 0,-2-1 0 0,-4 9 0 0,-4 3 0 16,-1 2 0-16,-3 2 0 0,3-5 0 0,1 3 0 16,1 2 0-16,1-2 0 0,-1 2 0 0,4-5 0 0,3 2 0 15,-3 0 0-15,4-1 0 0,4-2 0 0,0-3 0 16,1 1 0-16,1-2 0 0,-2 0 0 0,2-2 0 16,-1-11 0-16,0 0 0 0,1 10 0 0,-1-10-21 0,0 0-168 15,0 0 4-15,0 0 1 0,0 0-21 0,0 0-51 0,0 0-30 16,0 0-11-16,0 0 85 0,0 0 106 0,0 0 53 0</inkml:trace>
  <inkml:trace contextRef="#ctx0" brushRef="#br0" timeOffset="-181960.66">24152 13671 967 0,'-10'-7'215'0,"0"2"-16"0,0 1 11 0,-1 3 5 16,11 1-26-16,0 0-137 0,-10-2-52 0,10 2 0 0,0 0 0 16,0 0 0-16,0 0 0 0,0 0 0 0,0 0 0 0,0-4 0 15,5-1 0-15,6 1 0 0,4-1 0 0,5-1 0 16,0-3 0-16,7 0-57 0,2 2-66 0,-6 2 10 0,0 0-20 15,0 1-25-15,-2 1-21 0,3-1-5 0,-1 3-1 0,-1-1 1 16,-1 4 0-16,-1-1 20 0,-4 1 31 0,-1 1 51 16,-4 2 36-16,-2 3 31 0,-3 1 30 0,-2 2 46 0,-4-2 37 15,0 1 29-15,-4 2 1 0,-1 1 0 0,-1-1-5 0,-2-1 0 16,1 2-21-16,1-2 11 0,-2-1-31 0,2 2-15 16,6-12-21-16,0 0-16 0,-6 10 6 0,6-10 10 0,0 0 20 15,0 0 11-15,0 0 15 0,0 0-5 0,0 0-20 0,2 6-6 16,6-2-4-16,-2-3-6 0,4 2-15 0,1-6-15 15,3 1-21-15,2-6 0 0,0-2 0 0,-6 3 0 0,2-2 0 16,0 1 0-16,-1-4 0 0,-1 1 0 0,0 1-6 0,0 2-76 16,-3-1-36-16,-1-2-20 0,-6 11 5 0,7-11 15 15,-6-1 21-15,-1 1 41 0,0 1 31 0,0 10 20 0,-5-10 5 16,-1 3-11-16,-2 1 16 0,-4 3-5 0,-3 6 6 0,0 1 4 16,-1 3-5-16,-1 2 10 0,0 2 11 0,0 2 9 15,2 2-14-15,0 0-1 0,0 0-15 0,4 1 1 16,1-1-6-16,1-1 0 0,3 1 0 0,1-3 0 0,1-1 10 15,3-1-15-15,1-10 5 0,0 0-5 0,4 9 15 0,-4-9-15 16,6 6 5-16,0 0 5 0,3-2 10 0,2-4 26 16,4-1-10-16,0-1-1 0,1-3 1 0,4-1-5 0,-5 0-1 15,3-3-4-15,0 2-1 0,2-2 1 0,2 1-21 0,-1-4 10 16,2 1-10-16,0 0 6 0,1 0 4 0,-3-3 5 16,1 1 15-16,1-2 16 0,-2 4-10 0,-4-2 5 0,3 5-5 15,-3-2 5-15,-4 1-10 0,1 4-6 0,-14 5-4 16,0 0-5-16,0 0-16 0,0 0 0 0,0 0 0 0,0 0 0 15,6 4 0-15,-4 6 0 0,0-2 0 0,-4 8 0 0,-1 1 0 16,-2 4 0-16,-2 2 0 0,-1 3 0 0,1-5 0 16,0 0 0-16,1 3 0 0,-3-2 0 0,3 3 0 0,0 0 0 15,-3-2 0-15,3 2 0 0,-2-4 0 0,2 2 0 0,1-3 0 16,-1-1 0-16,0-1 0 0,-3-3 0 0,3 2 0 16,-4-2 0-16,1-2 0 0,2 0-37 0,-2-2-24 0,9-11 0 15,-6 10 9-15,6-10-14 0,-10 6-6 0,10-6-20 0,0 0-26 16,0 0-15-16,-9 1-31 0,0-3-30 0,2-3-52 15,0-4-45-15,-1-7 61 0,1 0 115 0,2-9 57 0</inkml:trace>
  <inkml:trace contextRef="#ctx0" brushRef="#br0" timeOffset="-181730.27">24726 13623 751 0,'15'-19'144'0,"-5"4"14"16,5 0 57-16,-3 3 36 0,2 1-26 0,1-2-30 0,0 5-87 16,1-2-108-16,-1 5 0 0,3-3 0 0,-3 2 0 15,2-1 0-15,-4 2 0 0,2 2 0 0,-4 1 0 0,4 2 0 16,-1-4 0-16,-3 7 0 0,4 2 0 0,-4 0 0 15,4 1 0-15,0 0 0 0,0 0 0 0,0 3 0 16,-4 1 0-16,3 0 0 0,-3 0 0 0,-3 3 0 0,-3 0 0 16,0-1 0-16,-3 2 0 0,-1-2 0 0,-4-1 0 0,0 3 0 15,-2-3 0-15,-2-2 0 0,-1 1 0 0,-2-2 0 16,-3 2 0-16,0 1 0 0,-1-3 0 0,2-2 0 0,-6-2 0 16,2 2 0-16,0-1 0 0,0-3 0 0,1 0 0 0,-4-1 0 15,4-1 0-15,0-1-139 0,-1 1-327 0,3-4-92 16,-2 0 116-16,0-1 221 0,0 2 110 0</inkml:trace>
  <inkml:trace contextRef="#ctx0" brushRef="#br0" timeOffset="-181302.31">24080 14061 659 0,'-8'-10'36'0,"1"2"-16"0,2 1 21 0,5 7 47 0,0 0 29 16,0 0 11-16,0 0 10 0,0 0 0 0,0 0 6 0,0 0-1 0,0 0-30 0,3-8 5 15,4 0-16-15,-1-2-40 0,5 3-62 0,3 4 0 0,6 2 0 16,5-1 0-16,2 2 0 0,3 0 0 0,1 0 0 16,9-2 0-16,0 2 0 0,4-3 0 0,5 1 0 0,-1-2 0 15,7 0 0-15,-2-1 0 0,1 0 0 0,4 4 0 16,-3 0 0-16,2-4 0 0,-1 0 0 0,-3 4 0 0,0-3 0 15,-4 2 0-15,-3 0 0 16,-1-3 0-16,-4 4-93 0,-6-3-209 0,-3 4-51 0,-1-3-72 16,-6 0-12-16,-8 2 218 0,-2-4 110 0</inkml:trace>
  <inkml:trace contextRef="#ctx0" brushRef="#br0" timeOffset="-180970.06">22164 14290 1130 0,'0'0'405'16,"0"0"-298"-16,0 0-91 0,0 0 14 0,0 0 67 0,0-2 11 15,10-2-11-15,7-1-40 0,12 0-57 0,5 1 0 16,8-5 0-16,11 2 0 0,9-2 0 0,-10 1 0 0,5 1 0 0,4 1 0 0,4 1 0 16,3-1 0-16,6 4 0 0,3 0 0 0,1 2 0 15,0 0 0-15,5 2-78 0,1 0-85 0,4 1-11 0,0 0-31 16,4-1-51-16,-1 0-82 0,1 3-86 0,5-3 219 15,1 2 103-15,0-1 51 0</inkml:trace>
  <inkml:trace contextRef="#ctx0" brushRef="#br0" timeOffset="-166970.78">19305 17214 209 0,'0'0'92'16,"0"0"5"-16,8 0-20 0,2-1-15 0,-10 1 4 15,0 0-15-15,0 0 21 0,0 0-11 0,10-2-4 0,-10 2 19 16,0 0 1-16,10-5 10 0,0 0-15 0,-10 5 4 0,0 0 1 15,0 0-5-15,9-5 15 0,-9 5-16 0,6-5 1 0,-6 5-10 16,0 0-22-16,5-9 1 0,-1-1-15 0,-2 0 10 0,-2 10-11 16,3-11 11-16,-2 3-21 0,-1 8 6 0,-1-14-16 15,0 4 1-15,-2-1 4 0,1 0-15 0,-2 2 5 0,-1-3-5 16,-1 2 15-16,-4 0-5 0,1 2-10 0,-1-2 10 16,-2 2-5-16,-2-1-5 0,-1 3 10 0,-1-3-5 0,-2 4 5 15,1-1-5-15,-2-2-10 0,-2 4 5 0,1-1 10 0,-1 3 0 16,-1-3 0-16,1 0-5 0,-3 2 0 0,1-2 0 15,-2 5-10-15,0-2 5 0,0 1 10 0,0-2-21 0,-1 3 1 16,-1 1 10-16,1-1-5 0,0 2-1 0,-1-1-9 16,0 1-1-16,0-2 11 0,-1 3-5 0,1-1-1 0,0 1 6 15,-1-1 5-15,1 1 5 0,2 4 0 0,-3-2 0 0,2 2 0 16,1-1 0-16,-1 0-10 0,0 3 15 0,-1 0-5 16,2-1-5-16,1 0 10 0,0 1-5 0,1 0 5 0,2 1-15 15,1 0 5-15,0-1 10 0,1 2 0 0,1-2 0 16,3 2-5-16,0-4 0 0,0 0-10 0,2 3 15 0,1-2-15 15,3 1 10-15,2-2-5 0,7-7 5 0,-7 10 0 16,2 0 0-16,3-1 0 0,2 2 0 0,0-11 10 0,2 11-5 16,3-3 0-16,2 2-15 0,-1-1 5 0,4-1 0 15,2-1 5-15,2 2 0 0,2-4 0 0,2 0 0 0,0 4 0 16,5-6 0-16,2 2 0 0,0-2 10 0,1 1-15 0,2-1 15 16,0 0-10-16,3-1-5 0,-1-2 10 0,3 3-5 15,-3-3 5-15,2 0-5 0,1 2 0 0,-1-1 0 0,2 1 0 16,1-2 0-16,1 2 0 0,-1 1 0 0,0 0 0 0,2-1 0 15,2-2 0-15,-3 2 0 0,2-2 10 0,-2 0 5 16,1-2-4-16,-1-1-6 0,-1 1-5 0,-1-1 0 0,-1-1 0 16,1 3 0-16,-2-1 0 0,-4 2 0 0,1-2 0 15,0 1 10-15,-4-2-15 0,-2 1 5 0,0 0-5 0,-3-3 15 16,-3 2-5-16,0 0 1 0,-2-1-6 0,-3-1 0 0,1 4 0 16,-13 1 0-16,0 0 30 0,8-9-4 0,1 3-16 15,-9 6-10-15,5-10-5 0,-5 10 15 0,2-13-5 0,-2 4 1 16,-1-4-6-16,-2-3-11 0,-1 5 16 0,-2-3-5 0,-1 2 6 15,-3-1-6-15,3 2 0 0,-2-1 0 0,0 2 0 16,-1 0-11-16,0-1 16 0,-1 1-5 0,-1-2 6 0,-1 4-6 16,-2-2 0-16,1 3 0 0,-2 2 0 0,0-3 0 15,-3 3-11-15,1 0 16 0,-2 2-5 0,0-1 6 0,-3 3-17 16,1-3 16-16,-3 2-5 0,-1-1 6 0,-2 3-17 16,1 0-15-16,-2 4 1 0,-2-5-21 0,0 1-15 0,1 1-16 15,0 0-5-15,2-1-41 0,1 0-20 0,3 0-52 0,-1-1-25 16,5 2-51-16,1-1-62 0,3-1 177 0,2 0 78 15,14 1 39-15</inkml:trace>
  <inkml:trace contextRef="#ctx0" brushRef="#br0" timeOffset="-166355.12">18163 17176 296 0,'0'0'174'0,"0"0"0"0,0 0-15 0,0 0 15 0,0 0-21 16,0 0-10-16,0 0-46 0,0 0-40 0,0 0-27 0,0 0-19 15,0 0 14-15,0 0 16 0,0 0 6 0,0 0-1 0,0 0-5 16,0 0-21-16,0 0 1 0,0 0-26 0,0 0 25 15,-5-10-5-15,5 10 31 0,0 0-5 0,0 0 15 0,0 0 11 16,0 0 0-16,0 0-36 16,-4 1-31-16,0 4 0 0,2 4 0 0,2 0 0 0,1 3 0 15,-1 7 0-15,0 0 0 0,-1 9 0 0,-1-12 0 16,1 1 0-16,0 1 0 0,-3 1 0 0,0 4 0 0,3-5 0 16,-3 3 0-16,1 3 0 0,-1 1 0 0,1 3 0 15,0-2 0-15,1 3 0 0,0 3 0 0,1 0 0 0,-1 1 0 16,1-4 0-16,0 6 0 0,0-3 0 0,1 4 0 0,-2-2 0 15,2-1 0-15,0 1 0 0,0-3 0 0,2 2 0 0,-1-3 0 0,-1-5 0 16,1-2 0-16,2 2 0 0,-3-2 0 0,0-7 0 16,2 4 0-16,-2-3 0 0,1-1 0 0,1 0 0 0,-1-1 0 15,0-1 0-15,0-1 0 0,2 2 0 0,-3-15 0 0,1 14 0 16,-1-14 0-16,0 0 0 0,0 0 0 0,0 0 0 16,0 0 0-16,0 0 0 0,0 0 0 0,0 0-77 0,0 0-62 15,0 0-35-15,0 0-31 0,4-3-76 0,0-2-46 0,-1-1-57 0,1-9 154 0,2-3 115 16,-1-2 57-16</inkml:trace>
  <inkml:trace contextRef="#ctx0" brushRef="#br0" timeOffset="-165691.09">19401 17221 40 0,'7'-7'31'0,"1"0"20"15,0 1-15-15,2 2-6 0,-10 4-9 0,12-5 10 16,-12 5 5-16,11-2 4 0,-2-1 12 16,-2-3 4-16,-7 6-15 0,10-4-11 0,-2-2-9 15,0 0-11-15,0-2 16 0,-8 8 15 0,0 0 25 0,0 0 1 16,0 0-1-16,0 0-4 0,5-7-11 0,-5 7 5 16,0 0 1-16,4-9 14 0,-4 9 6 0,0 0-5 0,0 0-26 15,0 0 5-15,0 0-10 0,0 0 5 0,0 0 5 0,0 0 36 16,0 0 10-16,0 0 0 0,0 0-20 0,0 0-10 0,0 0-6 15,0 0 11-15,0 2-56 0,1 2-16 0,-4 1 0 0,0 4 0 0,-1 5 0 16,-2-2 0-16,-1 6 0 0,4 3 0 0,-1-9 0 0,-1 0 0 16,1 7 0-16,0-4 0 0,1 0 0 0,-2 3 0 0,0 2 0 15,-2-1 0-15,4 2 0 0,-2-1 0 0,0 1 0 16,0 1 0-16,1 2 0 0,0-1 0 0,3 2 0 0,0-5 0 16,1 5 0-16,-2-2 0 0,4 2 0 0,-1-3 0 15,1 4 0-15,0-2 0 16,-1-3 0-16,-1 3 0 0,1 1 0 0,-1 3 0 0,1-3 0 15,1 3 0-15,0-4 0 0,-2 2 0 0,1 3 0 16,4-5 0-16,-1-3 0 0,0-2 0 0,1 0 0 0,0-3 0 16,1 1 0-16,-1-2 0 0,1 0 0 0,-2 0 0 0,-4-15 0 15,6 15 0-15,-3-5 0 0,1-1 0 0,-4-9 0 16,0 0 0-16,0 0 0 0,0 0 0 0,0 0 0 0,0 0 0 16,0 0 0-16,0 0 0 0,0 0 0 0,0 0 0 0,0 0 0 0,0 14 0 0,0-14 0 15,0 0 0-15,0 0 0 0,0 0 0 0,0 14 0 0,0-14 0 16,0 0 0-16,0 0 0 0,0 0 0 0,0 0 0 15,0 0 0-15,0 0 0 0,0 0 0 0,0 0 0 0,-2-4 0 16,1-1 0-16,-3 0-170 0,1-4-285 0,-2 0-82 0,-2-1 94 16,2-5 222-16,0-9 110 0</inkml:trace>
  <inkml:trace contextRef="#ctx0" brushRef="#br0" timeOffset="-159786.41">18166 16945 137 0,'-8'-8'98'0,"-2"0"9"16,0 2-10-16,10 6-5 0,-9-9 0 0,-1 2-15 0,0-2 5 15,2 3-15-15,1-3-11 0,-2 1-20 0,2-2-11 0,1 0-14 0,-1 1-16 0,2-1 10 16,0 0-5-16,0 0 5 0,0-3-5 0,0 2 0 15,-1-4 0-15,1 0-10 0,-1-4 15 0,1 1-5 0,-3-2 5 16,1-1-15-16,-1-4 15 0,0 0-15 0,0-4 20 16,-1 1-10-16,1-6-5 0,-1 0 0 0,1-2 10 0,0-3 0 15,-1-2-10-15,2 5 10 0,-3-1-5 0,3-2-5 16,0 5 0-16,-1-2 10 0,2 4-10 0,-1 1 15 0,2 1-20 0,-2 3 20 0,5-2-10 16,-2 3 5-16,2 1-5 0,-1 3 0 0,3-4-10 0,-1 5 15 15,3-5-15-15,1 1 20 0,-1 0-10 0,2-3-5 16,0 3 10-16,1 0-5 0,0 4-5 0,2-6 10 0,1 3-15 15,-1 4 10-15,1 1-5 0,-1 1 15 0,2 1-15 16,0 2 15-16,1-1-20 0,1 2 10 0,0 4-36 0,3-2-10 16,0 1-6-16,-1-3-14 15,4 3 5-15,1-2-16 0,2 2 10 0,0-2 1 16,1 2 24-16,3-1 12 0,2-1 20 0,2 2-6 0,-1-1 21 16,2 1-15-16,2 0 10 0,0-1 5 0,3 2 0 0,-3 0 1 15,2 0-17-15,-1 0 16 0,-1 1-15 0,-2 2 20 16,-1 2-10-16,-5 0-5 0,0 1 0 0,-3 0 0 0,0 4 5 15,-5 4 0-15,-3-3 0 0,-1 4 0 0,-11-5-10 0,9 3 5 16,-1 7 10-16,-8-10 0 0,6 7 0 0,-4 4-5 0,0 2-10 0,-1-1 15 16,-1-1-5-16,0-11 5 0,0 0-5 0,-1 12-10 0,1 1 15 15,0-13-5-15,0 0 5 0,0 0-5 0,0 0 0 0,5 5 0 16,2-2 0-16,6-5-10 0,3-3 5 0,1-4 10 16,8-1-10-16,4-3 15 0,2-4-10 0,-1-2-5 0,4 4 10 15,2 0-15-15,0-1 20 0,2 1 10 0,0-3 6 16,2 2 10-16,-2 0-21 15,-1 2-4-15,-2 3-11 0,-1 0 0 0,-4 1 0 0,-3 4 0 16,-3 1 10-16,-3 2-15 0,-3 2 15 0,-5 2-10 16,-13-1 5-16,0 0-5 0,0 0 0 0,0 0-10 0,0 0 15 15,8 8-5-15,-4-1 5 0,-6 5-5 0,0-2 0 0,-6 1 0 16,1 2 0-16,-2-1 0 0,-1 1-10 0,10-13 15 0,0 0-5 16,0 0-5-16,0 0 10 0,0 0-5 0,0 0 5 15,-1 7-15-15,1 2 5 0,5-3 0 0,1 0 5 0,5-1 10 0,3-1-5 0,2 1 0 16,4 0-5-16,-5-2 10 0,3 2 5 0,-1 0 6 0,2 4-11 15,-2 0 6-15,0 2-21 0,1 1 15 0,-1 1-20 16,-3 4 20-16,0-1-10 0,-4 3 5 0,0-1-5 0,-1 5 0 16,-3-3 0-16,-1 2 0 0,-2-1 0 0,-1 3 0 15,-1 0 0-15,2-1 41 0,-4-1 0 0,-1 0-11 0,1 4 1 16,0-1-31-16,0-2 5 16,-1-2-10-16,2 2 5 0,3-3 0 0,-1 2 0 15,1-2 10-15,2-4-15 0,1 2 5 0,3-1-5 0,0-2 5 16,2-1 0-16,-5-2 0 0,5 0 0 0,-1 2 0 0,3-5 10 15,-2 2-15-15,0-1 15 0,0 2-10 0,2 1-5 16,-1-1 0-16,1 0 0 0,-6 1 15 0,1 5-15 0,-2-3 56 16,-5 5 11-16,1-1 25 0,-4-2-36 0,0 3-15 0,-2 0-16 15,2 3 11-15,-7 0-6 0,1-3 22 0,1-1-6 0,-2 2-6 0,0-1 1 16,-1-1-21-16,3-2-14 0,-1-4-6 0,3 2 0 16,3-1 5-16,-1-1 10 0,6-3 5 0,-3-10-5 0,0 0-4 15,4 8 14-15,3 2-10 0,1-2 1 0,2-1 9 0,0-2-10 16,1 0 0-16,1-4-10 0,1 1 0 0,-2 1-10 15,0-3 15-15,-1 4-5 0,-10-4-5 0,10 1 10 0,-1 4-15 16,-9-5 20-16,8 5-10 0,-8-5 15 0,5 9-10 0,-4 0 11 0,0 1 9 0,-3 2 31 16,-3 0 6-16,-2 2 5 0,0-2-6 0,-2 3-10 15,0-2 5-15,2-2-9 0,-1 4-12 0,0-5-9 0,3 3-16 16,0-2 6-16,5-11-1 0,0 0 5 0,0 0-9 0,-4 13 4 16,4-13-10-16,0 0-10 0,-1 10 0 0,1-10 10 15,-2 11-10-15,2-11 15 0,0 0-20 0,0 0 20 0,0 12-10 16,0-12-5-16,0 0 10 15,0 10-15-15,0-10 10 0,2 11-26 0,-2-11-15 0,-4 10-25 16,0 0-11-16,-1-2-15 0,-5 2 15 0,1-3-25 16,-4 2 15-16,-1-1-26 0,-1 0 1 0,3-3-21 0,-3 5-36 15,1-5-51-15,-1 1-92 0,1 0 130 0,2-2 91 0,-1 1 46 16</inkml:trace>
  <inkml:trace contextRef="#ctx0" brushRef="#br0" timeOffset="-155870.35">22938 15958 424 0,'0'0'189'0,"0"0"46"16,11 1 32-16,-11-1-1 0,0 0-41 0,0 0-46 0,0 0-56 15,0 0-26-15,0 0-55 0,0 0-42 0,5-2 0 0,-5 2 0 16,5-5 0-16,-1-5 0 0,-3 0 0 0,-2-1 0 16,-3-2 0-16,-1-1 0 15,5 14 0-15,-9-14 0 0,-2 8 0 0,0-3 0 0,-1 5 0 16,-5 2 0-16,1 1 0 0,-1-1 0 0,-1 5 0 15,-1 1 0-15,2-1 0 0,-1 5 0 0,-1-1 0 0,2 2 0 16,1-3 0-16,-2 4 0 0,1 2 0 0,1 3 0 0,1-4 0 16,0 4 0-16,5-2 0 0,0-1 0 0,3 4 0 15,2-3 0-15,5 0 0 0,0-2 0 0,5-1 0 0,0 3 0 16,3-2 0-16,2 3 0 0,1-4 0 0,3-1 0 0,0 1 0 0,-1-1 0 16,5 0 0-16,-3 1 0 0,-2-3 0 0,0 3 0 0,2 0 0 15,-5-3 0-15,1 3 0 0,-1-1 0 0,-10-9 0 16,6 11 0-16,-6-11 0 0,4 9 0 0,-1 1 0 0,-3-10 0 15,0 7 0-15,0-7 0 0,-3 10 0 0,-1 0 0 0,-2 0 0 16,-1-1 0-16,-1-1 0 0,-1-1 0 0,-1-3 0 16,0 0 0-16,10-4 0 0,-10 5 0 0,3-1 0 0,-4-2 0 0,11-2 0 0,-10 3 0 15,0-1 0-15,-3-2 0 0,13 0 0 0,-10 0 0 0,-1-1-88 16,0-3-55-16,11 4-16 0,-9-5-35 0,2 0-16 16,2-2-46-16,-3-3-15 0,4-2-26 0,2-2 82 0,4 3 108 15,0-8 53-15</inkml:trace>
  <inkml:trace contextRef="#ctx0" brushRef="#br0" timeOffset="-155638.6">23040 15891 710 0,'0'0'287'0,"0"0"-62"0,10-6 10 0,-10 6-14 16,0 0-27-16,0 0-71 0,0 0-71 0,0 0-52 0,0 0 0 15,0 0 0-15,0 0 0 0,0 0 0 0,10 1 0 0,-5 4 0 16,-4 5 0-16,-1 2 0 0,0 5 0 0,-1 1 0 0,-4 6 0 0,1 1 0 15,3-4 0-15,-3-2 0 0,0 3 0 0,3-3 0 16,1-1 0-16,1 2 0 0,2-2 0 0,-3 1 0 0,2-4 0 16,2 0 0-16,2-2-11 0,-1 1-96 0,-1-2-11 0,1-2-26 15,0 0-9-15,-5-10-21 0,5 10-5 0,-5-10-26 16,0 0-20-16,0 0-26 0,0 0 11 0,0 0 120 0,0 0 60 16</inkml:trace>
  <inkml:trace contextRef="#ctx0" brushRef="#br0" timeOffset="-155115.25">22888 16070 690 0,'-12'-2'245'15,"2"0"-34"-15,10 2 19 0,0 0-31 0,0 0-45 0,0 0-67 16,0 0-21-16,-6-4 1 0,6 4 10 0,0 0-56 0,0-6-21 0,1 1 0 16,8-1 0-16,6 1 0 0,4-2 0 0,3-1 0 0,5 1 0 15,3 4 0-15,-7 1 0 0,5-1 0 0,-2 1-21 16,0-3-102-16,0 4-5 0,4 1-21 0,0-2 6 0,-4 0-5 15,4 2 15-15,-3 0 25 0,-1 0 6 0,-1 4 36 0,-3-4 9 16,-3-2 26-16,-2 2 16 0,-3 2 10 0,-14-2 5 16,0 0 31-16,0 0 46 15,0 0 30-15,0 0 6 0,0 0-6 0,0 0-5 0,0 0 1 16,0 0-11-16,0 0 5 0,0 0-30 0,0 0-11 0,0 0-26 16,1-4 6-16,-1 0-31 0,-5 2 11 0,-2-1-26 15,-6 2 10-15,1 2 5 0,-3 0-10 0,-1 2 5 0,6 4-5 16,-3 1 15-16,2 5-15 0,-1 1 5 0,2-2 5 0,-4 5 0 15,3 0-10-15,1 3 0 0,-2-3 10 0,2 2-10 0,2-2 15 16,1-2-20-16,2 0 10 0,2-2-5 0,2 2 15 0,1-5-5 0,0-10-10 16,3 13 10-16,2-6-15 0,-1 3 10 0,3-1-5 15,0-4 15-15,-7-5-5 0,10 5 0 0,1 0-5 0,3-5 10 16,-2 0-15-16,2-3 15 0,1-2-10 0,0 3 6 0,0-5-6 16,-3 4 10-16,2-3-15 0,-3-2 5 0,0-2-5 15,-1 3 5-15,0-3 0 0,0-3 10 0,-1 0-5 0,1-2 0 16,-2 0-15-16,0-1 15 0,2 2-15 0,-2-1 10 0,-1 2 5 0,0-2 20 15,-2 4 11-15,-5 11 25 0,0 0-29 0,0 0-32 0,0 0 0 16,0 0 0-16,0 0 0 0,0 0 0 0,0 0 0 0,0 0 0 16,0 0 0-16,0 0 0 0,0 0 0 0,-2 1 0 0,-1 9 0 15,-2 2-6-15,0-1-101 0,-2 4-26 0,-1 0-6 16,0 5-14-16,8-20-6 0,-2 12-15 0,2-12-26 0,-3 12-4 16,1-3-16-16,2-9-21 15,0 8 85-15,0-8 78 0,0 0 39 0</inkml:trace>
  <inkml:trace contextRef="#ctx0" brushRef="#br0" timeOffset="-154729.9">23503 16109 378 0,'5'-11'225'0,"-5"11"-25"0,5-10-6 0,-5 10-15 16,0 0-15-16,0 0-36 0,0 0-46 0,0 0-16 0,0 0-40 0,0 0-10 0,0 0-16 0,0 0 0 16,0 0 0-16,0 0 0 0,0 0 0 0,0 0 0 15,0 0 0-15,2 0 0 0,0 5-21 0,-1 0-20 0,-2 3-15 16,-1 2 4-16,2 3 6 0,-5 2 15 0,0 2 6 15,5-17 15-15,0 0 5 0,-2 8 5 0,2-8-10 0,0 0 5 16,0 0 10-16,0 0 0 0,-1 10 0 0,1-10-5 0,0 0-10 16,0 0 25-16,0 0-10 15,0 0-5-15,0 0-5 0,0 0 0 0,0 0 15 0,0 0-5 16,0 0 0-16,0 0-5 0,0 0 0 0,0 0 0 0,3 0 10 16,2-3-5-16,5 0 11 0,-2-6-1 0,6-2 16 15,-2-3 15-15,7-2 0 0,1-6-10 0,-5 9 0 0,1 0 10 16,-3-1 20-16,2 0-9 0,-1 4-6 0,0 3-21 15,-3 0-14-15,-11 7-11 0,10-5 15 0,-10 5-10 0,0 0 1 16,0 0-1-16,0 0 5 0,0 0-4 0,0 0 4 0,0 0-10 0,9 3 1 0,-3 2-6 16,-4 4 0-16,-2 3 0 0,-2 1 0 0,-3 2 0 15,4 3 0-15,-4 0 0 0,3-8 0 0,2-10 0 0,-3 13-11 16,1-3-15-16,2 0-40 0,0-10-11 0,0 12-20 0,0-12-10 16,2 13-11-16,-2-13-26 0,3 7 1 0,0 3-5 15,1 0-16-15,-4-10 0 0,8 6-5 0,-1-1 6 0,-7-5-1 16,9 5 41-16,3 3 62 0,-2-7 30 0</inkml:trace>
  <inkml:trace contextRef="#ctx0" brushRef="#br0" timeOffset="-154313.31">23957 16148 531 0,'7'-10'220'0,"-7"10"16"0,8-9-16 15,-5-1-16-15,-3 10-55 0,0 0-16 0,0 0-36 0,0 0-15 16,0 0-25-16,0 0-22 0,-3-5-19 0,-2 2-11 16,0 0-5-16,-5 4 10 15,0 1-15-15,-1 5 5 0,-3 2-5 0,2 3 5 0,4 1-21 16,1-1-30-16,-3 2-10 0,4-3-6 0,1 2-4 15,5-13 4-15,-5 14-10 0,1 0 21 0,0-4 15 0,2 1 15 16,2-11 6-16,0 11 10 0,0-11-6 0,0 11 11 0,0-11 0 16,0 0-5-16,0 0 5 0,2 8 0 0,-2-8 5 0,0 0 10 15,5 8-5-15,4-3 0 0,-3-4-5 0,3-1 0 16,2 0 0-16,3-5 0 0,-3-2 0 0,0 0 0 0,1-6 0 0,-2 2 0 0,3-1 0 16,-3-2-10-16,1-2-5 0,1 0-6 0,0-5-10 15,-1 0 16-15,2-3-5 0,1-3 25 0,-1 2-15 0,-1-4 20 16,-1 5 0-16,-1-1 31 0,0 1 30 0,0 3 11 15,-4 1 16-15,0 3-12 0,-2 2-19 0,-4 15 4 0,0 0-19 16,0 0-11-16,0 0-26 0,0 0 1 0,0 0-11 0,0 0-10 16,0 0 0-16,0 0 0 15,0 0 5-15,0 0 0 0,0 0 0 0,-5 0 0 0,0 7 0 16,0 5 0-16,-2 3 0 0,-3 4 10 0,0 5-5 16,0 1 0-16,2-5 5 0,2-3-5 0,0 2 1 0,1-2 4 15,0 3-15-15,1-2 25 0,1-3-25 0,1 0 10 16,1 2-10-16,2-2 5 0,1 0 0 0,-2 1 0 0,3-6-10 15,1 0-26-15,1 4-26 0,0-4-35 0,0 0-36 0,0 0-51 16,0-3-57-16,-5-7-40 0,0 0-52 0,10 5 29 0,-3 0 152 0,3-3 76 16</inkml:trace>
  <inkml:trace contextRef="#ctx0" brushRef="#br0" timeOffset="-153527.41">24510 16184 0 0,'0'0'86'16,"6"-5"-20"-16,-2-1-14 0,1-3 9 0,-5-1-4 0,0 10 14 15,0 0-4-15,0-12 9 0,0-1 22 0,-4 0 4 0,3 5 16 16,1 8-1-16,0 0-14 0,0-12 10 0,-4 4-21 0,2-2-10 0,2 10-26 16,-4-12-10-16,4 12-5 0,0 0-11 0,-6-5-4 0,-3 0-16 15,-1 1 6-15,-1 3-21 0,1 5 5 0,-1 0-5 16,-3 3 15-16,-1 5-5 0,3 0 0 0,-2 1-15 0,-1 3 5 16,4-1 0-16,-1 0 15 0,0 0-15 0,1 2 5 0,4-2-5 15,0-4 15-15,4 3-15 0,-2-3 15 0,5-11-20 16,0 13 10-16,0-13-5 15,-1 10 5-15,1-10 0 0,1 9 0 0,-1-9 0 0,0 0 0 16,3 10 0-16,-3-10 0 0,0 0 0 0,5 7 10 0,-5-7-15 16,7 5 15-16,3-2-20 0,2-3 20 0,-2-1-20 15,0-4 10-15,1-2-5 0,0-1 5 0,-1 2-11 0,-1-4 6 16,1 0-10-16,1 0 20 0,-1-1-15 0,1 2 20 0,-1-2-10 16,1 1-5-16,-1-2 10 0,4 2-15 0,-4 0 20 15,0 0-20-15,-10 10 10 0,8-7 5 0,-8 7 0 0,0 0-10 0,0 0 10 0,0 0-5 16,0 0 5-16,0 0-5 0,0 0 0 0,0 0 0 0,0 0-10 15,3 1 5-15,-3 4 10 0,0 1-10 0,-1 4-36 16,-4 2-26-16,0 4-25 0,-4-1-5 0,3 4-26 0,6-19 10 16,-1 10-20-16,-2 1 11 0,3-11-6 0,0 0 5 0,0 10-10 15,0-10 25-15,4 7-20 0,-4-7 62 0,0 0 33 16,5 7 16-16</inkml:trace>
  <inkml:trace contextRef="#ctx0" brushRef="#br0" timeOffset="-152879.11">24706 16091 311 0,'9'-8'174'0,"-9"8"-46"0,0 0-20 0,0 0-6 16,0 0 21-16,0 0-11 0,0 0 1 0,0 0-31 0,0 0-20 16,0 0-17-1,0 0-14-15,0 0-16 0,5 3-9 0,0 2-6 0,0 3 0 16,-5 2 0-16,0 2 0 0,-5 1 0 0,2 5 0 0,1-1 0 16,-3-7 0-16,1 2 0 0,3-2 0 0,1 0 0 15,0-10 0-15,-4 10 0 0,4-10 0 0,-1 10 10 0,1-10 36 16,0 0 31-16,0 0 30 0,-4 9 1 0,4-9-11 0,0 0-10 15,0 0-15-15,0 0-41 0,0 0-31 0,0 0 0 0,0 0 0 16,0 0 0-16,0 0 0 0,0 0 0 0,0 0 0 0,0 0 0 0,3-3 0 0,-2-2 0 16,4-5 0-16,-3 0 0 0,6-5-26 0,2 1-87 15,1-6-5-15,4-1-4 0,0 8-12 0,-3 2 7 0,7 2-1 16,-4-2 5-16,3 3 10 0,-5-1 16 0,2 3 0 16,0-3-1-16,-2 7 17 0,1-3 29 0,-2-2 22 0,0 6 20 15,-2-4-6-15,2 1 11 0,-1 3 0 0,-11 1 15 16,0 0 5-16,9-4 27 0,-9 4 29 15,0 0 11-15,0 0 15 0,0 0 11 0,0 0-1 16,0 0 1-16,0 0-6 0,0 0-10 0,0 0-15 0,6 5-21 16,-1 5 0-16,-6-1-9 0,-2 5-12 0,-2 2-9 0,-1 4-26 15,-3 1 0-15,-2 1 5 0,1-7-10 0,2 2 5 16,3-1-5-16,-2-1 5 0,2-1 0 0,3-3 0 0,2 2 0 16,0-13 0-16,-3 11 0 0,3 1 0 0,0-12 0 15,3 10 0-15,-3-10 0 0,0 0 10 0,0 0-15 0,5 7 15 0,-5-7-20 0,6 8 20 16,2-6-10-16,2-2 6 0,0 0-6 0,2-5 0 0,-1-2 0 15,3-3 10-15,-4-2-5 0,0-2 0 0,-2 3-15 0,2-4 15 16,0-1-15-16,0-2 10 0,-1 2-16 0,1-6 1 16,1 2-16-16,0-5 5 0,3-1-10 0,-4-2 21 0,1-1 5 15,1 1 10-15,-2-2 0 0,1 0 0 0,-1-2 10 16,-1 7 16-16,-3 0 20 0,-1 2 20 0,0 5 21 0,-5 18 11 0,4-17 4 0,-4 17-45 16,0 0-57-16,0 0 0 0,0 0 0 0,0 0 0 0,0 0 0 15,0 0 0-15,-2-5 0 0,-1 8 0 0,-4 2 0 16,0 4 0-16,-1 4 0 0,1 7 0 0,-1 1 0 0,2 6 0 15,1-5 0-15,1-1 0 0,-1 2 0 0,4-1 0 16,-3 0 0-16,1 2 0 0,0-3 0 0,-1 1 0 0,1-4 0 16,0 2 0-16,1 1 0 15,-1-4 0-15,-2 3 0 0,1-1 0 0,3-2 0 0,1-2 0 16,-4-3-98-16,4 3-40 0,0-15-26 0,0 15-56 16,0-15-15-16,0 0-47 0,0 0-50 0,0 0 43 0,0 0 144 15,0 12 73-15</inkml:trace>
  <inkml:trace contextRef="#ctx0" brushRef="#br0" timeOffset="-148863.8">26350 15832 592 0,'8'-10'205'15,"-8"10"-148"-15,0 0 20 0,0 0 35 0,0 0 37 0,0 0-21 16,0 0-21-16,0 0-51 0,0 0-20 0,0 0-16 0,0 0 1 15,0 0 10-15,0 0-6 0,0 0 11 0,5 1-10 0,-3 8 9 16,-2 1-19-16,-4 3 4 0,-2 7-15 0,1 1 1 16,-4 6-6-16,2 4 0 0,0-8 0 0,-1 0 0 0,3 0 0 15,-4 1 0-15,6 2 0 16,-2-4 0-16,2-1-11 0,-1-3-45 0,1 2-46 16,3-5-42-16,-2 4-45 0,2-5-31 0,-1 1-20 0,1-1-27 15,0-3-19-15,1-1 163 0,-1-10 62 0,2 11 30 16</inkml:trace>
  <inkml:trace contextRef="#ctx0" brushRef="#br0" timeOffset="-148522.87">26627 16037 557 0,'10'-12'184'0,"-1"2"-46"0,-9 10 21 16,0 0 5-16,6-12-6 0,-6 12-50 0,0 0-47 15,0 0-40-15,0 0-26 0,0 0 10 0,0 0-5 0,0-9 5 16,0 9-5-16,-5-6-10 0,-1 2 5 0,-4 3-21 0,-2 0-5 15,-3 1 0-15,-2 2-5 16,-1 6 21-16,3-2 5 0,0 1 20 0,0-1-15 16,1 3 5-16,-1 1-5 0,1 0 15 0,0 0-15 0,-1-4 15 15,1 3-20-15,2-1 10 0,2-1 5 0,-1-1 10 0,11-6 16 16,-10 5-5-16,0 0 10 0,3 0-21 16,7-5 16-16,-8 5-21 0,8-5 11 0,0 0-16 0,0 0 0 15,0 0 5-15,0 0 5 0,0 0 6 0,-9 10-11 0,9-10 6 16,-1 7 9-16,1-7 0 0,0 0 11 0,0 9-21 0,5-2 6 15,0 1-26-15,5-3 15 0,1 0-20 0,3-1 20 16,1-1-20-16,1-1 20 0,-4-2-10 0,3 2 6 0,-1-1-6 16,2-1-11-16,1 4-15 0,1-3-61 0,-2 3-30 15,3-4-47-15,-1 1-10 0,0 1-20 0,2-2-26 0,-2 0-16 16,-2-2-50-16,3 2 143 0,-4-5 71 0,0 4 36 0</inkml:trace>
  <inkml:trace contextRef="#ctx0" brushRef="#br0" timeOffset="-148218.7">26750 16129 787 0,'-6'8'231'15,"6"-8"-52"-15,-5 6 0 0,5-6 15 0,0 0-35 0,0 0-36 16,0 0-41-16,0 0 4 0,0 0-59 0,0 0-27 16,0 0 0-16,1 6 0 0,4 2 0 0,5-6 0 0,3-2 0 15,-1 0 0-15,3-1 0 0,4-3 0 0,5-1 0 0,-6 0 0 16,1-1 0-16,-3 1 0 0,2 0 0 0,2-2 0 16,0 0 0-16,-4 1 0 0,-1 1 0 0,0 3 0 0,-4-4 0 15,-11 6 0-15,13-4-93 0,-13 4-86 0,0 0-26 0,8-5-10 16,-8 5-20-16,0 0-46 0,0 0-27 0,0 0 42 15,0 0 133-15,8-8 67 0</inkml:trace>
  <inkml:trace contextRef="#ctx0" brushRef="#br0" timeOffset="-147125.69">27493 15954 480 0,'9'-5'133'0,"2"-5"21"0,-1 1 15 16,1-1 10-16,-1 1-41 0,0 2-26 0,0-6-45 16,1 3-37-16,3 5 1 15,-4-1-21-15,-10 6 21 0,10-7 10 0,-2 0 6 0,-8 7 9 16,8-8-10-16,-8 8-11 0,0 0-9 0,0 0-16 15,0 0-15-15,0 0 0 0,0 0 0 0,0 0-16 0,0 0 1 16,-3-2-5-16,-4 4 4 0,0-2 1 0,-7 3 10 0,-1 4 5 16,-5 1-6-16,-1 5 6 0,-4 3-10 0,7-6 10 15,0 1 10-15,2 3-10 0,-1-1 5 0,2-2-5 0,2 3 5 16,0-3 0-16,4 0-11 0,1-1 16 0,8-10-5 0,-5 11 6 0,5-11-6 0,-2 10 0 16,2 0 0-16,0-10 0 0,4 9 0 0,2-2 10 15,3 1-15-15,1 1 5 0,3-5 5 0,-2 3 0 0,3-4 0 16,-1-1 5-16,0-2-15 0,-2 0 5 0,3-2 5 0,-1 0-10 15,0 2 5-15,1-1-5 0,-3-4 15 0,0 3-15 16,-11 2 5-16,0 0 5 0,10-2-10 0,-10 2 5 0,0 0-5 16,0 0 5-16,0 0 0 15,0 0 0-15,0 0-10 0,0 0 5 0,0 0 0 0,0 0-6 16,0 0 6-16,0 0 0 0,0 0 5 0,0 0 0 0,5 7 10 16,-4-2-15-16,-1 2 5 0,-1-1-5 0,-3 4 5 15,-1 0 0-15,-1 0 0 0,-1 3 10 0,7-13 5 0,0 0 6 16,-5 8-1-16,5-8 1 0,0 0-1 0,-4 7 1 15,4-7 9-15,0 0-4 0,0 0-1 0,-1 10-4 0,1-10-1 16,0 0-9-16,1 9-6 0,3-1-5 0,1-3 20 0,2 2-20 0,2-6 16 0,2 2-16 16,-1-4-5-16,4-1 10 0,-4 1-15 0,-1-6 10 15,0 5-26-15,4-3-15 0,-3 2-46 0,1-4-31 0,2 2-30 16,-3 0-21-16,3-1-10 0,-1 2-26 0,-2-1-20 0,-10 5-26 16,10-7 31-16,0 1 110 0,-10 6 55 0</inkml:trace>
  <inkml:trace contextRef="#ctx0" brushRef="#br0" timeOffset="-146124.37">28384 16008 409 0,'0'0'143'0,"-1"-13"-41"0,1 13 11 0,0 0 20 0,0 0-15 16,-1-11-16-16,1 11-46 15,0 0 1-15,0 0-16 0,0 0-6 0,0 0-9 0,0 0-16 16,0 0 6-16,0 3-11 0,-3 0 0 0,2 5 5 16,0 5-5-16,-3 4-10 0,3 1 0 0,-3 4 0 0,0 3 5 15,3-9 0-15,-3-1 0 0,3-2 0 0,0-2 0 0,1-11 0 16,0 11 0-16,0-11 0 0,0 0 0 0,0 0-10 16,1 10 15-16,-1-10-5 0,0 0 5 0,0 0 5 0,0 0-5 15,0 0 10-15,0 0-10 0,0 0 1 0,0 0-6 0,5 2 0 0,0-2 0 0,4-2 10 16,-2-6-5-16,3-1 0 0,1-4-5 0,3-3-10 15,1-1 15-15,-4 1-5 0,0-3-5 0,3 0 0 0,0 2 10 16,-2-2-10-16,3 1 15 0,0 2-10 0,0-3 5 0,0 3 5 16,-2 2-5-16,2 1 11 0,-5 4-11 0,1 2 10 15,-2-2-20-15,-9 9 5 0,0 0 5 0,0 0 0 0,0 0 1 16,0 0 4-16,10 0-5 0,-4 1 0 0,-1 7-5 0,-3-1 0 0,0 3 10 0,-2 1-15 16,-2 4 5-16,-1 1-5 0,-1-5 5 0,-1 3 0 15,2-2 0-15,0-1 0 0,-2 1 0 0,5-12 0 0,-4 12 10 16,4-12-15-16,-3 11 5 0,3-11-5 0,-3 10 5 0,3 0-21 15,0-10 11-15,0 0-10 0,0 0 4 0,0 0 6 0,0 0-5 16,0 0-1-16,0 0 6 0,0 0-5 0,0 0 10 16,0 0 0-16,0 0 5 15,0 0 0-15,5 4 0 0,0-4 0 0,5-2 0 0,0-1 0 16,1-7 0-16,4 0 0 0,1-5-10 0,-1-2 5 0,0 7 10 16,-1-1-10-16,1-2 15 0,-3 3-10 0,3-2 5 15,-4 3-15-15,2 0 15 0,-13 9 5 0,0 0 0 0,12-7-15 16,-12 7 10-16,0 0 5 0,0 0 10 0,0 0 1 0,0 0-11 15,5 1-4-15,0 3-17 0,-3 3 16 0,-4 3-15 16,1 3 20-16,-3 3-20 0,-1-1 20 0,-5 5-20 0,5-7 10 0,0-2 5 0,0-1-10 16,0 2 5-16,5-12 5 0,0 0-10 0,-2 12 5 15,2-12 5-15,0 0-20 0,-4 9-11 0,4-9-25 0,0 0 5 16,-4 8-31-16,4-8 0 0,0 0-20 0,0 0-20 0,0 0-17 16,0 0-9-16,0 0-21 0,0 0-9 0,0 0-11 0,0 0 115 15,0 0 34-15,5 3 18 0</inkml:trace>
  <inkml:trace contextRef="#ctx0" brushRef="#br0" timeOffset="-145854.89">28962 15953 270 0,'0'0'87'0,"0"0"-20"0,6 0 4 0,-6 0 17 0,3 5-12 16,-3 1-4-16,-4 7-11 0,-2-1-20 0,-2 2 0 0,2 1-15 15,-5 0-11-15,6-6 1 0,1 1-1 0,-1 0-5 0,5-10 16 0,0 0-16 16,0 13 11-16,2-5-6 0,-2-8 15 0,0 0-4 0,3 8-1 15,2 0 17-15,2 1-1 0,-7-9 5 0,0 0 5 0,8 5-5 16,2-2-11-16,1-1 1 0,-1-4 10 0,0-1 1 0,0-1-12 16,0-1 1-16,-1-3-10 0,-3 2-1 0,-1-3-14 15,1-2-6-15,-6 11-5 0,4-11 10 0,-3-1-5 0,2-2 1 16,-2 1-17-16,-2-1 6 0,-2 0 0 0,2-4-5 0,-3 8-16 0,4 10-10 16,-5-15-25-16,-1 4-11 0,6 11-10 0,-9-10-20 0,9 10-21 15,-7-8-36-15,-3 1-35 0,0 5-11 0,-1 4-25 0,-2 1 61 16,2 2 85-16,2 4 42 0</inkml:trace>
  <inkml:trace contextRef="#ctx0" brushRef="#br0" timeOffset="-145406.98">29234 16030 470 0,'6'-10'153'0,"-6"10"-40"0,0 0 5 15,0 0-11-15,4-7-40 0,-4 7-37 0,-5-5-24 0,2-1-6 16,-4 2 10-16,-3 1-5 0,-1 2 0 0,0 4-5 0,-3 3 0 0,4 4-10 16,0 0 5-16,0 0 0 0,2-1 15 0,0 5-5 0,0 0 0 15,1 1-15-15,-1-4 15 0,3-3-5 0,5-8 5 0,-4 15-5 16,4-15-10-16,-5 10 15 0,5-10-5 0,0 0 5 16,0 10-15-16,0-10 15 0,0 0-15 0,0 0 10 0,0 0 5 15,0 0 0-15,5 10 0 0,0-5-5 0,2-1 0 0,1-3 10 16,1 1-15-16,0-6 5 15,5-4-5-15,-3 1 5 0,-1-3 10 0,0 2-5 16,1-5 1-16,1 0-6 0,0-2 0 0,-1-2-11 0,0 1 16 16,4-1-5-16,-2-3 6 0,-1-3-6 0,4 0 0 15,-1 0 0-15,5 0 0 0,-3 3 0 0,-2 0 0 0,-1-1 20 16,-2 1 31-16,0 7 11 0,-6 1 14 0,-6 12-9 0,0 0-11 16,0 0-31-16,0 0-4 0,0 0-26 0,0 0 5 15,0 0 5-15,0 0 0 0,0 0 1 0,-1-2-6 0,-3 7-11 0,-4 2 16 0,-4 5-5 16,0-1 6-16,-2 7-6 0,-1 2 0 0,-1 2-11 0,6-8 16 15,0-1-5-15,0 0 6 0,5-2-17 0,0 3 16 16,0 0-25-16,0-3-26 0,0 6-26 0,4-4-20 0,-3 0-5 16,2 1-26-16,-1-3-10 0,-2 4-31 0,5-3-40 0,-1 1-16 15,1-13 61-15,0 10 80 0,0 2 39 0</inkml:trace>
  <inkml:trace contextRef="#ctx0" brushRef="#br0" timeOffset="-144799.04">29381 16129 506 0,'0'0'220'0,"0"0"-51"0,0 0-26 0,0 0-10 15,0 0-25-15,0 0-16 0,0 0-11 0,0 0 1 0,0 0-10 0,11-1-26 0,1-1-15 16,-2-1-21-16,0-1-4 0,0 1-6 0,1-4 0 0,3 4 0 16,-1-4 0-16,1-1 0 0,1 0 0 0,0-2 0 15,2 1 0-15,-3 0 0 0,1 1 0 0,0 1 0 0,-1-3 10 16,-2 3-15-16,1-3 15 0,-6 5-20 0,3 0 20 15,-10 5-20-15,10-9 20 0,-10 9-10 0,0 0-5 0,0 0 0 16,0 0-31-16,0 0-10 0,5-10-26 0,-5 10-15 0,0 0-11 0,-3-7-4 0,-4 4 0 16,0 1 10-16,-6 3-6 0,-2 0 22 0,-1 2 14 15,-4 4 37-15,0 3 15 0,6 2-1 0,-3-2 6 0,2 2 0 16,0-3 15-16,1 4-15 0,2-3 15 0,2 0-10 16,0 1 6-16,1-1-6 0,2-2 0 0,7-8-11 0,0 0 16 15,-5 9-5-15,5-9 16 0,0 0-1 0,-2 8-5 0,2-8-4 16,0 12 4-16,2-3-5 15,1-2 0-15,-3-7 15 0,9 5 1 0,0 4 25 16,5-4-15-16,-3-4-1 0,3 1 1 0,-2-5-6 0,3 3 1 16,0-4-6-16,-1 3 1 0,-2-3-1 0,3-2 1 15,0 1-1-15,0 0-9 0,1 0 4 0,-1-2-10 0,0-5 1 16,2 4-6-16,-2-5 0 0,0 5 0 0,-1-6 0 0,0 2 0 16,1-2 0-16,-2 0 10 0,0 1-15 0,0-5 5 15,2 1 5-15,0-2 0 0,0-1-21 0,-1-4-4 0,-1-1-6 0,2-4 16 0,0 6 5 16,0 0 5-16,-4 1 0 0,3 1 0 0,-3 4-10 15,-1 2 15-15,-1 2-5 0,-3 5 5 0,-6 8-5 0,0 0 10 16,0 0-5-16,0 0 1 0,0 0-6 0,0 0 0 0,0 0 0 16,0 0 10-16,0 0 5 0,0 0-15 0,-1 1 10 0,-6 6 0 15,-1 5 21-15,-3 4-5 0,-2 1 20 0,-2 4-16 0,2 4 11 16,-5 3-15 0,8-4-1-16,0-4-14 0,3 1 4 0,-2-2 11 0,4 0 10 15,0 1-6-15,0 1-4 0,0-3-6 0,4 0 11 16,0-2-5-16,1 2-1 0,0-2-4 0,1-1-1 0,0-3-10 15,3 1-4-15,1-1 4 0,0-1-5 0,0-1 0 0,1 0 5 16,3 0-15-16,-2 0 5 0,2-3-15 0,-9-7-11 16,9 6-20-16,1-1-41 0,-2 0-41 0,-8-5-66 0,10 4-72 15,3-4-93-15,-13 0 27 0,0 0 166 0,10-1 83 0</inkml:trace>
  <inkml:trace contextRef="#ctx0" brushRef="#br0" timeOffset="-142226.33">26048 16419 654 0,'0'0'154'0,"0"0"-129"0,0 0-30 0,0 0 10 0,0 0-5 16,0 0 16-16,0 0-1 0,0 0-15 0,0 0 20 0,0 0-15 16,0 0 6-16,0-2-11 0,1-3 20 0,4-1-10 0,4 1 11 15,4-3-16-15,4 3 11 0,4-4-1 0,6-1 26 16,-3 7-11-16,1-1 1 0,1 3-21 0,5-4 6 0,1 1-11 16,4 0 10-16,0 2-10 0,4 0 11 0,0-1-11 0,6 3 10 0,-1-2 11 15,1 4-1-15,5 0 11 0,-3-1 10 0,3 1 0 0,0-2 0 16,2-2 15-16,0 2 11 0,2 0 0 0,0 0 15 15,-3 0-15-15,5 0-1 0,-1 0-19 0,0 2-6 0,3 0-16 16,-5-1 6-16,5-1-21 0,-1 0-4 0,-4 0-11 16,4 0 0-16,-7 0 10 0,4 0-15 0,-4 0 5 0,-3 0-5 15,-4 0 5-15,0-1 0 16,-4-1 0-16,0 2 0 0,-5 0 0 0,-1-2 0 0,-4-3 0 16,-4 2-21-16,-1 1-20 0,-4 1-25 0,-2-3-21 15,-3 3-21-15,-16 1-9 0,0 0-27 0,0 0 1 0,11-4-57 16,-11 4-50-16,0 0-73 0,0 0 60 0,0 0 131 0,0 0 66 15</inkml:trace>
  <inkml:trace contextRef="#ctx0" brushRef="#br0" timeOffset="-141787.61">25887 16573 777 0,'-14'5'164'0,"14"-5"-144"0,0 0-14 0,0 0-11 0,0 0 5 16,0 0 0-16,0 0 0 0,0 0 10 0,0 0-5 0,0 0 0 16,0 0 5-16,0 0 5 0,6 0-4 0,4 0 4 15,5-2 0-15,5-1 26 16,3-2-10-16,5 0 20 0,7 0-10 0,-9 4 5 0,2-3 5 15,3 2 6-15,3 2-6 0,2-3 5 0,5-2-10 0,0 5 10 16,2-2-9-16,6 2-1 0,-1 0 5 0,6 0-5 16,3-2 0-16,4 0 5 0,1 4-26 0,0-4 1 0,4 4 0 15,2-2 20-15,1 4 0 0,4-1-30 0,-5-1-16 16,2 3 0-16,3-1 0 0,3 5 0 0,-4-4 0 0,6 0 0 16,-1-4 0-16,4 3 0 0,1-2 0 0,3 1 0 0,-6-1 0 0,3-3 0 15,1 2 0-15,-3-3 0 0,-4 4 0 0,-3-2 0 0,-2 3 0 16,-3-2 0-16,-4 0 0 0,-6 3 0 0,-5-3 0 0,-3 3 0 15,-4-2 0-15,-3 1 0 0,-4-3 0 0,-8 0 0 16,-2 0 0-16,-9-3 0 0,-20 3 0 0,17-2-27 0,-17 2-131 16,0 0-83-16,0 0-56 0,0 0-45 0,0 0-37 15,10-5 77-15,-10-4 151 0,-1 2 76 16</inkml:trace>
  <inkml:trace contextRef="#ctx0" brushRef="#br0" timeOffset="-134442.59">23431 16953 654 0,'0'0'118'0,"5"-8"-82"0,-4 1 0 16,-1 7 46-16,-1-9 4 0,-4-1-24 0,-2 0-27 16,-1 3-24-16,8 7-6 0,-12-9-5 15,1 1 10-15,11 8-5 0,0 0 21 0,0 0-6 16,-10-5 27-16,0-2 4 0,0 2 0 0,10 5 5 0,0 0-10 15,0 0 0-15,-9-7-5 0,-1 6 0 0,10 1-10 16,-11-4-16-16,1 4-9 0,-1 0-6 0,0 4 0 0,1-1 0 16,-5 5 0-16,1 1 10 0,2-2-15 0,-3 3 5 0,0 0-5 15,-2 2 15-15,2 2-5 0,-3 3-10 0,2-4 0 16,-1 5 0-16,-1 2 5 0,3-1 0 0,2 1 0 0,-1-2 0 0,2 3 0 0,2-3 0 16,0-1 0-16,1 0 10 0,3-1-5 0,0-1 0 15,6-15-15-15,-4 15 15 0,3-1 15 0,-2-3 6 0,3 3 9 16,0-14 1-16,3 12 25 0,3 0 1 0,0-2-5 0,3-1 9 15,-2 1-14-15,3-1-52 0,3-3 0 0,3-1 0 16,-1-1 0-16,0-3 0 0,3 4 0 0,0-5 0 0,2 4 0 16,-1-4 0-16,0 0 0 0,1 1 0 0,-3-1 0 0,1 0 0 0,-2-5 0 15,1 5 0-15,-4-3 0 0,-2 1 0 0,-11 2 0 0,11-3 0 16,-11 3 0-16,9-5 0 0,-9 5 0 0,10-7 0 0,-5 1 0 16,-5 6 0-16,0 0 0 0,6-8 0 0,-6 8 0 15,0 0 0-15,0 0 0 0,0 0 0 0,0 0 0 0,0 0 0 16,4-11 0-16,-4 1 0 0,0 10 0 0,0 0 0 0,0-10-57 15,-4 0-204-15,4 10-62 16,0 0-30-16,-6-8-77 0,6 8 118 0,-8-7 156 0,1 3 78 16</inkml:trace>
  <inkml:trace contextRef="#ctx0" brushRef="#br0" timeOffset="-133310.72">23600 17259 316 0,'3'-9'164'0,"-3"-1"-26"0,7 6 0 0,-7 4 1 16,9-7-6-16,-9 7-15 0,0 0-21 0,10-6 0 15,-10 6-30-15,13-7 9 0,-13 7-14 0,7-5-6 0,-7 5 0 16,0 0-10-16,5-6-10 0,-5 6-11 0,0 0-4 0,7-8 10 16,-7 8-16-16,8-6 16 15,-2-3-21-15,-6 9 11 0,0 0-6 0,0 0-5 16,0 0 6-16,0 0-21 0,0 0 5 0,0 0-5 0,0 0 15 15,0 0-15-15,0 0 5 0,0 0-16 0,0 0 1 0,0 0 5 16,-4-5 5-16,-1 5 5 0,-1 4 0 0,-2 1 0 0,-5 0 0 16,2 1 0-16,-7 4 10 0,3 4-26 0,8-6 21 15,-4-1-20-15,2 2 15 0,0 1 5 0,2 0 0 0,-1-1-10 16,3 1 0-16,5-10 10 0,0 0-10 0,0 0 15 16,0 0-10-16,-5 9-5 0,5-9 10 0,0 0-15 15,0 0 20-15,0 0-10 0,0 0 6 0,0 0-6 0,0 0 10 16,0 8-5-16,3 0 0 0,-3-8-5 0,6 5 0 0,0-2 0 15,3-1 0-15,1 0 0 0,1-4 0 0,3-1-10 0,-4-2 5 16,0 1 10-16,-4 1-10 0,4-2 5 0,-2 0 5 16,-8 5 0-16,0 0 0 0,10-5-5 0,-1 0-10 0,-9 5 5 15,9-5 0-15,-9 5 15 0,0 0-5 0,0 0-10 16,0 0 10-16,0 0-15 0,0 0 20 0,0 0-10 0,0 0-5 16,0 0 0-16,0 0-11 0,0 0 11 0,0 0 0 0,0 0-5 15,0 0 15-15,0 0-5 0,0 0-5 0,4 4 0 0,-4-1 0 16,-4 2 5-16,3 3 0 0,-7 2 0 0,2 0 0 0,-2 3 0 15,8-13 0-15,-8 14 0 0,8-14 0 0,-5 6 0 16,5-6 10-16,0 0 5 0,0 0-5 0,-5 10-4 0,5-10 14 16,0 0-10-16,0 0 1 0,0 10 9 0,0-10 0 0,0 0 6 15,0 0 5-15,1 7-6 0,3 1-24 0,-4-8-1 16,0 0 0-16,5 4 0 0,3 2 0 0,0-3 0 0,3 1 0 16,-11-4 0-16,14 0 0 0,-14 0 0 0,10-4 0 0,0 1 0 15,-10 3 0-15,8-5 0 0,0 2-1 0,-8 3-76 16,0 0-5-16,0 0-25 0,0 0 5 0,0 0 4 0,0 0-19 15,0 0 9-15,9-7-14 0,-9 7 4 0,0 0-15 0,3-8 5 16,-3 8-21-16,0 0-4 0,0 0-21 0,0 0-5 0,5-8 79 16,-5 8 50-16,0 0 25 0</inkml:trace>
  <inkml:trace contextRef="#ctx0" brushRef="#br0" timeOffset="-132957.67">23865 17226 470 0,'9'-3'143'0,"-9"3"-10"16,0 0-20-16,0 0-6 0,0 0-25 0,0 0-20 0,7-7-16 16,-7 7-16-16,0 0-4 0,0 0-6 0,0 0 1 0,0 0-1 15,0 0 22-15,0 0 9 0,0 0 0 0,0 0 15 0,0 0 6 16,0 0 10-16,0 0 0 0,5 2 20 0,1 1-10 15,-1 2-20-15,-2 0-21 0,-3 4-40 0,-3 6-11 0,2-1 0 16,0 1 0-16,-2-5 0 0,1 0 0 0,2-10 0 16,-4 12 0-16,3-1 0 0,-2-1 0 0,2 0 0 0,1-10 0 15,-1 10 0-15,1-10 0 0,0 14 0 0,0-14 0 0,0 0 0 16,0 10 0-16,-3 0 0 0,3-10 0 0,0 0 0 0,0 0 0 16,0 0 0-16,0 0 0 0,0 0 0 0,0 0 0 0,0 11 0 15,0-11 0-15,0 0 0 0,0 0 0 0,0 0 0 16,0 0-52-16,0 0-132 0,0 0-31 0,0 0-36 0,0 0-41 15,0 0-25-15,0 0-52 0,0 0 185 0,0 0 92 0,0-2 46 16</inkml:trace>
  <inkml:trace contextRef="#ctx0" brushRef="#br0" timeOffset="-132471.66">24535 17088 419 0,'-10'4'158'0,"10"-4"-20"0,0 0 1 0,0 0-6 16,0 0-36-16,0 0-30 0,0 0-32 0,0 0 1 0,0 0 10 15,0 0 31-15,0 0 15 0,0 0 21 0,0 0 4 0,0 0 6 16,0 0-20-16,0 2-1 0,5 2-50 0,0-3-52 16,6-2 0-16,4 2 0 0,2-2 0 0,4 0 0 0,2-3 0 15,-6 4 0-15,-2 1 0 0,0-6 0 0,-3 4 0 0,2-3 0 0,-14 4 0 16,11-1 0-16,0 0 0 0,-11 1 0 0,13 1 0 0,-13-1 0 16,0 0-32-16,11-4-111 0,-11 4-5 0,0 0-16 0,10-3-10 15,-10 3-31-15,0 0 11 0,0 0-21 0,10-3-10 16,-10 3-46-16,0 0 133 0,0 0 69 0,0 0 34 0</inkml:trace>
  <inkml:trace contextRef="#ctx0" brushRef="#br0" timeOffset="-132271.16">24518 17195 526 0,'-8'6'189'0,"8"-6"-45"0,0 0 15 16,0 0 45-16,0 0 6 15,0 0-6-15,0 0-14 0,1 6-26 0,3 1-107 16,1-3-57-16,5 1 0 0,1-2 0 0,3-3 0 0,2 0 0 16,2-2 0-16,-4 2 0 0,0-3 0 0,-1 3 0 0,1-5 0 15,1 5 0-15,0-3 0 0,1 3 0 0,-2 0-185 16,2-4-112-16,-1 2-40 0,-3-3-63 0,2 4-60 0,1-4 276 16,-4 0 92-16,3-1 46 0</inkml:trace>
  <inkml:trace contextRef="#ctx0" brushRef="#br0" timeOffset="-126142.99">25353 17000 434 0,'0'0'179'0,"0"0"5"0,0 0 0 16,0 0 6-16,0 0-6 0,0 0-20 0,0 0-11 16,0 0-30-16,0 0-10 0,0 0-41 0,0 0-16 0,0 0-45 15,0 0-11-15,0 0 0 0,0 0 0 0,0 0 0 0,0 0 0 16,0 0 0-16,0 0 0 0,-3 0 0 0,3 1 0 0,-5 5 0 16,0 5 0-16,-1 7 0 0,-3 2 0 0,-1 7 0 15,0 2 0-15,3-8 0 0,-2 2 0 0,-1-2 0 0,1 3 0 16,-1-6 0-16,3 2 0 0,-2-4 0 0,3 3 0 15,1-4 0-15,0 0 0 0,0-2 0 0,5-13 0 0,-4 12 0 16,3 1 0-16,0-3 0 0,-3 0 0 0,4-10 0 0,-1 10 0 16,1-10-21-16,0 0-71 0,0 0-6 0,0 0-24 0,0 0-12 15,0 0-9-15,0 0-21 0,0 0 1 0,0 0-37 0,0 0-10 16,0 0-25-16,0 0-26 0,0 0 159 0,0 0 51 16,0 0 25-16</inkml:trace>
  <inkml:trace contextRef="#ctx0" brushRef="#br0" timeOffset="-125969.46">25414 17205 542 0,'0'0'240'0,"0"0"-71"0,0 0 0 0,0 0-26 16,0 0-25-16,0 0-46 0,0 0-42 0,0 0-19 16,0 0-22-16,0 0 16 0,0 0-5 0,0 0 6 0,0 0-17 15,0 0-35-15,0 0-10 0,3 4-52 0,-3-4-4 0,0 0-37 16,0 0-25-16,5 5-31 0,-5 2-35 0,0-7 43 0,0 0 99 15,0 0 49-15</inkml:trace>
  <inkml:trace contextRef="#ctx0" brushRef="#br0" timeOffset="-125677.13">25673 17094 603 0,'9'-7'312'15,"-9"7"-92"-15,0 0-5 0,0 0-5 0,0 0 0 0,0 0-36 16,0 0-71-16,0 0-103 0,0 0 0 0,0 0 0 0,0 0 0 15,0 0 0-15,0 0 0 0,0 0 0 0,0 0 0 0,0 0 0 16,1 2 0-16,-1 2 0 0,-1 5 0 0,-4-2 0 0,1 5 0 16,-2 1 0-16,-3 0 0 0,1 7 0 0,8-20 0 15,-3 9 0-15,3-9 0 0,0 14 0 0,3-3 0 0,-1-1 0 16,1-2 0-16,-3-8 0 0,5 9 0 0,2-1 0 0,-1 1 0 16,4-1 0-16,0-3 0 0,-2-4 0 0,2 5 0 15,2-2 0-15,-1-3 0 0,-1 3 0 0,5-4 0 16,-3 1 0-16,3 2-11 0,0-2-35 0,0-1-15 0,-3-1-22 15,2 1 2-15,2-3-27 0,-5 2 26 0,2-3-35 16,-3 3 4-16,-10 1-5 0,8-5 1 0,-8 5-1 0,9-9 5 16,0 4-25-16,-3-1 21 0,-6 6-11 0,6-10-11 0,-6 10-4 15,5-8 36-15,-1-2 53 0,-4 10 27 0</inkml:trace>
  <inkml:trace contextRef="#ctx0" brushRef="#br0" timeOffset="-125403.12">25919 17036 470 0,'0'0'215'0,"0"0"-21"15,0 0-4-15,0 0-6 0,-9-5 21 0,9 5-21 0,-6-3-26 16,6 3-25-16,-9 3-20 0,2 1-112 0,2 2-1 0,-5 1 0 16,4 6 0-16,-3 8 0 0,0-6 0 0,2 1 0 0,2-3 0 0,-4 4 0 15,-1 2 0-15,3 0 0 0,-3-4 0 0,0 0 0 0,3 0 0 16,-1 2 0-16,1-2 0 0,0 0 0 0,1-5 0 15,1 3 0-15,1-3 0 0,0 1 0 0,0-1 0 0,4-10 0 16,0 0 0-16,0 0 0 0,-5 7 0 0,0 2 0 0,5-9-108 16,0 0-25-16,0 0-31 0,0 0-10 0,0 0-21 15,0 0-15-15,0 0-10 0,-1 9-15 0,1-9-26 0,0 0 87 0,0 0 87 0,0 0 44 16</inkml:trace>
  <inkml:trace contextRef="#ctx0" brushRef="#br0" timeOffset="-124986.92">26287 17177 373 0,'7'-6'153'0,"-7"6"-30"16,0 0 0-16,1-10-16 0,-1 10 1 0,0 0-16 15,-1-9-5-15,1 9-5 0,-4-9 0 0,4 9-1 0,0 0 1 0,0 0-10 0,-6-5-15 16,6 5-1-16,-7-7-10 0,7 7 0 0,0 0-16 0,0 0-4 16,0 0-6-16,0 0-9 0,-11-3-6 0,-3 1-5 0,4 4 10 15,3 6-5-15,-3-1 11 0,1 2 9 0,-1 1 21 16,1 0-10-16,3-1 5 0,-1 2-35 0,-2 2-6 0,0-5 0 16,7 3 0-16,-2 1 0 0,4-12 0 0,0 0 0 0,-1 9 0 15,1 1 0 1,0 3 0-16,2-6 0 0,6 4 0 0,-8-11 0 0,0 0 0 15,6 8 0-15,-6-8 0 0,9 10 0 0,0-3 0 0,0-4 0 16,4 2 0-16,3-3 0 0,-1-1 0 0,1 1 0 16,1-4 0-16,3-1 0 0,0 1 0 0,-4 1 0 0,2-1 0 15,-1-1 0-15,0-1 0 0,1 1 0 0,-3 0 0 16,-4 0 0-16,0-2 0 0,-11 5 0 0,11-5 0 0,-11 5 0 16,0 0-42-16,0 0-91 0,0 0-41 0,0 0-31 0,0 0-15 0,0 0-15 0,0 0-16 15,8-10-30-15,-8 10-6 0,0 0 177 0,1-9 55 16,-5-1 28-16</inkml:trace>
  <inkml:trace contextRef="#ctx0" brushRef="#br0" timeOffset="-124723.95">26407 17160 449 0,'0'0'195'0,"-1"-13"-52"0,1 13-10 0,0 0-5 0,-1-9 0 15,1 9-36-15,0 0-25 0,0 0-21 0,0 0-16 16,0 0 6-16,0 0 20 0,0 0 16 0,0 0 10 0,0 0 0 15,0 0-10-15,0 0-6 0,-3 0-4 0,1 5-11 0,-2 3-5 16,-1 1-35-16,-1 6-11 16,-3 1 0-16,1 2 0 0,-5 4 0 0,3-9 0 15,-1 6 0-15,-3-4 0 0,3 1 0 0,-1-4 0 0,0 3 0 16,3 0 0-16,-3-1 0 0,2-3 0 0,0-1 0 0,1 1 0 16,0-2 0-16,-1 0 0 0,1 1 0 0,2 0 0 15,7-10-93-15,-10 8-117 0,4-1-61 0,6-7-56 0,-8 8-93 16,8-8 57-16,0 0 181 0,0 0 91 0</inkml:trace>
  <inkml:trace contextRef="#ctx0" brushRef="#br0" timeOffset="-102910.51">23149 17376 142 0,'-23'-4'36'0,"-1"3"10"0,2-3 31 0,-1 4-5 15,1-5 20-15,1 4-21 0,-2-3 1 0,5 4 0 16,-5-2 4-16,4-1 6 15,2 3 0-15,-3-2 0 0,1 2 0 0,4-3 0 0,-2 3-20 16,1 0-1-16,3 0-36 0,1-1 11 0,-1-2-26 16,13 3-9-16,0 0 4 0,0 0-15 0,0 0 10 0,0 0-5 15,0 0 5-15,0 0 0 0,0 0-11 0,0 0 6 0,0 0 10 16,0 0 0-16,0 0-10 0,0 0 0 0,5 4 10 0,1-1 0 16,6-1 1-16,6-2-6 0,4 5 0 0,6 0 0 15,8 4 0-15,6-1 0 0,-6-1 0 0,-1-1 0 0,6 2-11 0,1 2 16 0,6-2-5 16,0-1 6-16,1 2-6 0,6 1 0 0,1-1 0 0,4 0 10 15,0-2-5-15,1-2-10 0,5 1 0 0,0 0 10 16,4 4 0-16,1-4 10 0,-1 0 0 0,7-1-5 0,-1 4-4 16,1 0-17-16,4-2 26 0,-2 3-20 0,1-1 11 15,1 3-11-15,-1 1 5 0,-2 0 0 0,0 1 0 0,-1-1 10 16,-5 2-5-16,0-2 20 0,-4 0 6 0,-2 2 0 0,0-1 5 0,-1 0 0 0,-3-3 5 16,-1-1-21-16,-3-2 21 0,3 2-16 0,-3-5 16 15,-2-2-36-15,3 0 11 0,-6-3-16 0,2 0 5 0,1 3-5 16,-3-3 0-16,2 0 0 0,-3-3 0 0,-1 3 0 15,2-3 0-15,0-2 0 0,-4 2 0 0,5-5 0 0,-7 3 0 16,3-4 0-16,-2 2 0 0,-2-2 10 0,0 0-15 16,-1-1 5-16,-3 5-5 15,-2-6 15-15,-2-1-15 0,0 1 15 0,0-3 11 0,-5 4 25 16,-1-1 10-16,-4-4-15 0,1-2-10 0,-3 5 0 16,-2-2-5-16,-7-1-26 0,-2 1 0 0,-1-1 0 0,-1 0 0 15,-5 0 0-15,-1 2 0 0,-1-3 0 0,-2 3 0 0,-1-2 0 16,-1 0 0-16,-1 1 0 0,-1-3 0 0,-1 4 0 15,-4-3 0-15,0-2 0 0,0 0 0 0,-5 0 0 0,2 0 0 16,-6-5 0-16,1 6 0 0,1-5 0 0,-4 2 0 0,1-5 0 0,0 1 0 16,-5 1 0-16,-1-2 0 0,-1 0 0 0,-3-3 0 0,-4 7 0 15,3-4 0-15,-7 3 0 0,-2-1 0 0,4 1 0 16,-4 2 0-16,0-3 0 0,-1 4 0 0,-1-2 0 0,-2 1 0 16,2 0 0-16,-10 2 0 0,6-1 0 0,0-1 0 15,-4 1 0-15,0 0 0 0,1 1 0 0,-2 0 0 0,-2-1 0 16,1-1 0-16,-4 2 0 15,-1 1 0-15,-3-1 0 0,-1 3 0 0,-2-1 0 0,1 1 0 16,-4-2 0-16,0 3 0 0,-1-1 0 0,0 3 0 16,-3-1 0-16,3 2 0 0,-4-1 0 0,-2 2 0 0,1 5 0 15,-3-3 0-15,-1 0 0 0,2-1 0 0,-2 2 0 16,-1 3 0-16,-1-4 0 0,-2 3 0 0,4 4 0 0,0 1 0 16,-3 1 0-16,2 3 0 0,-4 1 0 0,1-4 0 15,0 8 0-15,-1-1 0 0,-1-2 0 0,1 4 0 0,-2-2 0 0,2 2 0 0,0 1 0 16,4 3 0-16,-1-3 0 0,6 4 0 0,-3-1 0 0,2-1 0 15,1 4 0-15,2 0 0 0,3 0 0 0,-3 1 0 16,6-2 0-16,1 2 0 0,0 1 0 0,6-2 0 0,-3 2 0 16,5 1 0-16,1 0 0 0,3 2 0 0,0-2 0 15,0 1 0-15,0 2 0 0,6 2 0 0,2-1 0 0,3-1 0 16,2 1 0-16,4-2 0 0,1 2 0 0,6-2 0 0,3-1 0 0,3-1 0 0,3 0 0 16,3 2 0-16,3-2 0 0,2 1 0 0,2-2 0 15,3 1 0-15,5-6 0 0,-2 5 0 0,1 0 0 0,-1-3 0 16,4-1 0-16,1-5 0 0,-1 3 0 0,3-2 0 15,0 2 0-15,0-2 0 0,3-2 0 0,0-3 0 0,2 1 0 16,2 0 0-16,-3-3 0 0,3 1-185 0,-3-3-86 16,-1 3-47-16,-13-5-50 15,12 3-57-15,3 2 185 0,-15-5 120 0,10 4 60 0</inkml:trace>
  <inkml:trace contextRef="#ctx0" brushRef="#br0" timeOffset="-100600.7">21832 16948 0 0,'0'0'194'0,"0"0"-153"16,0 0 20-16,0 0 10 0,0 0 22 0,0 0-17 0,0 0-4 15,0 0 0-15,0 0-6 0,0 0-20 0,0 0-15 0,0 0 0 16,0 0 5-16,0 0 5 0,0 0 10 0,0 0 5 0,0 0 15 16,0 0-4-16,0 0-10 0,0 0-22 0,0 0 1 0,0 0 0 15,0 0 5-15,0 0-21 0,4-1 1 0,-4-3-6 0,0-2-5 0,-4-3-4 16,-1-5 4-16,-1-1-5 0,-4-1-10 0,-2-6 0 0,0 12 10 16,-1 0 0-16,0-5 0 0,-3 5-5 0,-1-5 0 15,-3 2 0-15,0 0 0 0,0-1 0 0,-2-1-10 0,-2-3 15 16,-2 3-15-16,2-4 10 0,1 0 5 0,-5 0 0 0,2 0 0 15,-2 1-5-15,2-3 0 0,-1 1 0 0,1 0 0 16,-3-1 0-16,-1 1 0 16,-1-2 0-16,1 6-10 0,-1-6 15 0,-1 4-5 15,-1 1 5-15,-2 0-5 0,1-1 0 0,-2 2-10 0,-4 1 5 16,0-2 0-16,0 1 5 0,-1 1 0 0,-3 0-11 0,3 0 16 16,-1 0-5-16,0-1-5 0,2 1 0 0,0 0 0 15,1 5 15-15,0-1-5 0,-1-1-10 0,1 2 0 0,2 0 0 16,-3-1 5-16,-1 2 10 0,1-2-15 0,1 2 5 15,0-1 5-15,2 2-10 0,-2-3 15 0,4 2-10 0,2 3 6 0,-2-1-6 0,3 0 0 16,4 1 0-16,-1-2 10 0,2 7-5 0,-1-3-10 0,4 2 10 16,3-1 5-16,-1 3 10 0,3 0-9 0,2-1 4 15,-1 2-10-15,4-1-10 0,-1 0 10 0,3 0-5 0,-1 0 6 16,13 0-6-16,-10 0 0 0,10 0 0 0,0 0 0 0,0 0 0 16,0 0-41-16,0 0-41 0,-11-1-72 0,11 1-41 15,0 0-45-15,0 0-6 16,0 0-25-16,0 0 118 0,0 0 76 0,0 0 39 0</inkml:trace>
  <inkml:trace contextRef="#ctx0" brushRef="#br0" timeOffset="-100315.6">20027 15933 367 0,'0'0'31'15,"0"0"-36"-15,0 6 5 0,-4-1 5 0,-3 0-10 0,-6 3 5 16,0-3-5-16,-3-3 5 0,-6-2 0 0,1 0 10 0,4 5-25 16,-2-1-1-16,0 0-9 0,0 2 15 0,0-1 5 15,-1 0 5-15,0 0 0 16,1 2 0-16,1-2 0 0,2 0 0 0,2 0 0 0,1-2 0 16,0 0 20-16,13-3 0 0,-10 7 6 0,1-3 5 15,9-4-6-15,0 0-9 0,0 0 9 0,-2 8-15 0,0-1 21 16,4 3-10-16,0 1 4 0,5 1-14 0,1-1 4 0,4-1-10 15,1 0 1-15,-1 0-6 0,1-3 10 0,0-1-15 16,4 3 5-16,-3-3-36 0,2 1-62 0,1 0-71 0,-4-2 11 16,1-2 79-16,2 4 39 0</inkml:trace>
  <inkml:trace contextRef="#ctx0" brushRef="#br0" timeOffset="-99614.1">20203 17430 859 0,'6'-6'46'0,"-6"6"25"16,0 0 47-16,0 0 46 0,0 0-26 0,0 0-66 0,0 0-36 16,0 0-41-16,0 0 15 0,0 0-10 0,0 0 5 0,0 0-5 0,0 0-10 15,0 0 15-15,0 0-15 0,0 0 20 0,0 0-10 0,5 4 15 16,-1-2-10-16,0 8 1 0,-3-1 4 0,0 6-15 0,-3 0 5 16,-3 2-5-16,0 0 15 0,1-4-15 0,-1-2 15 15,0 0-10-15,1 3 5 0,-2-2-15 0,1-4 5 0,0 4 0 16,5-12 15-16,-2 10-5 0,-3 0 0 0,5-10-5 0,0 0 0 15,0 0-10-15,0 0 15 0,0 0-5 0,0 0 5 0,0 0-15 0,0 0 15 0,0 0-5 16,0 0 5-16,0 0-15 0,0 0 15 0,0 0-5 16,0 0 5-16,0 0-5 0,2 0 0 0,2-9-10 0,3 0 15 15,3-2-5-15,3-4 5 0,2-3-5 0,2-3 0 0,2-3-10 16,1 8 15-16,-5 2-5 0,1-1 5 0,0 3-46 16,-1 2-61-16,0 0-62 0,0 4-61 0,-2-3-36 0,-2 3-52 15,0-1 88-15,1 2 113 16,-5-1 56-16</inkml:trace>
  <inkml:trace contextRef="#ctx0" brushRef="#br0" timeOffset="-98896.69">20495 17420 0 0,'0'0'189'0,"-9"8"-143"0,1-2-16 15,0 0-4-15,8-6-16 0,-7 8-4 0,-3-2 4 16,1-1 5-16,0 0 15 0,2 1 16 0,-2 3 11 0,2-1-6 16,-1 1 5-16,4 1 11 0,4-10-11 0,-3 10 15 0,-1 1-19 15,4-11 9-15,-3 10-4 16,3-10 14-16,3 11 6 0,2-2 5 0,-5-9-10 16,5 8-6-16,4-1-4 0,1-2-1 0,0-5-10 0,2 2-15 15,3-4-11-15,-4 0-4 0,3-1-11 0,1-2-15 16,0-2 0-16,-3-1 0 0,2 3 5 0,-1-5 0 0,2 0 10 15,-4-1-5-15,0-2 1 0,-1 6-6 0,-1-5-31 0,-2 0-26 16,-2-2-30-16,-1 1 11 0,-1 1 4 0,-2-1 41 16,-2 3-5-16,1 10 26 0,-4-11-10 0,-1 1 15 0,-3 3-11 0,1 2 1 0,-3 2 5 15,-1 1 5-15,-2 2-16 0,-3 5 0 0,3 0-14 16,1 2-11-16,-3 0-10 0,1 1-16 0,0-2-5 0,6 4-5 16,8-10 11-16,0 0-6 0,-8 10 21 0,8-10-6 0,0 0 16 15,0 0 20-15,-2 10 6 0,4-5 15 0,3 0 0 16,6 0 5-16,4-1 0 0,4-1 0 0,0-1 10 0,2-4-15 15,0-1 15-15,-2 2 21 16,2-2 20-16,-2-2 10 0,1 0 1 0,-1 4-21 16,-2-3 10-16,3-1-21 0,-5 0-9 0,0 3-16 0,0-2 5 15,-4 0-5-15,-11 4 1 0,0 0 14 0,0 0 11 0,0 0 10 16,0 0-11-16,0 0-4 0,0 0-16 0,0 0 6 0,5 9-21 16,-3-3 15-16,-6 7-10 0,-4-1-5 0,-2 7 0 15,-5 0 0-15,-1 4 15 0,-4-1 5 0,4-3 5 0,1-4 11 16,2 3-5-16,3 1-11 0,2-6-9 0,0 0 4 0,3 0-5 0,5-13 10 15,-2 12 0-15,2 0 16 0,0-12 5 0,0 0-6 0,4 8-4 16,3-5-6-16,2 0-9 0,1-2-6 0,3-2-5 0,1-5 0 16,4-1 0-16,-2-3 0 0,-1 2 0 0,0-2 0 15,-3 0 0-15,3-3 0 0,-1 1-10 0,1-3 15 0,-4 0-5 16,3 0-5-16,-2-1 0 0,2 0 0 0,0 0 5 0,-3 0 0 16,3-1 0-16,-2 5-11 0,2 2 37 0,-14 10-6 0,9-12 21 0,-9 12-5 15,0 0-5-15,0 0-6 0,0 0-4 0,0 0-11 0,0 0-5 16,0 0-5-16,-3 0-10 0,-2 9 15 0,-5 1-5 0,-3 2 5 15,-5 3-5-15,-2 2-10 0,0 2 5 0,6-4 0 16,2-2 5-16,-1-1-21 0,4 1-20 0,-1 2-15 0,2-5 5 16,2 0-6-16,1 0-9 0,5-10-21 0,0 0-20 15,-4 12-32-15,3-2-24 16,1-10-27-16,0 11-20 0,0-11 118 0,0 0 46 0,0 0 23 16</inkml:trace>
  <inkml:trace contextRef="#ctx0" brushRef="#br0" timeOffset="-98195.02">21079 17547 470 0,'0'0'138'0,"0"0"-30"0,0 0 14 15,0 0-14-15,0 0-21 0,7 5-52 0,-9-1-19 0,-3 5-16 16,-2 3 0-16,-6-2 0 0,-3 2 0 0,-6-1 0 0,-3 6-10 16,5-5 5-16,3-1-21 0,-1-3 6 0,2 2-16 15,4 0 0-15,0 0 5 0,4-1 6 0,8-9-6 0,0 0 5 16,0 0 1-16,0 0 15 0,0 0 5 0,0 0 5 0,0 0 0 15,0 0 10-15,0 0-15 16,0 0 5-16,0 0 5 0,3 0 0 0,4-1-10 16,3-2 0-16,0-2 10 0,4-3-10 0,1-4 15 0,2-4-10 15,2-1 15-15,-5 4 11 0,1 0 10 0,0-1 15 0,2 1 15 16,1-2 1-16,-2 4 20 0,0-2-5 0,-1 2-5 16,0 2-32-16,-2 3-14 0,-13 6-11 0,0 0 1 0,0 0-1 15,0 0-19-15,0 0 9 0,0 0-20 0,0 0 20 0,0 0-10 16,0 0-5-16,0 1-11 0,-2 4-15 0,-5 4-15 0,-3 1-10 0,0 0-15 0,-4 3-6 15,2-1-15-15,-3 1 15 0,15-13 6 0,-8 10 9 16,8-10 11-16,0 0 4 0,-2 9 17 0,4-3 4 0,3 1 16 16,3 0-5-16,3-6 10 0,-1 6-10 0,5-5 10 15,4-1-11-15,-4-2 21 0,2-3-5 0,-1 3-5 0,1-3 10 16,-1 3-15-16,0-3 10 0,2 4-5 0,-3-3 15 0,-1 0-15 16,0-1-16-16,0 3-15 0,-3 2-5 0,-11-1 21 0,0 0 0 0,0 0 15 15,0 0 0-15,9 7 5 0,-9-7 51 0,6 8-15 0,-5-1-6 16,-1 5-24-16,-3 7-6 0,-2-4 0 0,-3 4 0 0,1-3 0 15,-1-2 10-15,3 4-5 0,-1-4 0 0,2-3 5 16,4-11 5-16,0 0-4 0,-4 11 4 0,4-11 0 0,0 0 5 16,0 0 1-16,0 0-21 0,0 0 10 0,0 0-10 0,0 0 6 15,0 0-17-15,3 0 16 16,1-1-5-16,1-5-5 0,0-4 0 0,1-6 0 16,3 1 5-16,1-1-10 0,1-8 5 0,-6 9 10 0,1 0 0 15,0-1-31-15,3 4-10 0,-1-8 1 0,2 1 9 0,0 0 6 16,2-1 10-16,-1 0-6 0,3-1 52 0,0-2 20 15,-2 2 36-15,1 4 6 0,-3 2 4 0,-10 15-10 0,0 0-15 16,0 0-31-16,0 0-5 0,0 0-5 0,0 0-6 0,0 0-14 16,0 0-1-16,1-2 0 0,-4 4 6 0,-5 3-11 0,-5 5 6 0,-2 4-1 15,-2 4 5-15,-4 3 11 0,-1 4 5 0,5-6-6 0,2-1-24 16,1 2 14-16,-1 0-25 0,4-1 20 0,1 0-25 0,0 0 10 16,1 0-5-16,3-2 5 0,1 0 0 0,0 1 0 15,3 0 10-15,-1 1-15 0,2-4 5 0,2-1-36 0,2-2-30 16,-3 2-36-16,0-14-16 0,0 0-26 0,6 9-9 15,0-1-21-15,4-2-16 16,0-2-50-16,4-4 92 0,-3 0 74 0,5-4 37 0</inkml:trace>
  <inkml:trace contextRef="#ctx0" brushRef="#br0" timeOffset="-97731.41">21987 18068 495 0,'0'0'251'0,"0"0"-46"0,-8 6 10 0,8-6-26 0,0 0-20 16,0 0-61-16,0 0-47 0,0 0-30 0,0 0-11 0,0 0 11 15,0 0-26-15,0 0 20 0,0 0-30 0,0 0 21 0,0-1-16 16,3-4 5-16,2-4-5 0,3-3-10 0,2-1 15 16,3-3-5-16,2-2-5 0,4-4 0 0,-5 9 10 0,-1-1 0 15,1 1 0-15,-2 0-5 0,1-1 0 0,-2 1 20 16,0 2 11-16,-1 1 10 0,-10 10-10 0,0 0 5 0,6-9 0 0,-6 9-6 0,0 0-29 16,0 0-1-16,0 0 0 0,0 0 0 0,0 0 0 0,0 0 0 15,3 0 0-15,-6 4 0 0,-3 2 0 0,-1 8 0 0,-2 2 0 16,-2 4 0-16,-4 3 0 0,0 2 0 0,3-5 0 15,2 3 0-15,-1-3 0 0,1 0 0 0,0-1 0 0,0 1 0 16,2-3 0-16,-1-1 0 0,1-1 0 0,0 0 0 16,3 0-16-16,-2-2-10 0,2 1-10 0,0-3-10 0,0 4 10 0,0-3-5 0,0 1-5 15,0-3 10-15,5-10-4 0,0 0-6 0,-6 8-21 16,0 2-10-16,-2 0 6 0,8-10-16 0,0 0-15 0,0 0-16 16,0 0-5-16,0 0 10 0,0 0-15 0,0 0 6 0,0 0-6 15,-7 5-16-15,-2-5 1 0,0-1 15 0,2-7 64 0,1 2 32 16</inkml:trace>
  <inkml:trace contextRef="#ctx0" brushRef="#br0" timeOffset="-97534.5">22074 17564 619 0,'0'0'163'0,"10"-4"-76"0,-10 4-25 16,0 0-16-16,0 0-36 0,0 0-10 0,0 0 5 16,10-3-10-16,-10 3-36 0,10 0-56 0,0-1-31 0,1 2-46 15,2-1 5-15,-3 0-26 0,1 0 103 0,1 2 46 0,2 1 23 16</inkml:trace>
  <inkml:trace contextRef="#ctx0" brushRef="#br0" timeOffset="-96988.96">22289 17795 250 0,'-3'14'118'16,"3"-14"-11"-16,-4 11-4 0,4-11-22 0,0 0-9 0,0 0-21 15,0 0 15-15,-1 10 6 0,1-10 0 0,0 0-37 0,0 0 1 16,6 5-15-16,1-2 4 0,0-4-14 0,4-1-6 16,-1-1-5-16,3-4 0 0,1-3 0 0,1 0 10 0,-5 0-15 15,0 4 5-15,-1-3-15 0,-4 0 20 0,4-2-26 16,-1 1 16-16,-2-3-15 0,-2 1 4 0,1 0-4 0,-3 2 10 15,1-1-16-15,-3 11 16 0,0 0-10 0,-4-12 25 0,-1 4-15 16,-1 3 10-16,-4 3-5 0,-2 2 5 0,0 3 0 16,-5 2 0-16,-1 5 0 0,4 5 0 0,-3 0-11 0,-2 4 16 15,4-3-15-15,-2 5 20 0,2-1-20 0,2 0 10 16,2 3 5-16,1-3 0 0,3 1-10 0,2-6 0 0,1 2 10 16,3 1-10-16,1-3 5 0,1-2-5 0,-1-13 15 15,4 9 5-15,1 2 16 0,2-1-6 0,-7-10 1 0,7 7 5 16,3 0-6-16,3-6 1 0,1 3-6 0,1-3-9 0,2-1-6 15,1-5-5-15,0 0 0 0,4 0 0 0,3-1 0 16,-3-3 0-16,2-1 10 0,2-4-5 0,-1 5-10 0,2-3 0 16,2 4 10-16,-3-5 0 0,0 0 1 0,1-1-17 0,-2 0 6 15,1 4 0-15,-2-4 5 0,-3 2 20 0,-1 0 42 16,-3 2-6-16,-3 4 0 0,-3-4-15 0,-11 10 10 0,0 0-4 16,0 0-12-16,0 0-19 0,0 0-11 0,0 0-5 0,0 0 0 15,1 0 0-15,-3 5 0 0,-3 1 0 0,-5 4 0 16,-4 4 0-16,-2-1 0 0,0 2 0 0,-4 5 0 0,6-5 0 15,2-3 0-15,2 1 0 0,-2 0-10 0,4-3 15 0,1 4-5 16,2-3 5-16,2-1-15 0,1 2 5 0,2-12 10 16,0 12 0-16,0-3-10 0,0 1 10 0,0-10-26 0,0 0 6 15,3 14-21-15,-1-5 0 0,3 1-5 0,2 0 0 0,-7-10 0 16,8 6-10-16,0 2-26 0,-8-8 6 0,10 5-21 16,0 0 0-16,0-3-21 0,4-1-5 0,-3-1-15 0,-4-1-5 15,-7 1-16-15,10-5 14 0,-10 5 70 0,9-5 35 0</inkml:trace>
  <inkml:trace contextRef="#ctx0" brushRef="#br0" timeOffset="-96812.44">22593 17854 828 0,'0'0'271'15,"-7"14"-107"-15,7-14-41 0,0 0-21 0,0 0-15 0,0 0-5 16,0 0-10-16,0 0-26 0,0 0-26 0,0 9-14 0,7-3-6 15,2-6-11-15,6 0-35 0,5 0-51 0,5-5-61 16,7 0-52-16,6-1-87 0,-2-3-103 0,3 3 109 0,4-2 145 16,1-1 73-16</inkml:trace>
  <inkml:trace contextRef="#ctx0" brushRef="#br0" timeOffset="-94583.04">23337 17497 593 0,'-10'10'168'0,"-1"-4"-152"0,11-6-16 0,0 0 10 16,0 0-5-16,0 0 11 0,-9 8-11 0,9-8 20 16,0 0-4-16,-1 7 4 0,1 2-14 0,2 1 4 0,6-5-10 15,-1 3 1-15,7 1 4 0,6 1-5 0,1-2 0 0,2-4-5 0,0 4 0 0,9-2 0 16,-1-1 0-16,2 0 0 0,4 0 0 0,4 0 0 16,0 0-10-16,3 0 15 0,4 0-5 0,1-1 5 0,1-1 5 15,5 3 5-15,1 3 16 0,0-4-6 0,5-2 1 0,1 0-6 16,0 4 1-16,2-2-1 0,2 1-9 0,5-4 4 15,-1 3 11-15,2-1-11 0,-1 2-4 0,2-2 9 0,-1 1-10 16,-1-2 1 0,2 2-11-16,-1-2 0 0,-1 1 0 0,1 1 0 0,0-4 10 15,-1 6-15-15,1-4 5 0,-2 5-5 0,-3-5 5 16,0-1 0-16,-4 3 0 0,-3-1 10 0,-2 2-5 0,-2-3 0 16,-5-2-5-16,0-5 10 0,-6 9 5 0,-6-2 6 15,-1-3-11-15,-3 1 6 0,-4-5-21 0,-4 4 5 0,-1 0-16 16,-6 0 11-16,-1-1-51 0,-6 1-31 0,1 0-72 15,-14 0-36-15,0 0-56 0,0 0-22 0,0 0 136 0,11-5 69 16</inkml:trace>
  <inkml:trace contextRef="#ctx0" brushRef="#br0" timeOffset="-89455.36">14603 16028 158 0,'0'0'76'0,"0"0"27"0,5-10 14 16,1 0 21-16,-3 2-30 0,-3-2-31 0,0 10-47 16,-1-11 1-16,1 11-21 0,-4-10 1 0,4 10-21 15,-5-11 15-15,-1 2 5 0,6 9-10 0,-6-6 0 0,-4 2-5 16,1 3-5-16,-1 0 5 0,10 1 0 0,-13 2 5 0,1 2 0 15,-3 7 0-15,-4 2 0 0,0 2-11 0,-1 3 6 16,-2 3 0-16,0 5 5 0,0 2 0 0,-1 0 0 0,-1 2 0 16,1 0 0-16,1-2 0 0,2-2 0 0,1 3 0 15,3-4 0-15,1-3 0 0,4 0 0 0,0-3 10 0,2 1-15 16,4-3 5-16,1-1-5 0,2-2 15 0,2 0-15 0,1-2 15 16,0 0 0-16,4-1 1 0,0-2-6 0,6-3-5 15,-1-1 0-15,2 0 0 0,1-2 10 0,2-3-5 0,2-3 1 16,-1 1-17-16,2-6-4 0,0 3-36 0,-1 0-26 15,3-3-41-15,2-2-25 0,-4 0-6 0,2-2-9 0,0-1 79 16,0 2 39-16</inkml:trace>
  <inkml:trace contextRef="#ctx0" brushRef="#br0" timeOffset="-89043.46">14698 16237 291 0,'0'0'163'0,"0"0"-55"15,0 0-16-15,0 0-10 0,0 0-31 0,0 0-15 0,0 0-26 16,0 0-4-16,0 0-6 0,0 0 10 0,-1 0-15 0,-4 3 15 16,-3-1-20-16,0 7 10 0,-6 1-5 0,-1 3 5 0,-1 1 0 15,-4 2 0-15,9-5 0 0,1 2 0 0,-2-2 0 16,4-1 0-16,0 0 0 0,2 0 0 0,6-10-11 0,0 0 16 16,0 0-5-16,0 0-5 0,0 0 0 0,0 0 0 0,0 0 5 15,0 0-10-15,-3 10 5 0,3-10 0 0,2 9 5 0,-2-9 0 16,0 0 0-16,6 5 0 0,3-2 0 0,2-2 0 15,-1-5 0-15,5 3 0 0,0-5 10 0,-2-1-15 0,0 0 5 16,-13 7-5-16,10-6-6 0,-10 6 6 0,0 0 0 0,10-2 5 16,-10 2 0-16,0 0 10 0,0 0-5 0,0 0 1 15,0 0 4-15,0 0 5 0,0 0 5 0,0 0-9 0,4 7 4 16,-1 5 21-16,-4-3-5 0,0 0-1 0,0 2 1 0,-3 3-6 16,4-14 1-16,-6 15-6 0,6-15 11 0,0 0-16 15,-7 13 6-15,7-13-6 0,0 0-4 0,0 10 4 0,0-10-10 16,0 6 1-16,3 2 4 0,-3-8 5 0,4 7-5 0,-4-7-4 15,7 8-17-15,1-1 16 0,0-3-5 0,2-3 6 16,2-1-6-16,-2 0 0 0,1 0-31 0,0-2-15 0,-1-1-47 16,0 1-24-16,0-3-32 0,1 2-40 0,-2-3-11 0,0 1-2 15,-1-5 101-15,4 1 51 0</inkml:trace>
  <inkml:trace contextRef="#ctx0" brushRef="#br0" timeOffset="-88820.06">14922 16299 362 0,'0'0'118'0,"0"0"-5"0,0 0-11 0,1-11-5 16,-1 11-20-16,0 0-10 0,0 0-16 0,0 0-5 0,0 0 15 16,0 0-20-16,0 0 16 0,0 0-37 0,0 0 16 0,-3 2-16 15,1 6 6-15,-2-1-16 0,-1 3-4 0,0 4-6 0,0 3 0 16,3 3 0-16,2-7 0 0,-2-1 0 0,1 3 0 16,1 0 0-16,0 0 0 0,-1-1 0 0,0 0 0 0,1 0 10 15,-2-2-15-15,2 1 5 0,-1-2 5 0,0-1-10 0,1-10 5 16,0 0-16-16,-1 10 1 0,1-1-26 0,-3 1-10 15,3-10-42-15,0 0-4 0,0 0-41 0,0 0-10 0,0 0-26 16,0 0-46-16,0 0 59 0,0 0 80 0,0 0 41 0</inkml:trace>
  <inkml:trace contextRef="#ctx0" brushRef="#br0" timeOffset="-88392.68">15176 16266 408 0,'0'0'87'0,"0"0"-10"0,0 0 5 0,0 0 0 0,0 0 0 15,0 0-20-15,0 0 9 0,0 0-30 0,0 0 5 0,0 0-21 0,0 0-9 0,3 2 9 16,-3-2-15-16,1-2 11 0,4-1-16 0,4-1 1 16,2 2-6-16,4-3 0 0,2-1 0 0,2 1 0 0,-8 1 0 15,3 3 0-15,-3-3 0 0,0 3-11 0,-1-3-45 16,0-1-77-16,-10 5-57 0,10 0-81 0,-10 0 28 0,10-2 122 16,-10 2 60-16</inkml:trace>
  <inkml:trace contextRef="#ctx0" brushRef="#br0" timeOffset="-88192.2">15145 16427 311 0,'0'0'128'0,"0"0"-71"0,0 0-11 0,0 0-5 0,0 0 30 15,0 0-14-15,0 0 9 0,0 0-41 0,0 0-9 0,0 0-6 16,5 5-5-16,0 0 1 0,4-5-6 0,6-1 0 0,1-3-11 15,3 1 16-15,4-4-15 0,5 0-11 0,-8-1-45 16,2-2-21-16,1 4-25 0,-2-2-27 0,1 2-35 0,1-4 62 16,-2 2 56-16,1-3 28 0</inkml:trace>
  <inkml:trace contextRef="#ctx0" brushRef="#br0" timeOffset="-87938.24">15698 16121 0 0,'0'0'311'0,"1"-12"-214"16,-1 12-25-16,0 0-5 0,0 0-26 0,0 0-11 0,0 0 1 15,0 0 5-15,0 0 15 0,0 0 5 0,0 0 16 0,0 0-5 16,0 0-21-16,0 0-6 0,0 0-14 0,-1 2-1 0,-2 1-14 16,1 4 4-16,-2 6-20 0,-1 1 5 0,-1 4 5 15,0 5-10-15,-2 0 15 0,2-8-10 0,0 4 6 0,-3-6-17 16,1 4 16-16,1-3-5 0,-1 1 6 0,0 0-6 15,0-1 0-15,2 0 0 0,-2-3 0 0,3 1-11 0,0 0-25 0,-1 2-25 0,1-4-26 16,0 0-20-16,5-10-21 0,-4 14-21 0,1-3-40 16,3-11 20-16,-4 12 85 0,4-12 42 0</inkml:trace>
  <inkml:trace contextRef="#ctx0" brushRef="#br0" timeOffset="-87769.01">15748 16303 270 0,'0'0'72'0,"0"0"-21"0,0 0-5 0,0 0-5 15,0 0-21-15,0 0-19 0,0 0 4 0,0 0-15 0,0 0 10 16,0 0-5-16,0 0-16 0,7 1-41 0,-7-1-45 16,0 0-44-16,0 0 76 0,0 0 37 0</inkml:trace>
  <inkml:trace contextRef="#ctx0" brushRef="#br0" timeOffset="-87452.55">15942 16217 460 0,'0'0'128'0,"0"0"-26"0,0 0-15 0,0 0-15 0,0 0-6 16,0 0-4-16,0 0-1 0,0 0-10 0,0 0-5 0,0 0-5 16,0 0-10-16,5 4-6 0,0-3 6 0,-5-1-5 0,5 5-11 15,-1 4-9-15,-1 2 14 0,0 3-10 0,0 1 11 16,1 2-16-16,-1-10 20 0,4 3 16 0,-1-1-5 0,1 1-6 15,1-5-9-15,-1 5-11 0,2-3 6 0,0 1-11 16,-2 0 0-16,1-1-5 16,-2 2 0-16,0 1 10 0,-6-10-5 0,5 9 1 0,0 0-17 15,-5-9 16-15,0 0-5 0,5 11 6 0,-1-1-6 0,-2 0 0 16,1 0 10-16,-3-10-15 0,0 0 15 0,0 0-10 16,0 0 5-16,1 12-5 0,-1-2 0 0,0-10 0 0,0 0 0 15,-5 9 0-15,0-2 0 0,-1-2-10 0,-3 0-6 16,-1-1-35-16,-1 0-36 0,-3-3-5 0,2-6-41 0,1 1-41 15,-3 4-36-15,1 0-36 0,0-5-30 0,0 4 125 0,1-4 76 0,-1-1 37 0</inkml:trace>
  <inkml:trace contextRef="#ctx0" brushRef="#br0" timeOffset="-87267.7">15856 16308 296 0,'0'0'153'0,"9"-8"1"0,-9 8-31 15,0 0 5-15,10-7-41 0,1 0-10 0,0 2-37 16,1 0-9-16,0 0-21 0,1 0-4 0,-2 1-6 0,1-1 0 16,1 0-11-16,-1 0 16 0,1 0-25 0,2-1-26 15,0-3-46-15,1 3-31 0,0-3-15 0,0 2 15 0,1-2 0 16,-1 2 15-16,0-1-9 0,-1 0-1 0,0-1 72 0,-1 2 23 16,2-1 12-16</inkml:trace>
  <inkml:trace contextRef="#ctx0" brushRef="#br0" timeOffset="-86966.95">16292 16047 0 0,'0'0'352'15,"0"0"-234"-15,6-10-10 0,-6 10-17 0,0 0-4 16,0 0-25-16,0 0-21 0,0 0-16 0,0 0 6 0,0 0-5 16,0 0-1-16,0 0 6 0,0 0-16 0,0 0 16 0,-2 0 0 15,-2 0-1-15,-1 5-4 0,-1 4 5 0,-2 2 5 0,-1 7-6 0,-1 1 6 16,-2 3-10-16,4-4-1 0,1 0-4 0,-2-1-11 0,3 1-4 16,-2 0 4-16,2-1-5 0,1 3 0 0,2-1 5 0,0-4 5 15,3 2-15-15,0-2 10 0,1 0 0 0,3-4 21 16,1 2-5-16,0-1 10 0,1-2 0 0,0-1 25 0,2 1 1 15,-1-1 14-15,-7-9-9 0,9 9-1 0,1-4-14 16,-2 1 14-16,-8-6-14 16,0 0-52-16,8 4 0 0,1 1 0 0,-9-5 0 0,0 0 0 15,0 0 0-15,0 0 0 0,0 0 0 0,0 0 0 0,10-4 0 16,-2-2 0-16,-1-5 0 0,-2 1 0 0,0-3 0 16,-1-5 0-16,-3 3 0 0,-1-5 0 0,-2 6 0 0,-2 3 0 15,1 0 0-15,3 11 0 0,-5-12 0 0,5 12 0 0,-7-8 0 16,1-2-78-16,6 10-132 0,0 0-10 0,-8-7-46 15,-1 1-71-15,9 6-57 0,-7-8 123 0,-2 3 135 0,9 5 68 0</inkml:trace>
  <inkml:trace contextRef="#ctx0" brushRef="#br0" timeOffset="-86466.16">16505 16362 332 0,'0'0'113'15,"0"0"-6"-15,0 0 11 0,0 0 9 0,-8 0-9 0,8 0-16 0,0 0-25 0,-3-5-20 16,2-1 9-16,5-1 6 0,-1-3 10 0,6 1-11 16,1-3-4-16,4-2-26 0,-1 5 10 0,0 3-20 0,-2 0-1 15,2-1 1-15,-2 4-16 0,0-1 6 0,-11 4-6 16,10-2-15-16,-10 2 10 0,9 4-20 0,1 1 20 0,-3 0-20 15,0 2 20-15,-2 3-10 0,-3 2 6 0,1 2-6 0,-2 1 20 16,0-3 11-16,0 1 10 16,-1 0 0-16,2 2-11 0,0-1 6 0,1-4 0 15,1 0-5-15,1 0-10 0,-1-2-21 0,-4-8 0 0,6 11 0 16,3-4 0-16,-1-2 0 0,0 3 0 0,-8-8 0 16,12 3 0-16,-1-3 0 0,0 1 0 0,2-5 0 0,-1-6 0 15,2 5 0-15,-2-3 0 0,0-2-159 0,-2 4-128 0,-2-3-45 16,2-3-78-16,-1 2-46 0,0-2 254 0,-2 1 101 15,2-2 51-15</inkml:trace>
  <inkml:trace contextRef="#ctx0" brushRef="#br0" timeOffset="-86234.43">16975 16174 398 0,'0'-10'215'16,"0"10"-72"-16,0 0-10 0,0 0-10 0,0 0 0 0,0 0-20 15,0 0-11-15,0 0-11 0,0 0 1 0,0 0 0 0,0 0 21 16,0 0-11-16,0 0-10 0,0 0-26 0,0 0-20 0,-2 0-11 16,1 4-4-16,0 2-1 0,-2 6-9 0,1-1 4 15,-3 9-4-15,0 0-11 0,-1 5 0 0,-1-8 0 0,2-1 0 16,0-1 0-16,-2 3 0 0,2-2 0 0,2-3 0 16,0 2-21-16,-1 0-41 0,1 0-35 0,0-1-52 0,0-1 1 0,1 0-16 15,-2-1-15-15,0 3-36 0,4-15-30 0,-4 11-36 0,4-11 38 16,-2 10 121-16,2-10 61 0</inkml:trace>
  <inkml:trace contextRef="#ctx0" brushRef="#br0" timeOffset="-86065.19">17092 16379 710 0,'0'0'205'0,"0"0"-46"0,0 0 0 0,0 0-11 0,0 0-41 16,0 0-35-16,0 0-47 0,1-2-4 0,-1 2-26 0,0 4 15 15,0-4-41-15,0 0-20 0,-1 5-36 0,-4 1-30 16,5-6-27-16,0 0-45 0,0 0-21 0,0 0-36 0,0 0-40 16,0 0 161-16,0 0 62 0,0 0 32 0</inkml:trace>
  <inkml:trace contextRef="#ctx0" brushRef="#br0" timeOffset="-85733.04">17436 16149 577 0,'7'-12'210'0,"-7"12"-92"0,0 0 15 16,0 0 16-16,0 0-16 0,0 0-16 0,-2-5-35 0,-3 1-31 15,-2 3-20-15,-3 3-11 0,-1 3-19 0,-3 0 9 16,-2 5-10-16,2 5 15 0,6-3-20 0,0 3 5 0,0 1 5 16,2-1 10-16,1 3-4 0,1 1 14 0,2 1-5 0,2-1-4 15,1-2 9 1,3 2-15-16,-1-2 11 0,5-1-6 0,1 0-4 0,1 3 4 15,0-5 0-15,1 2-4 0,1-4 14 0,2 1-15 0,-1-1 11 16,0-2-6-16,-1-4 16 0,-1-1 5 0,0 3-5 16,0-7-10-16,-11-1-21 0,0 0 0 0,11 4 0 0,1-4 0 15,-12 0 0-15,10 1 0 0,-2-5 0 0,1-2 0 0,-9 6 0 16,6-6 0-16,-6 6 0 0,7-13 0 0,-5-2 0 16,-3 2 0-16,-4-3 0 0,-1 0-88 0,-3-2-55 0,0 4-26 0,-3 0-31 0,-1 4-15 15,-1 2-41-15,-2 0-5 0,-2 3-30 0,-4 0 79 16,0 1 106-16,-4 0 53 0</inkml:trace>
  <inkml:trace contextRef="#ctx0" brushRef="#br0" timeOffset="-85163.64">15794 16829 454 0,'14'2'149'0,"3"-2"25"15,4 0 10-15,2-2-25 0,3-3-21 0,-1-3-15 16,4 2-10-16,3-3-6 0,2 3-15 0,3-1 5 0,2-1-20 16,2 1-15-16,3-1-6 0,2 0-20 0,1 3-10 15,2 0-26-15,3-1 0 0,1-1 0 0,2 1 0 0,2 1 0 16,2 0 0-16,2-1 0 0,-1 1 0 0,-1 0 0 15,-1 2 0-15,2-1 0 0,-1-1 0 0,-8 5 0 0,0-1 0 0,-1 2 0 0,-5-2 0 16,0 1 0-16,-1 1 0 0,-6-2 0 0,-3 2 0 0,1-1 0 16,-2 4 0-16,-1-3 0 0,-2 1 0 0,-4 0 0 15,-1-1 0-15,-3 2 0 0,-1-1 0 0,-4-2 0 0,-3 0 0 16,-3 0 0-16,-12 0 0 0,0 0 0 0,12-2 0 16,-12 2 0-16,10-3 0 0,-3-2 0 0,-7 5 0 0,6-10 0 15,-6 10 0-15,1-8 0 16,-1-4 0-16,-2 1 0 0,-2-6 0 0,-4 2 0 15,-4 0 0-15,-1-5 0 0,-1 1 0 0,1-1 0 0,-2 1 0 16,0-6 0-16,-2 0 0 0,1-4 0 0,-4 0 0 0,1 4 0 16,-1-5 0-16,-2 2 0 0,-2-1 0 0,-2 3 0 15,1-2 0-15,-3 3 0 0,2 2 0 0,-1 0 0 0,-5 2 0 16,0 2 0-16,-3 3 0 0,-4-1 0 0,-2 2 0 16,1 2 0-16,-5 0 0 0,-2 5 0 0,-2 2 0 0,-1 1 0 0,-1 4 0 0,-4 3 0 15,-2 7 0-15,-7 1-93 0,0 5 16 0,-3-2-5 16,-4 9 46-16,1 1 6 0,-5 4 25 0,3 4 0 0,-1 4-16 15,3 4-20-15,1 3-15 0,2 1-26 0,1 2-10 0,4 1-10 16,7-3-1-16,1 1 1 0,7-5 20 0,3 0-10 16,7-2-21-16,4-2-50 0,6-4-68 0,4-3 11 0,5 2 110 15,3-2 55-15</inkml:trace>
  <inkml:trace contextRef="#ctx0" brushRef="#br0" timeOffset="-76851.82">14004 16850 516 0,'16'15'149'16,"3"0"-139"-16,0-2-5 0,3-3 36 0,1 0 10 15,3-1 0-15,3 2-26 0,4-1-14 0,7 0-11 0,4 3 0 16,2-1 0-16,8-3 0 0,-2 4 0 0,3-3 0 0,4 1 10 0,2-1-15 16,3 0-5-16,-2 3 10 0,2-1 0 0,2 5 15 0,1-7-20 15,7 1 5-15,-5 1-5 0,2 0 5 0,0-1 0 0,4-3 0 16,-3 2 0-16,4-10 0 0,0 9 0 0,0-4 0 16,-3-1 10-16,0-2-15 0,0-2 5 0,-1 0-5 0,1 0 25 15,-3 0 1-15,-1 0 4 0,-1 0-14 0,5 0-6 16,-3-5-5-16,1 0 0 0,-1-1 10 0,0 1 5 0,-4-6 6 0,4 4-1 0,-5-3 21 15,-2-2-10-15,0 0 10 0,-2 2-5 0,2-2 5 16,-7-2 10-16,-4-3 5 0,0-1-5 0,-4 0 16 0,-3-1-16 16,0 3 20-16,-9-4-9 0,-2 2 15 0,-2-2-31 15,0 1 10-15,-5-1-25 0,-3-3-1 0,-3 4-19 0,-1-2-6 16,-1-1-5-16,-2-1 10 0,-2 1-5 0,0-3-10 0,-6 2 10 16,1-3-5-16,-3-2-5 15,-2-1 0-15,-1-2-10 0,-3 1-1 0,-3-6-4 16,-1 4-1-16,0-6 1 0,-5 2 10 0,-1-2-6 0,-2 1 11 15,-1 2 0-15,-3-3 15 0,0 2-5 0,-2 1 1 16,-3-1-6-16,2 0 10 0,-5 3-5 0,1-3 0 0,-4 0 26 16,-1 1-16-16,0 0-10 0,-2-2 0 0,-1 0-15 15,-2 1 20-15,-3 4-10 0,-1-4 16 0,-2 1-21 0,-2 5 15 16,-3-3-20-16,0 2 20 0,0 2-20 0,-4-1 40 0,1 2-30 0,-1 0 11 0,-3 2-16 16,-3-2 5-16,1 4 0 0,-5 0 0 0,-3 1 0 15,0 2 0-15,-4 0 0 0,-2 2-11 0,-3 1 16 0,1 4-5 16,-5 1 6-16,1 5-17 0,-5 2 6 0,-2 2 10 15,-3 4-10-15,-1 0 15 0,-2 9-10 0,2-5-5 0,-3 5 10 16,-4 0-15-16,5 0 20 0,-2 1-10 0,3 1-5 16,0 4 0-16,3 0 0 0,0 0 15 15,2 1-15-15,3 2 5 0,3 5-5 0,-1-1 5 16,4 3 0-16,-1 1-10 0,4 0 15 0,-1 4-5 0,6-2 5 16,-1 3-5-16,5 0 0 0,4 6 0 0,-1-1-21 15,4-3-61-15,2 5-15 0,4-3-15 0,3 1-21 0,4-2-36 16,2 0-67-16,0-3-50 0,6 1-103 0,1 3 220 15,2 0 85-15,1-4 42 0</inkml:trace>
  <inkml:trace contextRef="#ctx0" brushRef="#br0" timeOffset="18024.18">1696 13507 741 0,'0'0'138'16,"0"0"-127"-16,0 0-27 0,8-6 16 0,-8 6 0 0,0 0 6 15,0 0-6-15,5-5 0 0,7 2 0 0,-3-1 0 0,5 3 0 16,-5-2 0-16,-9 3 0 0,12 0 0 0,-2-1 0 0,5 1 0 16,-2 0-11-16,5 1 16 0,-2-1-5 0,4 3 6 15,0-1-17-15,4 2 16 0,-1-3-5 0,2 1 16 0,5 1-21 16,4-1 15-16,0 1-20 0,1-1 20 0,6 2 10 16,0-3 36-16,4 2 37 0,-3-1-1 0,3 0-20 0,-2-1-11 0,-2-1 5 0,8 1 32 15,-7-1 45-15,-1 1-36 0,3 1-46 0,-2 0-55 0,0-1 9 16,0 2 11-16,-1-1 45 0,-2-1-35 0,1 2 0 15,-4 1-41-15,0-3 5 0,-3 0 5 0,-5 2 0 0,-4-1 1 16,1 1-17-16,-5-1 6 0,-6-1 10 0,2 1 0 16,-5 0-10-16,-11-2 0 0,0 0 10 0,0 0 0 0,0 0 1 15,10 2 4-15,-10-2-5 16,0 0 10-16,0 0-10 0,0 0 1 0,0 0 4 0,0 0-15 16,0 0 15-16,0 0 0 0,0 0 0 0,0 0-15 0,0 0-21 15,0 0-61-15,0 0-41 0,0 0-30 0,0 0-16 0,0 3-46 16,0-3-5-16,-5 2-134 0,-2 1 29 0,-3-1 165 15,-8 0 83-15</inkml:trace>
  <inkml:trace contextRef="#ctx0" brushRef="#br0" timeOffset="18378.29">1631 13660 311 0,'-6'11'26'0,"6"-11"-46"0,0 0 15 16,1 10 10-16,0-3-10 0,7 2-6 0,2-3 11 16,2-2 10-16,8-1-9 0,0-2 29 0,7 0 1 0,-4-2 76 15,6 1-14-15,11-1 19 0,0 2-45 0,5-1-22 16,3 2-9-16,9 1 0 0,-1-1 36 0,6 2 15 0,3 0-5 0,-3-1 20 0,8 0-25 15,-1-1 0-15,1 0 15 0,-1 0 15 0,4 2-25 0,-4 0-10 16,3-3 4-16,-6 2-14 0,5 1 4 0,-3 2-30 16,-2-2 52-16,-1 1-88 0,-4 0 0 0,1 0 0 0,-3 1 0 15,0 0 0-15,-6 1 0 0,-1-1 0 0,-4 1 0 16,-4-2 0-16,-5 1 0 0,-4-2 0 0,-7 1 0 0,-1 0 0 16,-8-1 0-16,-4 1-11 0,0-2-301 0,-3 2-52 0,-12-5-25 0,0 0-15 15,0 0 120-15,0 0 142 0,0 0 71 0</inkml:trace>
  <inkml:trace contextRef="#ctx0" brushRef="#br0" timeOffset="34011.75">790 12946 1099 0,'0'0'144'0,"0"0"-155"0,0 0 1 0,0 0-5 0,5 14 15 15,6-4 10-15,3-5-25 0,1-3 10 0,7-2 5 0,11 0 5 16,7-2 0-16,0 1-5 0,1-4 0 0,1 3 0 16,3-1 0-16,0 1 0 0,-2-3 0 0,-3 0 0 0,-4 0 0 0,0 0-10 0,0 0 5 15,0 1 10-15,-2 3 0 0,-3-2-10 0,-1 1 0 16,-1-1 10-16,-2 2-10 0,-4 1-6 0,-3 1-30 0,1-1-30 16,-1-1-11-16,-1 2-15 0,-3 2-11 0,-4-3-41 0,8 1-9 15,-6 0-11-15,-14-1-5 0,15 0 108 0,-2 0 33 16,-13 0 16-16</inkml:trace>
  <inkml:trace contextRef="#ctx0" brushRef="#br0" timeOffset="34728.57">1359 12480 1765 0,'11'24'282'0,"-11"-24"-282"15,0 0 0-15,5 16 0 0,-5-16-32 0,0 0-34 0,9 16 25 0,-3-3 15 0,4-5-10 16,-1-5 21-16,-1 3-16 0,2 1 11 0,3 0-6 0,2 1 6 16,-2 1-31-16,0 1 25 0,2-3-15 0,-2 3 0 15,2-1 5-15,0-2 16 0,-5 1 15 0,4-2 5 0,-2 0 0 16,-2-2-10-16,0 5 5 0,1-4 0 0,-1-2 5 16,-1 4 0-16,-9-7 0 0,6 7 0 0,-6-7 0 0,0 0 0 15,10 7 10-15,-10-7-15 16,0 0 5-16,0 0 5 0,0 0 0 0,0 0 0 0,0 0-5 15,0 0 10-15,0 0-5 0,0 0 21 0,0 0-16 0,0 9-10 16,1 2 5-16,-2-2-15 0,-5 2 10 0,-4 3 5 16,-4 1-10-16,-2 0 15 0,-9 7-10 0,3-2-5 0,-7 3 0 15,-4 3-31-15,-3 9-61 0,-4 4-82 0,-10 5-98 16,-2 5-86-16,-5 5 59 0,-10 2 152 0,-3 8 76 0</inkml:trace>
</inkml:ink>
</file>

<file path=ppt/ink/ink3.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19:50:22.78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70C0"/>
    </inkml:brush>
    <inkml:brush xml:id="br3">
      <inkml:brushProperty name="width" value="0.05292" units="cm"/>
      <inkml:brushProperty name="height" value="0.05292" units="cm"/>
      <inkml:brushProperty name="color" value="#FFFF00"/>
    </inkml:brush>
  </inkml:definitions>
  <inkml:trace contextRef="#ctx0" brushRef="#br0">18869 853 1048 0,'-11'0'138'0,"1"2"-127"0,0 1-6 0,-1 2 26 15,11-5 40-15,-10 8 1 16,3 2-21-16,1-2-31 0,0 1-14 0,0 2-6 16,-1-1 0-16,1 5 0 0,1-1 0 0,0 8-11 0,-1-5 6 15,1 7 0-15,1 3 5 0,-1-2 0 0,-1 6 10 16,1-3-15-16,1 6 5 0,1-8-5 0,0 6 15 0,-1-2-5 15,2-4 1-15,-2 3-6 0,2-6-11 0,-1 2 6 0,1-2 0 16,-1 4 15-16,1-3-5 0,-1-1-10 0,2-2 0 16,-2 1 0-16,2 3 15 0,0-2-15 0,0 2 5 0,1-1 5 0,-2 1 0 15,4-1-10-15,-2 1-72 0,1 1-66 0,3 0-57 0,-2 0-40 16,2-1-46-16,1 2 38 0,1-2 124 0,2-4 62 0</inkml:trace>
  <inkml:trace contextRef="#ctx0" brushRef="#br0" timeOffset="1951.92">19540 1358 802 0,'0'0'277'0,"8"-7"-37"16,-8 7-14-16,0 0 4 0,6-5-15 0,-6 5-158 0,4-9-57 0,-4 0 0 16,0 9 0-16,0-11 0 0,0 11 0 0,-1-15 0 0,-4 5 0 15,-2-2 0-15,2 1 0 0,-5 1 0 0,4 0 0 0,6 10 0 16,0 0 0-16,-8-6 0 0,-4 2 0 0,1 0 0 15,1 2 0-15,0 3 0 0,-1 5 0 0,-2 7 0 0,-2-2 0 16,3 0 0-16,-4 6 0 0,-1 8 0 0,1-1 0 0,-1 0 0 16,-1 1 0-16,3-1 0 0,3 1 0 0,1-2 0 0,2-2 0 0,3-3 0 15,2-1 0-15,0-3 0 0,4-14 0 0,-1 15 0 0,1-15-42 16,1 13-19-16,-1-13 9 0,3 10 22 0,-3-10 4 16,6 10 26-16,3-4 0 0,-2-2 16 0,3-4-11 0,4 0 0 15,-2-4 5-15,3-2 5 0,-1-3 6 0,1 1-1 0,-1-3 1 16,-1-1-1-16,1 2 1 0,1-3-21 0,-2-3 10 15,-1-2-10-15,1 2 6 16,-2 1-6-16,-1-3 0 0,1 3 0 0,-1-3 10 0,-1 6-5 16,-1-2 0-16,-8 14-15 0,0 0-6 0,0 0-4 15,0 0-21-15,0 0-21 0,0 0-4 0,0 0 30 0,0 0 10 16,0 0 11-16,3 0 5 0,-1 2 5 0,0 6 5 0,-4 6 0 16,2 1 0-16,-3 5 0 0,-1 1 0 0,0 6 0 0,2-12 0 15,1 1 0-15,-1 1 0 0,2-4-21 0,2-1 1 16,-1-2-16-16,1 1-10 0,-2-11 10 0,6 13-15 0,-3-3 10 0,-3-10-6 0,0 0 27 15,6 6 0-15,-6-6 5 0,9 5-6 0,0 0 11 16,-1-1-5-16,2-4 20 0,3 0-5 0,-3-5 5 0,4 0 5 16,-3-3-15-16,1-3 5 0,1 1-5 0,1-1-5 15,-1-3-16-15,0-3-10 0,2-3-36 0,0-1-56 0,1-4-35 16,-1 0-11-16,0-7 46 0,2-3 46 0,3-2 41 0,-1 1 46 16,0-1 21-16,1-4 4 15,-3 3-14-15,2-1 9 0,-2 8 16 0,-2 3 36 16,-2 3 5-16,-3 6-5 0,0 4-11 0,-10 15 6 0,0 0-26 15,0 0 10-15,0 0-36 0,0 0 6 0,0 0 30 0,0 0 6 16,5 0 10-16,-3 4-32 0,-3 7 22 0,1 3 15 0,-4 6-11 16,1 6 11-16,-4 1-15 0,0 7-6 0,1-7-21 15,-1 1-19-15,1 2-21 0,0 0 10 0,0-2-15 0,-1 1 20 16,4-2-10-16,-2-1 5 0,2-1-15 0,1-1-6 0,0-3-25 0,1-3 0 16,1 1-15-16,1-5-10 0,2-2-21 0,-1 2-31 0,1-1-5 15,-1-3-15-15,2 1 0 0,-4-11-6 0,0 0 22 16,0 0-1-16,0 0 15 0,6 10 11 0,-6-10 31 0,8 8 35 15,2-7 21-15,-3-1 10 0,2-1-10 0,2-7-6 0,1 1-35 16,-1-7-16-16,0 1-4 0,0-4 35 0,-1-2 18 16</inkml:trace>
  <inkml:trace contextRef="#ctx0" brushRef="#br0" timeOffset="2136.29">20162 1191 0 0,'14'-34'450'0,"-2"9"-307"16,-1 4-10-16,-1 6 0 0,-2 3-15 0,-3-4-6 16,-5 16-9-16,0 0-11 0,0 0-46 0,0 0 5 0,0 0 5 15,0 0 21-15,5 5-15 0,-5-5-22 0,4 10-4 0,-3 3-10 16,-2 2 30-16,-1 8-10 0,0 0-5 0,-2 6-26 15,-1 5-9-15,1-9-6 16,-2 2 10-16,2 0-5 0,-1 1 0 0,2-7-5 0,-1 3-10 16,-1-2 5-16,4-1 0 0,-2-2 5 0,3-4 0 15,-1 3-11-15,1-18-4 0,0 13-26 0,0 1-10 0,1-1-42 16,-1-13 6-16,0 0-25 0,3 11-11 0,-3-11-25 0,0 0-11 16,0 0-15-16,1 10-5 0,-1-10-5 0,0 0 0 0,0 0 43 15,0 0 71-15,0 0 35 0</inkml:trace>
  <inkml:trace contextRef="#ctx0" brushRef="#br0" timeOffset="2321.13">20070 1289 1370 0,'-10'3'441'0,"10"-3"-216"16,-12 5-214-16,12-5-11 0,0 0 0 0,0 0 0 0,0 0 0 16,0 0 0-16,0 0 0 15,0 0 0-15,0 0 0 0,0 0 0 0,0 0 0 0,0 0 0 16,0 0 0-16,2 5 0 0,4-5 0 0,4 0 0 0,4 0 0 15,3-3 0-15,3 0 0 0,5-3-42 0,4 1-116 16,-11 2-63-16,1 0-65 0,1 1-42 0,1-3-35 0,3 5 38 16,-3-4 163-16,1 4 81 0</inkml:trace>
  <inkml:trace contextRef="#ctx0" brushRef="#br0" timeOffset="2938.32">20422 1389 977 0,'0'0'117'0,"-5"10"-76"0,5-10-26 0,0 0 6 15,0 0 10-15,0 0 56 0,0 0 61 0,0 0 21 0,0 0-26 16,5 7-35-16,0 1-21 0,3-7-15 0,5-1-41 16,2 0-31-16,2-4 0 0,3-1 0 15,0-2 0-15,-5 2 0 0,0-7 0 0,1 4 0 16,-3-2 0-16,1 2 0 0,-3-1 0 0,-1-1 0 0,-1 1 0 16,-4-2 0-16,-2 1-88 0,-3 10-81 0,2-11-25 15,-2 2 40-15,-3-10 1 0,-1 5 4 0,-3 0-9 0,-1-1 25 16,0 9 5-16,-1-4 61 0,9 10 21 0,-11-7 36 0,-2 2 15 15,1 9 0-15,-1-1 1 0,1-1 4 0,-2 4 5 16,0-1-5-16,0 3 6 0,1 2-1 0,0 4-5 0,0 0 5 0,-2 0 0 0,1 5-4 16,3 2-6-16,-3 0-5 0,3-2 0 0,1 3 0 15,1-2 0-15,1 0 0 0,5-4 0 0,-1-2 0 0,-1-1-10 16,1-2-6-16,4-11 16 0,0 0 10 0,0 14 1 0,0-14 14 16,0 0-15-16,1 10 21 0,4 0-10 0,-5-10 25 15,7 5 5-15,1 4-10 0,0-5 10 0,4-1-20 0,3-1-11 16,2-2-4-16,-4-3-11 0,0 3 10 0,-1-5-10 0,1 0 1 0,-1 0-6 15,-1 0 0-15,2-1 0 0,-2-3 0 0,-1-3 0 0,1 0 0 16,1 3-11-16,0-6 6 0,1 0 10 0,-2-5-10 0,1 5 5 16,0-2-5-16,-1 1 5 0,1 1 0 0,-1-4 10 15,1 9-15-15,-2-1 5 0,-2 2 5 0,-8 9 0 0,0 0-10 16,0 0 0-16,0 0 10 0,0 0 0 0,0 0-10 0,0 0 0 16,10-3 0-16,-2 6 5 15,1 2 10-15,-4 1-5 0,0 8 11 0,0-4-11 16,0 9 0-16,-4 0 5 0,0-4-15 0,-1-1 15 0,0 1-10 15,0 1-5-15,0-2 0 0,-1 2 0 0,1-4 5 16,0-1 0-16,0-11 0 0,-1 11 10 0,1-11-15 0,0 0 36 16,0 0 10-16,0 0 51 0,0 0 15 0,0 0 16 0,0 0 10 15,0 0 16-15,0 0 9 0,0 0-75 0,0 0-83 0,0 0 0 16,0 0 0-16,0 0 0 0,0 0 0 0,1-1 0 0,3-5 0 0,-3-4 0 16,1 0 0-16,3-7 0 0,0-4 0 0,2-2 0 0,0-3 0 15,2 10 0-15,-3-1 0 0,4 1 0 0,3-2 0 0,-1 7 0 16,3 1 0-16,-3-2 0 0,3 2-251 0,0 0-87 15,0-1-82-15,3 1-128 0,-3-4 303 0,1 1 122 0,0-2 62 16</inkml:trace>
  <inkml:trace contextRef="#ctx0" brushRef="#br0" timeOffset="3793.8">21154 1312 900 0,'0'0'353'0,"-2"-10"-210"16,0-2-87-16,2 12-20 0,0 0 20 0,0 0 27 0,0 0 3 16,0 0-29-16,0 0-52 0,0 0 0 0,0 0-20 15,0 0 4-15,-1 2 1 0,-1 0 5 0,-1 5 5 0,-2 4-10 16,-2 4-5-16,-1 10-26 0,2-3-10 0,-3 4 9 0,3-10-9 16,-3 3 0-16,3-4-10 15,1 0 20-15,-2-2 10 0,2-1 21 0,5-12 5 16,0 0 5-16,-4 11 0 0,4-11 10 0,0 0-5 0,0 0 11 15,0 0-1-15,0 0 5 0,0 0-20 0,0 0-10 0,0 0 0 16,0 0 5-16,0 0 5 0,0 0 10 0,0-4-5 0,0-1 0 16,4-5-15-16,-1-5 5 0,4-3 30 0,1-10 21 15,4 1-5-15,0-3 21 0,-3 7 15 0,2-6 9 0,0 4-9 16,2 6 0-16,0-5-10 0,0 8-21 0,-1 2-16 0,-2-1 1 0,0 7-36 16,-2-2 15-16,-8 10-15 0,0 0 11 0,10-2-6 0,-1 2 0 15,-9 0 0-15,7 8-11 0,1-1 6 0,-2 3-10 0,1 1 10 16,-2 3 0-16,1 2 5 0,-2 3 0 0,0 1 0 15,0-2 0-15,-3 2 0 0,3-4-11 0,-3 2-35 0,3 1-10 16,1 0-21-16,-3-4 0 0,3-3 16 0,3 1-1 0,-2 0 26 16,4-3-25-1,-3 1-6-15,1-2-25 0,2-1 36 0,1-5 15 0,4 1 21 16,-2-2 10-16,2 1-6 0,1-3 11 0,2-7 0 0,4 4 5 16,-2-2 0-16,0-4-10 0,0-1 15 0,0-3-5 15,-3 3-5-15,2-9 0 0,-4-1 0 0,-2-2 15 0,2-1-5 16,-2 0 0-16,-3 2 5 0,-1-2 16 0,-2-2 30 0,-1 5 36 15,-1 4 21-15,-1 0-1 0,-4 16-76 0,0-11 61 16,0 11-56-16,0 0-5 0,-7-7-46 0,2 4 0 0,-4-1-6 0,-4 9 11 0,1 7 0 16,-7 3 25-16,-2 1 1 0,1 3 4 0,4-1-4 15,-3 0-11-15,2 4-15 0,0-1 0 0,4-3 0 0,1 0 5 16,2-7 0-16,0 4-10 0,4-1-26 0,1 1-25 16,0-5-27-16,5-10-19 0,0 0-1 0,0 0 11 0,0 0 0 15,0 8 10-15,0-8 10 0,0 0 11 0,0 0 35 0,0 0 16 16,0 0 5-16,1 8 5 15,-1-8 0-15,7 2 15 0,1 3-5 0,2-7-10 0,0 1 0 16,3-8 0-16,1-1 5 0,1 0 0 0,-5-1 0 16,2-2 10-16,-1 2 5 0,1-2 5 0,-1 1-9 0,-1 3 4 15,1-6 10-15,-11 15-10 0,10-9 6 0,-10 9-6 16,0 0-4-16,0 0-6 0,0 0-15 0,12-6 5 0,-12 6 0 16,0 0 5-16,0 0-11 0,8 1-4 0,-3 3 5 0,1 2 5 15,-1 3 5-15,-4 1-11 0,2 8-45 0,-3 0-36 0,-5-1-46 0,5-2-6 0,0-4-4 16,0 1 15-16,0 0 5 0,2 1 5 0,-2-13 77 15,0 0 23-15,3 10 12 0</inkml:trace>
  <inkml:trace contextRef="#ctx0" brushRef="#br0" timeOffset="4025.53">22066 1108 506 0,'18'-29'281'0,"-6"8"-35"0,1 4-26 15,-4 0 0-15,-9 17-21 0,0 0-14 0,0 0-47 0,0 0-86 16,0 0-52-16,0 0 0 0,0 0 0 0,0 0 0 0,1 2 0 15,-2 6 0-15,-4 4 0 0,-3 5 0 0,1 3 0 0,-3 5 0 16,-4 3 0-16,0 7 0 0,4-10 0 0,2-4 0 16,-1 2 0-16,1-3 0 15,1 2 0-15,1-2 0 0,2-4 0 0,-2 4 0 0,3-5-11 16,-1 2-40-16,3 3-16 0,-1-5-20 0,-1-1-30 16,3-14-27-16,0 13-14 0,-2-1-27 0,2-12-9 0,0 0-31 15,0 0-11-15,0 10-40 0,0-10 128 0,0 0 74 0,0 0 37 16</inkml:trace>
  <inkml:trace contextRef="#ctx0" brushRef="#br0" timeOffset="4379.21">21878 1214 1207 0,'0'0'199'16,"0"0"-86"-16,0 0-56 0,0 0-6 0,0 0-21 0,0 0-24 15,0 0-6-15,0 0 5 0,0 0 20 0,0 0-10 0,0 0 6 16,4-10-16-16,1 5 0 15,5-2-15-15,0 9 15 0,6-2-15 0,0 3 10 16,4-6-15-16,5 3-11 0,-7 0-10 0,2-3-15 0,0-1 5 16,1-4-1-16,2 8-14 0,-3-3 10 0,2 2 0 0,-1-3 0 15,0 9 15-15,0-5-5 0,1 0 15 0,-5 3 1 16,-1-6 15-16,-16 3 5 0,15 0-16 0,-2 0 31 0,-13 0 0 16,0 0 16-16,0 0 5 0,0 0 46 0,0 0 35 0,0 0 16 15,0 0 0-15,0 0-36 0,7 8-5 0,-2-5-20 0,-2 7-1 0,-3 3-25 16,2 2 0-16,-4 4-35 0,0 2-6 0,-1 4 0 0,0-8 0 15,3 3 0-15,-5-1 0 0,0-3 0 0,3 2 0 0,0-1 0 16,-1 0 0-16,0-2 0 0,3-2 0 0,0-13 0 0,0 0 0 16,0 15 0-16,0-15 0 0,0 0 0 0,0 0-52 15,0 0-9-15,0 0-16 0,0 0 10 0,0 0 1 0,0 0-16 16,0 0-10-16,0 0-82 0,0 0-77 0,0 0-15 0,0 0 30 0,0 0-45 0,0 0 110 16,-4 0 85-16,1-3 43 0</inkml:trace>
  <inkml:trace contextRef="#ctx0" brushRef="#br0" timeOffset="4526.31">22220 1039 1273 0,'0'0'625'16,"0"0"-476"-16,0 0-149 15,0 0 0-15,1-11 0 0,-1 11 0 0,0 0 0 0,0 0 0 16,0 0 0-16,0 0 0 0,0 0 0 0,0 0 0 0,0 0 0 16,0 0 0-16,0 0 0 0,0 0-211 0,0 0-101 0,0 0 21 15,0 0-1-15,0 0-31 0,9-7-4 0,-3 1 181 0,3 3 73 16,-2 2 37-16</inkml:trace>
  <inkml:trace contextRef="#ctx0" brushRef="#br0" timeOffset="4780.16">22488 1209 669 0,'3'15'251'0,"-3"0"-5"0,0-15 0 16,0 15-1-16,-3-1-71 0,1-5-56 0,-1 4-56 16,1-1-47-16,-1 3 0 0,1 0-25 0,-3 1 20 0,1-2-10 15,3 4 6-15,-3-1-17 0,0 0 16 0,2-5-15 16,-1 2 10-16,1 0-5 0,2-1-5 15,0-13 5-15,0 0 0 0,0 0 5 0,0 0 0 16,0 10 0-16,0-10 0 0,0 0 10 0,0 0 21 0,0 0-31 16,0 0 0-16,0 0 0 0,0 0 0 0,0 0 0 0,0 0 0 15,0 0 0-15,0 0 0 0,0 0 0 0,0 0 0 0,0 0 0 16,5-5 0-16,0-2 0 0,5-3 0 0,0-5 0 16,2-4 0-16,3-3 0 0,4-5 0 0,2-4 0 0,-6 11 0 15,1-4-206-15,2-1-24 0,-1 2-31 0,1 2-36 0,1-5-30 0,-2 5-47 0,2 2 198 16,-2 3 88-16,1 1 44 0</inkml:trace>
  <inkml:trace contextRef="#ctx0" brushRef="#br0" timeOffset="5159.02">22758 1244 767 0,'0'0'159'16,"-8"10"-62"-16,3 1-5 16,5-11 25-16,0 0 6 0,0 0-5 0,-2 12-21 0,2 1-30 15,0-13-16-15,0 0-10 0,0 0 10 0,1 11 15 16,4-5 22-16,0 4-2 0,-5-10-59 0,9 5-27 0,1 0 0 15,1-1 0-15,0-2 0 0,-11-2 0 0,12 0 0 0,0-2 0 16,-2-1 0-16,1 1 0 0,1-3 0 0,-4-3 0 16,2 1 0-16,0-2 0 0,-10 9 0 0,9-10 0 0,1 0 0 15,-3-4 0-15,-2 4 0 0,-2-4-73 0,-1 0-3 0,3 1 19 0,-5 13-19 16,0 0-37-16,-3-13-40 0,3 13 40 0,-4-13 41 0,-4 8 42 16,0 1-1-16,1 2-15 0,-4 6 10 0,-3 4 5 0,0 6 21 15,-3-1 5-15,1 2 5 0,-1 0 10 0,-1 4-5 16,2 3-10-16,1-1 10 0,-1-4 5 0,1 2 1 0,1 0-6 15,5 5 5-15,2-4 16 0,2-1-1 0,0-9 1 16,4 1-16-16,-3 3 6 0,4-14 9 0,0 0 1 0,0 0 9 0,4 8 22 0,-2 3 14 16,3-6 1-16,1 4-5 0,2-4-6 0,2 0 0 0,0-5-20 15,2 4-20-15,2-4-6 0,1-4 0 0,0-1-4 16,1-2-6-16,0 2-15 0,4-3 5 0,0 3-41 0,0-5-36 16,-1-7-72-16,3 4-71 0,-2-3-62 0,4 0-50 0,-1-7-42 15,4 2 210-15,-3-9 85 0,3-2 42 0</inkml:trace>
  <inkml:trace contextRef="#ctx0" brushRef="#br0" timeOffset="5838.58">23342 897 910 0,'-7'5'164'16,"-2"-4"-72"-16,-5 14 41 0,-2 1 26 0,-5 6 25 16,-3 4-20-16,9-3-41 0,-1 6-57 0,-1-3-50 15,2 12-6-15,-3-9-10 0,2 0 5 0,1 2-15 0,2-1-6 16,1 2-25-16,4-9-20 0,-2 4-16 0,5-5-5 0,0-5 0 15,1 1 0-15,4-4 0 0,-1 5 21 0,1-19-1 16,1 11-14-16,-1-11 4 0,4 10-30 0,1-4 25 0,-5-6 0 16,0 0 36-16,0 0 21 0,0 0 15 0,0 0 5 0,6 5 10 15,3-2-15-15,1-3 5 0,0-3-5 0,4-3 5 16,0-5 0-16,1-1 0 0,1-6 0 0,-3 1 0 0,4 2 10 16,-1 0 26-16,3-1 15 0,-4-3 10 0,1 6-9 15,0 4-17-15,-2-1 1 0,-2 5-21 0,-12 5 6 0,0 0-6 16,0 0-4-16,0 0 25 0,0 0 20 0,0 0 20 0,10 0 6 15,-4 10 0-15,-2 2-10 0,-4 3-5 0,-1 4-16 16,-3-3-16-16,-1 9-9 0,0-2-16 0,0-4-15 0,-1-4 0 16,2 0 0-16,2 0 15 0,2-4-15 0,-4 2 15 0,4-13-20 15,-1 10 0-15,1-10-11 0,0 0 1 0,0 0-11 16,0 0 16-16,0 0 5 0,2 10 20 0,-2-10-15 0,0 0 15 16,8 7-10-16,-1-5 15 0,2-2-10 0,2-5-10 0,3-4-10 15,1-4-26-15,1-3-41 0,2-4-15 0,-3-3 0 16,5 2 40-16,-2-7 42 0,4 7 15 0,-3-7-5 0,3 7 10 15,-5-1-5-15,1 2 26 0,-2 8 4 0,-1-2 11 0,-15 14 20 16,0 0 11-16,0 0 10 0,0 0 0 0,0 0-20 0,0 0-22 16,0 0 17-16,0 0 9 0,0 0 16 0,7 1-81 15,1 3-1-15,-6 6 0 0,1 0 0 0,-3 5 0 0,-5 6 0 16,0-2 0-16,-5 5 0 0,2-10 0 0,1 7 0 0,1-4 0 16,-3 5 0-16,0 0 0 0,2-2 0 0,-1 3 0 15,2 0 0-15,-5 4 0 0,2-4 0 0,-3 2 0 0,-3 5 0 16,1-1 0-16,-1 0 0 0,0 0 0 0,-1 1 0 15,-1-1 0-15,1-3 0 0,2 2 0 0,-1-8 0 0,-2-2 0 16,2-4 0-16,-1-4 0 0,1-3 0 0,0-3 0 16,1 1 0-16,2-4 0 0,-1 2 0 0,13-3 0 0,0 0 0 15,0 0 0-15,0 0 0 0,0 0 0 0,0 0 0 0,0 0 0 16,0 0 0-16,0 0 0 0,0 0 0 0,-6-3 0 0,1-3 0 16,2-4 0-16,3 0 0 0,2-4 0 0,1-1 0 15,4 1 0-15,3-8 0 0,0 4 0 0,0-1 0 0,1 3 0 16,4-1 0-16,0-2 0 0,1-2 0 0,1 6 0 15,1-5 0-15,-2 7 0 0,-1-2 0 0,5 1 0 0,1-2-88 16,1 1-188-16,-1 2 4 0,0-4 1 0,4 4-5 16,1-3 5-16,3-3-1 0,-4 4 111 0,2 2 81 0,-2 3 40 15</inkml:trace>
  <inkml:trace contextRef="#ctx0" brushRef="#br0" timeOffset="5984.19">23891 1449 808 0,'9'10'337'15,"-2"-1"21"-15,-7-9 6 0,5 10-184 0,-5-10-180 0,4 14 0 16,-3-3 0-16,2-1 0 0,-6 0 0 0,3-10 0 15,-1 12 0-15,0-2 0 0,1-10 0 0,-4 10 0 0,-2 4 0 16,1-3 0-16,0-1 0 0,-4 1 0 0,3 2 0 0,0-1 0 16,-3 2 0-16,3-4 0 0,6-10 0 0,-10 12 0 15,1-2 0-15,-1 1 0 0,0-2-589 0,-2-2-140 0,-1 1 364 16,1-2 183-16</inkml:trace>
  <inkml:trace contextRef="#ctx0" brushRef="#br0" timeOffset="7353.21">24745 962 183 0,'0'0'31'0,"0"0"-26"0,0 0 1 16,0 0 4-16,0 0-5 0,0 0 0 0,-3-14-15 0,3 14 5 15,0 0 0-15,0 0 5 0,0 0 20 0,0 0 0 0,0 0 16 16,0 0 10-16,0 0 31 0,3 1 35 0,-3 6 11 0,0 3 36 16,1 5-31-16,-5 9-5 0,3 2-21 0,1 6-20 15,-4 3 0-15,2-9-36 16,-3 2 10-16,0 2-25 0,0 2-1 0,1-8-9 0,-1 1-11 15,4-4 6-15,-3 2-32 0,3-4 21 0,0-2-10 16,-2-2 11-16,2 1-17 0,1 2 6 0,0-5-10 0,0-2-1 16,0 2-35-16,0-13-36 0,0 13-46 0,0-13-41 0,0 0-31 15,0 12-25-15,0-12-41 0,0 0 102 0,0 0 85 16,0 0 42-16</inkml:trace>
  <inkml:trace contextRef="#ctx0" brushRef="#br0" timeOffset="7738.56">24489 1167 1309 0,'-9'-7'179'0,"9"7"-148"0,0 0 10 16,0 0-10-16,0 0-21 0,0 0-20 0,0 0 0 0,0 0 5 15,0 0 5 1,1-13 0-16,3 5 0 0,6 0 0 0,1 3-21 0,3-2 11 16,7 2-21-16,2 0-10 0,4 4-15 0,-6-4-16 0,2 1-5 15,1 3 6-15,-3 1-6 0,3-4 11 0,-6 6-1 16,7 1 6-16,-1-4 9 0,-3 6 6 0,4 3 5 0,-4-2 21 15,-1 4-1-15,-3 4 16 0,1 1 0 0,-6 0-5 16,-2 8 5-16,1-7 0 0,-5 7-6 0,-2-2 16 0,1-3 26 16,1 2 10-16,-4-4 5 0,0-1-15 0,-2 0-16 0,0-2 11 0,0-13-6 0,5 13 6 15,-5-13-6-15,5 11 1 0,0-2 9 0,-5-9 17 16,6 6 9-16,-6-6 5 0,10 4 11 0,0-1 5 0,4-8-6 16,-1 3 6-16,1-4-10 0,1-3-11 0,0 1-20 0,1-1 0 15,-2-3-11-15,-2 2 21 0,0 0-5 0,0 0 5 16,-4 0-15-16,0-4-6 0,-1 1-4 0,-2-3-11 0,-2 2-4 15,-3-5-6-15,0 3-11 0,-2-7-15 0,-6-1-30 0,0 0 46 0,-4 2 10 16,1 5 46-16,-1 1-36 0,-5 2-10 0,5 3-10 0,-3 3-5 16,1 3-31-16,2 4-51 0,-1 2-42 0,1 3-50 15,-2 1-52-15,3-4-40 0,0 8-52 0,1 5 70 0,0-3 131 16,3 3 66-16</inkml:trace>
  <inkml:trace contextRef="#ctx0" brushRef="#br0" timeOffset="8556.12">25754 1116 951 0,'12'-13'476'0,"-12"13"-148"0,0 0-108 0,0 0-148 16,0 0-72-16,0 0 0 0,0 0 0 0,0 0 0 0,0 0 0 0,0 0 0 15,1 3 0-15,-6 3 0 0,-3 4 0 0,-2 5 0 0,-3 4-32 16,0 6-29-16,-4-2 0 0,3 6-16 0,5-8 21 15,3-3 4-15,2-1 11 0,-1 1-10 0,0-3-5 0,5-1 5 16,0-2 4-16,0 1 17 0,0-13 4 0,0 0 16 0,0 0 5 16,0 0 5-16,0 0 10 0,4 8-5 0,1 0 31 0,-5-8-10 15,6 3 4 1,1 1 22-16,1-3 4 0,-8-1 21 0,10 0-11 0,2-3 11 16,2-2-10-16,-4 0-1 0,2-3-14 0,-2 0-17 0,1-5-34 15,3 1-1-15,-3-2 0 0,3-2 0 0,-3-5 0 16,4-5 0-16,-3-6 0 0,7 4 0 0,-4-9 0 0,0-1 0 15,1-2 0-15,0 4-6 0,1 0-14 0,-4 5-1 0,1 10-10 16,-3-3-5-16,-2 10-15 0,-9 14-5 0,0 0-15 16,0 0-37-16,0 0 31 0,0 0 31 0,3-3 36 0,-3 8 10 0,-2 4-10 0,-4 6 5 15,-3 4 20-15,-1 5 16 0,0 6-1 0,-5 3-4 16,5-9-16-16,0 6-4 0,0-2-6 0,3 1 10 0,-2-3-15 16,3-5 5-16,1 0-5 0,1-5 5 0,2 3-21 0,-1-7-10 15,3 2-20-15,3-4 15 0,-3-10 5 0,1 12-10 16,4-1 0-16,-1-1-5 0,1 4 26 0,1-8 10 0,0 3 20 15,4-5-5-15,0 0 1 16,0-4 4-16,0-2-5 0,5 0 10 0,-4-2-10 16,4-1 21-16,-2-4-16 0,6 3 20 0,-4-3-30 0,1-1 6 15,4-1-1-15,0-6 0 0,1 0-31 0,-1-2-51 0,1-5-71 16,4-3-16-16,-4 1 0 0,-1-4 27 0,0 1-22 16,-5 1 82-16,-4 2 62 0,1 6 61 0,-4 1-5 0,-8 19 40 15,0 0-45-15,0 0 5 0,0 0-36 0,0 0 1 0,-3-5 4 16,-2 0 26-16,-7 10 25 0,-3 7-15 0,-1 6-10 0,-3 2-16 0,-2 2 11 15,0 3-5-15,1 0-11 0,3 0-9 0,3-2 4 0,-1 0-15 16,0-2-16-16,4 0-5 0,2-1-30 0,-1-2 0 16,4-3-1-16,2 0 1 0,1-1 10 0,3-14 0 0,0 0 15 15,0 12-5-15,3 0 11 0,1-2 10 0,-4-10 10 0,0 0-6 16,5 9 16-16,5-3-15 0,0-2 10 0,2-3 5 16,3-2 0-16,-1-3 1 0,-3-2 24 0,5-4 6 0,2 3 30 0,-3-2 6 0,-3-3 10 15,3-1-10-15,4 1-16 0,-2-3-10 0,3-2-16 16,0-3 6-16,0-5 0 0,3-5-5 0,2 0-16 0,0-2 1 15,0 1-1-15,0-2-5 0,-2-5 6 0,2 7-11 0,0 3-10 16,-5 8 10-16,-2 0-5 0,-1 5-5 0,-6 5 10 16,-11 10-5-16,0 0 5 0,0 0-15 0,0 0-6 0,0 0 6 15,0 0 5-15,0 0 15 16,5-2 5-16,-5 2 16 0,0 12 15 0,-1 3 11 0,-6 5 4 16,-1 4-10-16,-2-2-26 0,-1 5-4 0,-3 7-26 15,4-6 15-15,4-3-30 0,-3 0 35 0,1-2-25 0,0 2-6 16,2 5-50-16,-3-5-52 0,-1 1-50 0,4-3-47 0,-3 2-21 15,3-2 11-15,-3 0 20 0,3-1 93 0,1-2 56 16,-1-1 28-16</inkml:trace>
  <inkml:trace contextRef="#ctx0" brushRef="#br0" timeOffset="8778.75">26411 1112 1606 0,'-10'-3'441'0,"10"3"-441"0,0 0 0 16,0 0 0-16,-9 5 0 0,9-5 0 0,0 0 0 0,0 0 0 15,0 0 0-15,0 0 0 0,0-5 0 0,4 0 0 0,6 2 0 16,1-5 0-16,8 8 0 0,1-8 0 0,6 3 0 16,0-6 0-16,-1 10 0 0,-4-3 0 0,6 3-11 0,-2-3-61 15,6-5-40-15,-2 8-37 0,2-4-65 0,-1 2-52 16,-2-4-72-16,6-1-72 0,-3-1 172 0,-3 3 119 0,-3 0 60 0</inkml:trace>
  <inkml:trace contextRef="#ctx0" brushRef="#br0" timeOffset="9401.46">26790 1287 1314 0,'0'0'333'0,"0"0"-205"0,-6 10-72 0,6-10-5 0,0 0-4 0,0 0-12 15,0 0 12-15,0 0-11 0,0 0-36 0,0 0 0 0,1 0 0 16,4 0 0-16,5-1 0 0,5-5 0 0,1-2 0 0,4-4 0 15,7 2 0-15,-6-1 0 0,-2 5 0 0,-3-3 0 16,-5-1 0-16,3 0 0 0,-4 2 0 0,-3 1 0 0,2-6 0 16,-3-2 0-16,3 0 0 0,-4-5 0 0,0 1 0 0,-1 0 0 15,-3-1-113 1,-1 0-77-16,0 1-9 0,-4 3 50 0,-1 3 57 0,-2 8 67 16,-3 1 15-16,-3 8-11 0,0-3 11 0,-5 8 0 15,1 4 10-15,-3 2 0 0,0 5 10 0,-2-5 26 0,2 3-6 16,1 5 1-16,-1-3-11 0,2 3-9 0,-1-1-6 0,3-2-5 15,2-2-10-15,3 3 15 0,0-1-15 0,1-4-11 16,0 1-15-16,5-5 5 0,1 6 6 0,3-6 4 0,1 1-10 16,0-13 6-16,0 11-1 0,4-3 6 0,-4-8-1 0,0 0 11 0,6 9 5 0,-6-9 5 15,6 10 10-15,3-4-5 0,1-2 1 0,1-3-6 16,3 0 10-16,2-2 15 0,0 0 21 0,-2-3 1 0,1-1-1 16,-2-5 5-16,3 4-16 0,1-4 6 0,1-2-26 0,-2-2 6 15,3 3-6-15,2-5 16 0,-1-1-5 0,0 0 20 16,0 0-15-16,0 1-1 0,-3 0-9 0,3 2-11 0,-5-3 6 15,3 2-11 1,-5 4-10-16,2 1 10 0,-15 10-15 0,10-10 20 0,-10 10-20 16,0 0 20-16,0 0-10 0,12 0 25 0,-12 0 6 0,6 5-21 15,3-1 5-15,-5 7-15 0,0-1 6 0,-3 3 4 16,1 5 26-16,0-1-6 0,-4-7 1 0,2 4-11 16,-2-2 1-16,2 0-21 0,-1 3 10 0,1-15-20 0,-4 15 10 15,4 0-5-15,-4 1 15 0,2 2-15 0,2-18 15 0,-3 13-20 16,3-13 20-16,0 0-10 0,0 0 16 0,0 0-1 15,0 0 26-15,0 0 16 0,0 0-57 0,0 0 0 0,-5 10 0 16,5-10 0-16,0 0 0 0,0 0 0 0,0 0 0 0,0 0 0 16,0 0 0-16,0 0 0 0,0 0 0 0,0 1 0 0,0-6 0 15,0-5 0-15,5-8 0 0,1-1 0 0,2-2 0 0,4-7 0 16,3-2 0-16,0 6 0 0,0 0 0 0,5-1 0 16,-4 5-93-16,0-4-153 0,4 4-25 0,-1 2-51 0,-3-1-47 15,1-2-50-15,3 6 255 0,0 0 82 0,2 2 41 16</inkml:trace>
  <inkml:trace contextRef="#ctx0" brushRef="#br0" timeOffset="10285.42">27703 1104 516 0,'0'-16'276'16,"0"16"-56"-16,0 0-10 0,0 0-51 0,0 0-16 0,0 0-61 16,0 0-31-16,0 0-35 0,0 0-11 0,0 0-5 15,0 0-10-15,-3 0 5 0,-4 6 0 0,0 8 5 0,-3 5 0 16,-2 5 0-16,-3 6 0 0,-4 3 0 0,3 6 0 0,1-15 0 16,-1 1 0-16,2-4-11 0,2-1-4 0,-1-1-6 15,2-1-10-15,2 1 6 0,3-8-1 0,-2 3 6 0,8-14-11 16,0 0-5-16,-5 10-5 0,5-10 11 0,0 0-6 0,0 0 21 15,0 0 5-15,0 0 10 0,0 0 10 0,0 0 5 16,0 0 5-16,0 0-9 0,3 0 14 0,2-2 6 0,4-4 10 16,2-1 0-16,0-8 0 0,4 0-11 0,4-7-4 0,-2-4 5 15,-2 8 5-15,0-3 15 0,0 3-5 0,4-3 0 16,-2 2-16-16,2-3-4 0,-1 4-16 0,-2 5 6 0,1-2-21 16,-2 6 5-16,-3-2-16 0,-12 11 1 0,0 0-6 15,0 0 1-15,0 0-11 0,0 0 5 0,0 0 11 0,0 0-10 16,7 1-6-16,0 7 0 0,-2-1 6 0,-5 7 15 0,-3 2 5 15,-1 4 5-15,-2 1 0 0,0 1 0 0,-3-5 0 0,-1 2 10 16,2-7-15-16,0 2 5 0,-1-4-5 0,3 1 5 16,6-11 0-16,0 0-11 0,0 0-25 0,0 0-36 0,0 0-20 15,-5 13 0-15,5-13-5 0,0 0 10 0,0 0 0 0,0 0 36 16,0 0 26-16,0 0 30 0,0 0-10 0,0 0 5 16,1-3-5-16,6-3 5 0,1-4 0 0,1 4 0 0,4-8 10 15,1-1 15-15,5-5-10 0,2-4-4 0,-6 10-1 0,0-1 26 16,0 1 25-16,1-2 6 0,-1-1-11 0,-4 6-20 15,-11 11-11-15,14-5-14 0,-14 5-6 0,0 0-15 0,0 0 5 16,0 0-11-16,0 0 11 0,0 0 0 0,10 0 5 0,-4 5 0 16,-1 1 0-16,-3 6-10 0,-4 4 15 0,1 7-5 0,-3-2 5 15,-4 2-5-15,0-4-10 0,-1-3 15 0,3 4-15 0,-3-1 20 0,2-5-20 16,-1 1 20-16,2-1-10 0,6-14-16 0,-5 10-4 16,3 2-47-16,2-12-25 0,-4 10-56 0,4-10-11 0,0 0 0 15,0 0 32-15,0 0 4 0,0 0 15 0,0 0-20 0,1 8 59 16,5-7 35-16,3-1 17 0</inkml:trace>
  <inkml:trace contextRef="#ctx0" brushRef="#br0" timeOffset="10485.9">28228 1148 337 0,'15'-12'107'15,"-2"2"-30"-15,-13 10 10 0,0 0-5 0,0 0-5 0,0 0-1 16,0 0-19-16,0 0 14 0,0 0-9 0,0 0-16 0,8 1 5 16,-3 6 0-16,-5-7 21 15,0 12 5-15,-5-2 15 0,0 9-5 0,-3 5-20 16,-2-4-16-16,-2 5-21 0,1-5 6 0,-1-2-11 0,3-3-9 15,-1-1-11-15,1 1-5 0,0-5 10 0,3 6-5 0,-1-4 1 16,2-1-6-16,5-11-11 0,0 0-4 0,-5 10-16 16,5-10-15-16,-5 12-31 0,5-12-15 0,0 0-20 0,0 0-16 15,0 0-10-15,0 0-16 0,0 0-14 0,0 0-32 0,-5 9-25 16,5-9 43-16,0 0 91 0,0 0 46 0</inkml:trace>
  <inkml:trace contextRef="#ctx0" brushRef="#br0" timeOffset="11265.78">28177 923 137 0,'0'0'26'0,"0"0"-6"16,0 0-10-16,7 0 11 0,2-2-6 0,1 4-4 0,-2 6-6 15,2 2-5-15,-2 5-10 0,2 0 15 0,-1 9-5 16,-1-8 5-16,1 2 15 0,1-1-10 0,-1 1 1 0,-1 6-1 15,-3-6 36-15,2 3 31 0,-3-2-1 0,0 1 6 0,-4-4-15 16,1 6-11-16,-2-2-10 0,-3-5-5 0,1-1-10 0,-3-3-6 0,-1 4-4 16,0-2 10-16,-1 3 5 0,-2-6-6 0,5 0-14 15,-1 3-11-15,6-13-15 0,0 0 15 0,0 0-5 0,0 0 15 16,-7 10-20-16,7-10 5 0,0 0-15 0,0 0 10 0,0 0 0 16,0 0-16-16,0 0-20 0,0 0-5 0,0 0-1 0,2 0-14 15,3-9 10-15,-1-5 10 0,11-2 16 0,0-4 15 0,3-4 15 16,6-5-10-1,2-6 5-15,-5 10-5 0,2 2 15 0,-5 3-15 0,2 1 15 16,-5 6-10-16,0 2 5 0,-4 1-5 0,-11 10-10 0,10 0 5 16,-10 0 0-16,0 0 5 0,9 2 10 0,-4 6 5 15,-2 7 5-15,-1-4 1 0,-4 7-1 0,-1 2 0 0,-2 5 1 16,-1-1 10-16,-2-5-16 0,3 1 6 0,-1-2-16 0,1-2 0 16,1-1 5-16,3-2-5 0,1-13 11 0,0 0-11 15,0 0 0-15,0 14-5 0,0-14 0 0,0 0 10 0,0 0-5 0,1 7 11 0,3 6-1 16,1-6 5-16,-5-7 1 0,0 0-1 0,6 5 1 0,4 3 9 15,0-4-4-15,0-4-1 0,4-3-4 0,-1 2-1 16,2-2-9-16,-2 1-6 0,3-1-5 0,-4-3 0 0,3 0 10 16,-2 2-15-16,0-2 15 0,1-2-10 0,-2-3-5 0,3 1 10 15,-5 2-5-15,1 1-5 0,-1 0 10 0,-10 7-15 16,0 0 10-16,0 0-5 0,0 0 5 0,0 0 0 0,0 0 0 0,0 0 0 0,0 0 10 16,0 0-5-16,0 0 1 0,0 0-6 0,0 0 0 0,0 0 0 15,0 0 0-15,0 0 0 0,0 0-11 0,0 0 16 0,0 0-15 16,0 0 0-16,0 0 0 0,0 0-6 0,0 0 11 0,13-10 10 15,-1 8 31-15,-3-6 15 0,-9 8 11 0,10-5-21 16,0-1 0-16,0 1-36 0,2 0 10 0,1-5-15 0,-2 5 16 16,0-5-21-16,1 2 5 15,0-6-16-15,-1 3-20 0,-1-4-25 0,2 0 15 16,-2 0 10-16,-4-2 15 0,0 4 31 0,-1-5 36 0,-5 18-35 16,2-14-32-16,-2 14 78 0,-3-14 40 0,3 14 10 0,-5-6-56 15,-3 5-35-15,-4 2-16 0,-1 4 0 0,-2 4 20 16,-1 6 31-16,-3 5 1 0,4-1-1 0,0 1-10 0,-1-1-21 15,0 1 1-15,0 1-26 0,1-1 15 0,1-4-10 0,3 1 5 16,1 0-15-16,1-2 5 0,2 4 0 0,2-8-6 0,1 3-4 0,3-3-5 16,1-11 10-16,0 0-6 0,0 14 1 0,0-14 15 0,2 9-21 15,3 0 16-15,0-1-5 0,4 0 0 0,0 1 15 16,-1-4-5-16,2 0 15 0,0-3-10 0,5 1-10 0,-2-1-31 16,3-4-56-16,1 2-72 0,3 0-82 0,2 0-81 15,4 0-64-15,3-8 195 0,2 6 98 0</inkml:trace>
  <inkml:trace contextRef="#ctx0" brushRef="#br0" timeOffset="12167.72">20578 2327 1156 0,'1'-10'199'0,"-2"-1"-91"0,-1-2 35 0,-3 3 62 0,5 10-11 15,-6-7-152-15,6 7-42 0,0 0 0 0,0 0 0 0,-9-10 0 0,9 10 0 0,-6-10 0 16,6 10 0-16,0 0 0 0,0 0 0 0,0 0 0 0,0 0 0 15,-9 0 0-15,1 1 0 0,-1 5 0 0,-4 3 0 16,1 2 0-16,-1 7 0 0,1 6 0 0,-2 1 0 0,3-1-11 16,2-3-50-16,2 2-27 0,1 1 17 0,1-3-11 0,1-4 16 15,3-5-1-15,1 6 16 0,1-4 4 0,-1-2 6 16,1 1 0-16,3-2 1 16,-4-11-1-16,6 10 10 0,0 0 16 0,-6-10 0 0,7 12 10 15,-7-12 10-15,8 3 10 0,1 0-5 0,2-1-4 16,0-5 4-16,2-1 15 0,-2-1 11 0,0-2 25 0,2-3 11 15,-3 5 10-15,1-6 0 0,-1 0-31 0,3-2-16 0,-3 1 7 16,1-5-22-16,-1 0-4 0,2-5-6 0,-3 1-5 16,0-1 0-16,-1 1-15 0,0-3-6 0,-3-1-35 0,-1 4-26 15,-3 3-30-15,1-2 9 0,-4 0 7 0,-1 5-2 0,1-2-4 0,2 17-5 16,-6-12-1-16,-1 5 11 0,-1 0 16 0,-1 2 29 0,0 6 17 16,-3 3 20-16,-1 2-6 0,0 2-30 0,0 2-10 15,1 0-21-15,-1 6 0 0,1 2-5 0,-1-6-20 0,4 6-21 16,-1-2 31-16,3-1 46 0,7-15 23 0</inkml:trace>
  <inkml:trace contextRef="#ctx0" brushRef="#br0" timeOffset="12436.89">20700 2322 378 0,'19'-6'133'16,"-3"-3"-5"-16,0 3 5 0,3-4 10 0,-4 2-20 0,1 1-31 16,-1 2-30-16,-3 0-37 0,1 0-4 0,-1 1-16 0,2 3 10 15,-5-1-20-15,-9 2 15 0,10 2-20 0,-10-2 10 16,10 5-5-16,-3 0 5 15,1 1-10-15,-1 5 5 0,0 2 0 0,-2 3 5 0,-3 6 0 16,1-6 0-16,-5 5 0 0,0 3 0 0,-1-4 0 16,-3 2 0-16,-1-3 0 0,0-3 10 0,0-3 15 0,-1 2 21 15,0-2 21-15,8-13-1 0,0 0 21 0,0 0-15 0,0 0 30 16,0 0-4-16,0 0 19 0,0 0 1 0,0 0-107 0,0 0-11 16,0 0 0-16,0 0 0 0,0 0 0 0,0 0 0 15,0 0 0-15,0 0 0 0,-5 2 0 0,5-2 0 0,-4-5 0 0,3-5 0 0,2 0 0 16,3-7 0-16,2 0 0 0,1-6 0 0,6-6 0 0,-1 5-185 15,2 0-245-15,4-2-61 0,-4-1 20 0,5 0 236 16,0-3 117-16</inkml:trace>
  <inkml:trace contextRef="#ctx0" brushRef="#br0" timeOffset="13592.5">21447 2351 665 0,'0'0'276'0,"-6"-9"-102"0,1 1-16 16,0-1-9-16,-1 0-11 0,1-4-20 0,5 13-31 0,-5-12 5 16,0 2-10-16,-2 0-15 0,0 1-26 0,-1 3-41 15,0-4-6-15,8 10-55 0,0 0-6 0,-9-7 11 0,-2 5-1 16,0 4 21-16,-4 1 6 0,0 7 30 0,0-1-10 0,-1 7 10 16,0 5-15-16,1 1 20 0,2 7-5 0,-1 1 5 15,2-2-15-15,2 2 5 0,2-5 0 0,0-2 5 0,1 0-11 0,5-5-4 0,-1 0-26 16,3-18-10-16,3 11-11 0,-3-11 11 0,4 14-6 0,1-7 11 15,1 4 11-15,3-6 9 0,-1 0 26 0,4-5 0 16,-1 0 6-16,0-2 4 0,2-3-15 0,-3-4 15 0,3-2-10 16,0 0 25-16,2 1 16 0,-2-3 15 0,1-2 6 15,0 4 9-15,0-4-4 0,-2 2 0 0,1-3-16 0,-1-2-16 16,1 0-9-16,0-5-26 16,0 0 10-16,0-6-10 0,1-2 6 0,2-1-6 15,-1 1-11-15,-1-3-15 0,1 0-20 0,-1 0-20 0,0 0-21 16,-2 5 10-16,2 4-5 0,-7 2 16 0,1 5-11 0,-8 18-20 15,0 0-26-15,0 0-5 0,0 0 20 0,0 0 27 16,1-5 24-16,-2 8 32 0,-4 3 5 0,-4 11 15 0,-2 3 0 16,-4 3 25-16,0 5 10 0,-1 7 31 0,2-3 1 15,1-2-5-15,-2 3-1 0,5-4-20 0,-2-2 15 0,3-1-21 0,0 0-9 0,4-7-16 16,2 1-5-16,0-2 0 0,3-3 0 0,0 0 0 0,0-15 0 16,3 15 0-16,2 0-10 0,2-7 5 0,1 7 0 15,0-10 5-15,4 0 0 0,-1 0 20 0,1-1-10 0,-2-3 11 16,3-1-6-16,1 0 26 0,-2-5 10 0,2 5 21 15,-2-5 25-15,2 0-5 0,0-3 11 0,-1-2-37 0,1-1-10 16,-3-4-15-16,2 2-10 0,-4-2-16 0,3-1 1 0,-4-4-11 0,2-3-10 0,-2 0-11 16,0 1-35-16,-1-1-5 0,1 0 0 0,-1 6 30 15,-4-5 16-15,-1 5-11 0,-2 17-20 0,0 0-5 0,0 0 0 16,0 0-25-16,0 0 25 0,-3-8 5 0,-2 3 31 0,-2 5-16 16,-4 6 16-16,1 4 0 0,-5 0 10 0,0 8 0 15,-1 5 10-15,3-2-5 0,1 1 10 0,-1-2-10 0,2 1 1 16,0 3-17-16,2-4 6 15,3-6-21-15,0 0 6 0,2 1-16 0,2-1 0 16,2-14-5-16,-3 11-10 0,3 0-5 0,0-11-16 0,1 9 6 16,2 2 19-16,-3-11 6 0,0 0 5 0,0 0 6 0,5 12 5 15,-5-12 25-15,7 5-10 0,-7-5 10 0,8 4 5 0,7-4 0 16,-3-3 0-16,2-2-5 0,1-5 0 0,-1-1 10 16,-1-7-5-16,1 7 20 0,-1-4-4 0,-3-4 15 0,1 4-11 15,1-5 11-15,3 5 0 0,-2-2 15 0,2 1-4 0,0-1-12 0,-2-3-9 16,1 6-6-16,-1 3 0 0,-2 5-9 0,-11 6-6 0,11-9 5 15,-11 9-5-15,0 0-10 0,10-4-10 0,-10 4-6 0,10 4 11 16,-4 2 5-16,2 7 5 0,-3-3-10 0,0 3 15 16,0 2-5-16,-4 5 5 0,-1 1 15 0,0-1 11 0,-1-2 0 15,1-1-6-15,0 1-4 0,-4 2-1 0,3 2 1 16,-3-5 10-16,0 1 15 16,2-3 10-16,-1-1 15 0,3-14 6 0,-2 15 5 0,2-15 10 15,0 0 16-15,0 0 9 0,0 0 6 0,0 0-91 0,0 0-32 16,0 0 0-16,0 0 0 0,0 0 0 0,0 0 0 0,0 0 0 15,0 0 0-15,1-8 0 0,3-4 0 0,-2-2 0 16,6-8 0-16,-2 2 0 0,3-6 0 0,2-4 0 0,-1 10 0 16,0 0 0-16,1-2 0 0,2 1-175 0,-1 1-137 0,1-2-87 15,-2 6-82-15,3 1 141 0,-3-5 170 0,1 1 85 0</inkml:trace>
  <inkml:trace contextRef="#ctx0" brushRef="#br0" timeOffset="14024.41">22656 2400 1826 0,'-10'-8'190'0,"-2"1"-185"0,2 1-15 0,0 1 15 0,-2 5 10 16,1 1-5-16,-1 4-4 0,1 5-6 0,1 0 0 16,1 2 0-16,2 1 0 0,-2 0 0 0,4 1 0 0,0 0 0 15,4 0 0-15,4-1 0 0,0-1 0 0,4-1-11 16,0-2 6-16,0 0 0 0,3-2-5 0,0 1 5 0,2-3 0 16,-2-4 5-16,3 0 10 0,-1 3-5 0,1 0 10 15,-3-3-10-15,3 3 1 0,1-4-6 0,1-3 0 0,-3 3 0 0,-2-1 0 0,4-3 0 16,-2-1 0-16,1-1 0 0,-2-3 0 0,-1 2 0 0,-10 7 0 15,0 0 0-15,7-5 0 0,3-4 0 0,-1 2 0 16,-3-1 0-16,-1-2 0 0,0-3 0 0,-3 2 0 0,-4-7 0 16,1 2 0-16,-4-3 0 0,-4 1 0 0,2-3 0 0,-6 1 0 15,1 3-1-15,-1-3-65 0,1 4 51 0,1 2-6 16,-2 3-61-16,1-2-36 16,1 6-56-16,-2-2-15 0,13 9-26 0,0 0-36 0,-11-1-51 15,1 1-10-15,1 1 161 0,0 3 76 0,2 1 37 16</inkml:trace>
  <inkml:trace contextRef="#ctx0" brushRef="#br0" timeOffset="14240.5">22943 2266 260 0,'20'-9'102'0,"0"-1"6"0,-3-2 14 0,-1 2 17 16,-2 3 15-16,1-3 4 0,-5-3 26 0,-3 3 31 16,-7 10 0-16,0 0 0 0,0 0-40 0,0 0-175 0,0 0 0 15,0 0 0-15,0 0 0 0,0 0 0 0,0 0 0 0,5 3 0 16,-5-3 0-16,3 1 0 0,-8 8 0 0,0 1 0 15,0 4 0-15,-5 4 0 0,0 3 0 0,-6 6 0 0,6-7 0 16,0 6 0-16,0 0 0 16,0 1 0-16,4-2 0 0,-2 3 0 0,1-1 0 15,4-4-16-15,1 3-158 0,-2-3-16 0,5-2-14 0,-2 2-32 16,1-2-4-16,-1-1-21 0,1 0-10 0,0-1 43 0,0-6 114 16,-3 1 57-16</inkml:trace>
  <inkml:trace contextRef="#ctx0" brushRef="#br0" timeOffset="14456.75">22829 2277 2047 0,'0'0'0'0,"0"-10"0"0,0 10 0 16,0 0 0-16,0 0 0 0,0 0 0 0,0 0 0 15,3-10 0-15,-3 10 0 0,0 0 0 0,7-5 0 0,1-1 0 0,5-3 0 0,2 9 0 16,4-5 0-16,5 5 0 0,1-3 0 0,2 4 0 0,2-4 0 15,-2-2 0-15,2 2 0 0,-2-2-354 0,3 1-45 16,5-2-72-16,-2 2 59 0,0-7 206 0,4 5 103 0</inkml:trace>
  <inkml:trace contextRef="#ctx0" brushRef="#br0" timeOffset="15011.06">24310 2121 1407 0,'-10'6'163'0,"-1"-4"-76"0,3 1 41 0,8-3 67 0,-10 0-128 15,10 0-67-15,0 0 0 0,-12 2 0 0,2-5 0 0,0-1 0 16,10 4 0 0,0 0 0-16,0 0 0 0,0 0 0 0,0 0 0 0,-11-5 0 15,11 5 0-15,0 0 0 0,-10-6 0 0,0 5 0 0,10 1 0 16,-11-3 0-16,-4 3 0 0,2 4 0 0,1 1 0 0,-8 5 0 16,0 3 0-16,3 3 0 0,-8 7 0 0,5-3 0 15,-5 4 0-15,3 0 0 0,1-2 0 0,5 1 0 0,1-3 0 16,0-1 0-16,3 5 0 0,4-9 0 0,-2 3 0 15,5-3 0-15,4-4 0 0,-2 3 0 0,3-14 0 0,0 0 0 0,4 8 0 0,5 0 0 16,-3 0 0-16,4-1 0 0,1-4 0 0,4 2 0 0,0 0 0 16,0-8 0-16,0 6 0 0,0-6 0 0,-1-3 0 15,3-3 0-15,1 3 0 0,-2-4 0 0,2 0 0 0,-2-2 0 16,-1 1 0-16,0-4 0 0,1 1 0 0,-1-2 0 0,-4-4 0 16,4 0 0-16,-4 2 0 0,-1-2 0 0,4 0-1 15,-3 5-70-15,-1-2 14 0,-2 3 11 0,-8 14-15 0,0 0 10 0,0 0-1 0,0 0 22 16,0 0 15-16,0 0 10 0,0 0 5 0,0 0-11 15,2 2 16-15,-7 3 36 0,0 5 15 0,-1 5 11 0,-8 1-26 16,-1 4-11-16,-1 4-9 0,-4 3-11 0,9-11 6 0,1 3-21 16,4-3-6-16,-3-4-9 0,4 3-11 0,0-2-25 15,5-13-46-15,0 0-57 0,-1 12-51 0,1-12-15 0,0 11-16 16,0-11 21-16,0 10-25 16,0-10 40-16,0 0 103 0,6 8 51 0</inkml:trace>
  <inkml:trace contextRef="#ctx0" brushRef="#br0" timeOffset="15829.76">24764 2214 1361 0,'0'0'348'0,"0"0"-164"16,0 0-87-16,0 0-40 0,0 0-57 0,0 0 0 0,2 1 0 16,-8 2 0-16,-7 3 0 0,-2 2 0 0,-2 0 0 15,-8 8 0-15,1-6 0 0,-3 5 0 0,12-3 0 0,3 1 0 16,1 1 0-16,-1 0 0 0,4 1 0 0,0-5 0 15,3 1 0-15,5-11 0 0,-5 17 0 0,3-5 0 0,2-12 0 16,-3 13 0-16,3-13 0 16,-2 10 0-16,2-10 0 0,0 0 0 0,0 0-21 0,4 11-5 15,-1-1-5-15,2 3 6 0,-5-13 10 0,0 0 10 0,0 0-16 16,8 6 11-16,-1-2-11 0,3-2-5 0,0-2 11 16,1 3-5-16,-1-7 4 0,1 0 6 0,3 2 5 15,-2-2 15-15,2-1-5 0,2-5-10 0,3 1-21 0,2-6-9 16,4 6-6-16,0-10 10 0,4-2 16 0,1 1 0 15,-2-4 20-15,2 6-15 0,-4-2 10 0,1 4 15 0,-7-3-5 16,0 7 21-16,-5 2 10 0,-15 10 35 0,0 0-4 0,0 0-10 16,0 0-27-16,0 0-29 0,0 0-6 0,0 0-16 15,0 0 11-15,0 0 0 0,0 0 5 0,6 2 0 0,-6 3 0 16,0 4 0-16,-6 6 10 0,-4 1-5 0,-3 3 1 16,1 1 4-16,-2-2-5 0,3-3-10 0,1 0 0 0,3 1 10 15,-1-6 0-15,8-10 0 0,-4 9-5 0,2 4-10 0,2-13 5 16,0 0 0-16,0 0-6 0,0 10-4 0,0 5 5 0,0-15-16 15,1 11 16-15,-1-11 0 0,0 0 10 0,4 9 0 16,-4-9 10-16,0 0-5 0,0 0 0 0,6 5 5 0,4-1-5 16,-2-4 1-16,2 0 4 0,-2-5 5 0,3-3 5 0,2 3-19 15,-2-6-1-15,-1 1 5 0,0 0-10 0,2 0 15 0,2-5-10 16,-1-2-5-16,4 1 10 0,-1-4-5 0,0 0 5 16,3 4-5-16,-1 0 0 0,-2 0-10 0,-1 3 5 15,0 2-21-15,-1 4 5 0,-14 7-15 0,10-8 11 0,-10 8-11 16,0 0 10-16,0 0-10 0,0 0 1 0,0 0 4 0,0 0 26 15,0 0 5-15,0 0 16 0,5 5-1 0,-5-2 15 0,-3 8 6 16,-2-1-5-16,0 5-16 0,-2 0-9 0,-3 0-6 16,0 4-11-16,10-19 16 0,-5 14-5 0,1-3 6 0,1 0-6 15,0 2 0-15,3-13 0 0,-2 10 0 0,2-10 0 0,0 0-11 16,0 10-15-16,0-10 1 0,2 11-11 0,-2-11 21 0,0 0-16 16,0 0 21-16,0 0 0 0,0 0 10 0,5 5 10 15,-5-5-15-15,8 3 5 0,-1-1-5 0,3 1 15 0,0-4-5 16,0-1 11-16,1-4-11 0,3-6-10 0,-5 5 10 0,3-1-5 15,-1-5 5-15,3-5-15 0,-2 6 15 0,3-5-5 16,4 1 5-16,-2-2-5 0,3 1 0 0,0-2-10 0,3 4 5 16,-1 0-11-16,-4 1-10 0,2 0-10 0,-4 5 6 15,-1 3-16-15,-15 6 15 0,0 0 0 0,0 0 11 0,0 0-1 16,0 0 42-16,0 0 10 0,0 0 25 0,0 0 10 0,9 5 1 16,-7 1-21-16,-2 4-5 0,-2 3-26 0,-3-1 6 0,-5 7-6 15,0 0 5-15,-4 0-19 0,8-5 9 0,-3-2-10 16,3 4-5-16,-1-3 0 0,2 1-11 0,2-1-10 15,-2-1-30-15,2 6-15 0,1-7-21 0,2-11-47 0,-3 12-45 16,3-12-31-16,0 0-10 0,0 0-31 0,0 0-15 0,-4 10 123 16,4-10 74-16,0 0 37 0</inkml:trace>
  <inkml:trace contextRef="#ctx0" brushRef="#br0" timeOffset="16140.94">25711 2220 1406 0,'0'0'354'0,"0"0"-185"0,0 0-103 16,0 0-14-16,0 0-52 0,0 0 0 0,0 0 0 0,0 0 0 15,0 0 0-15,0 0 0 0,0 0 0 0,8 2 0 0,-3 3 0 16,-5 5 0-16,0 2 0 0,0 1 0 0,-5 1 0 0,2 6 0 16,-3 0 0-16,1-7 0 0,-2 0 0 0,4 1-6 15,0 1-9-15,-2-1 15 0,-2-2 0 0,2-2 0 0,5-10 0 16,0 0 0-16,0 0 0 0,0 0 20 0,0 0-19 0,-5 10-1 15,5-10 0-15,0 0 0 0,0 0 0 0,0 0 0 16,0 0 0-16,0 0 0 0,0 0 0 0,0 0 0 0,0 0 0 16,0 0 0-16,0 0 0 0,0 0 0 0,2 0 0 0,-2-5 0 15,1-5 0-15,4-5 0 0,4-3 0 0,2-2 0 16,6-7 0-16,4-3 0 0,-1 5 0 0,1 0-216 0,3 1-101 16,3 1-15-16,2 0-47 0,-3 5-36 0,4 0 221 0,-4 2 97 15,2 3 48-15</inkml:trace>
  <inkml:trace contextRef="#ctx0" brushRef="#br0" timeOffset="16550.34">26350 2149 1698 0,'-10'-2'292'0,"-5"-1"-235"0,-1 0-57 15,1-6 0-15,3 3 0 0,2 0 0 0,0-2 0 16,10 8 0-16,-11-1 0 0,-1 1 0 0,0 0 0 0,2 0-31 15,-1 6-16-15,0 2 27 0,-4 1 15 0,0 3 15 16,-5 1 5-16,4 2 16 0,-4 1-5 0,1 2-5 16,2-4-21-16,-3 1 0 0,3 2 0 0,4 0 0 0,2-2 0 15,-1-3 0-15,2 2 0 0,0-2 0 0,5-1 0 16,0 1 0-16,5-12 0 0,-5 12 0 0,5-12 0 0,0 0 0 16,0 10 0-16,0-10 0 0,0 10 0 0,0-10 0 0,0 0 0 15,2 10 0-15,-2-10 0 0,8 8 0 0,-1-5 0 16,1 2 0-16,2-5 0 0,2 0 0 0,3-3 0 0,-4-2 0 0,4-3 0 0,-2-5 0 15,-1 6 0-15,4-6 0 0,0 6 0 0,-1-5 0 16,0 0 0-16,4 1 0 0,-3-2 0 0,-3 4 0 0,1-1 0 16,0 4 0-16,-3-2 0 0,-11 8 0 0,0 0 0 0,0 0 0 15,0 0 0-15,0 0 0 0,0 0 0 0,0 0 0 0,0 0 0 16,0 0 0-16,0 0 0 0,9 3 0 0,-9-2 0 16,0 5 0-16,-5 3 0 0,0 2-1 0,0 2-122 0,-1 0-15 0,-4 0-16 0,10-13-4 15,-5 8-16-15,5-8 15 0,0 0 6 0,0 0-1 16,0 0-4-16,0 0-6 0,0 0 21 0,0 0-1 0,0 0 17 15,0 0 78-15,2 9 25 0,6-4 12 0</inkml:trace>
  <inkml:trace contextRef="#ctx0" brushRef="#br0" timeOffset="17066.77">26431 2247 352 0,'0'0'210'0,"0"0"-5"0,0 0-21 16,0 0-41-16,0 0-35 0,0 0-62 0,0 0-25 0,0 0-11 15,0 0 5-15,0 0 5 0,6 0-9 0,-2 4-6 0,-7 1-5 16,-2 2 0-16,-2 6 0 0,1 2-21 0,-4-3-30 15,10-12-10-15,-9 17-16 0,9-17 0 0,0 0 16 0,0 0 9 16,0 0 11-16,-4 9 0 0,4-9-10 0,0 0 15 0,0 0 6 16,4 8 20-16,1-1 5 0,1-7 5 0,4 5 0 0,0-5 0 0,0 1 20 15,4-2 0-15,-3-4 37 0,0 5 9 0,-1-4 6 0,2 3 5 16,0-6-1-16,0 0-4 0,3 2-5 0,-3-1-6 0,3-2 1 16,0-5-1-16,1 2 0 0,3-3 1 0,-3 2-1 15,-1 0 31-15,1-2 26 0,0 3 20 0,-2 1-50 0,0 4-88 16,-14 6 0-16,0 0 0 0,0 0 0 0,10-8 0 0,-10 8 0 15,0 0 0 1,0 0 0-16,0 0 0 0,0 0 0 0,0 0 0 0,0 0 0 16,0 0 0-16,0 0 0 0,0 0 0 0,5 4 0 0,-4 2 0 15,-1 2 0-15,-4 3 0 0,-1 0 0 0,3 3 0 0,-7 3 0 16,0 3 0-16,3-5 0 0,1 3 0 0,-3 2 0 16,-1 0 0-16,-1 5 0 0,-3-4 0 0,1 7 0 0,-3 2 0 15,-4 2 0-15,1-3 0 0,0 1 0 0,1 4 0 16,-4 1 0-16,1 4-78 0,-2-5-19 0,-3 1 20 0,1-2 6 0,2 2 40 0,-2-1 6 15,3-5 30-15,0-1-5 0,-1-2 5 0,4-4 5 0,-1-6 15 16,5 3 42-16,0-7 30 0,4-1 11 0,-1-1-46 16,1-5-62-16,10-5 0 0,0 0 0 0,0 0 0 0,0 0 0 15,0 0 0-15,0 0 0 0,0 0 0 0,0 0 0 0,0 0 0 16,0 0 0-16,-4-2 0 0,3-1 0 0,5-7 0 16,1-3 0-16,1-6 0 0,4-1 0 0,3-1 0 0,5-2 0 0,-3 3 0 0,3-4 0 15,1 2 0-15,-2 0 0 0,3 2 0 0,0-3 0 16,0 4 0-16,4-1 0 0,-3 0 0 0,0 3 0 0,0 2 0 15,0 2 0-15,3 0 0 0,-4-1-426 0,3 0-142 16,-3 2 41-16,3-2 264 0,0 4 131 0</inkml:trace>
  <inkml:trace contextRef="#ctx0" brushRef="#br0" timeOffset="19590.24">27748 2235 731 0,'0'0'225'0,"0"0"-163"0,0 0-57 0,0 0 15 16,0 0 41-16,0 0 27 0,0 0 14 0,-4-6-30 0,1 4-27 16,-4 7-29-16,-1 2-11 0,-2 5 5 0,-3 0 5 0,1 7-4 15,-3 2-6-15,10 1-5 0,-2-3 0 0,3-2-10 16,0 4 5-16,3-6 10 0,2 0-10 0,-1-4 5 15,4 4-5-15,0-1 5 0,2-5 0 0,-6-9 0 0,6 10 0 16,1-1 10-16,1-1-5 0,1-1 10 0,1-2-10 16,-2-5 1-16,3 5 14 0,-1-5-10 0,-10 0 1 0,12 2-11 15,-2-4 20-15,-1 0 41 0,1-1 37 0,-10 3 9 0,12-5 11 16,-4 0-21-16,1-5-86 0,-3 3-11 0,4 0 0 16,-5-6 0-16,0 0 0 0,1-2 0 0,-1-3 0 0,-1-2 0 15,1-1-149-15,-4-5-15 0,2 0 31 0,-2-2 41 0,-1 3 10 16,-1-1 5-16,-3 9 6 0,3-6 24 0,-4 7 6 15,5 16 5-15,0 0-5 0,-8-10 11 0,2 1 4 0,6 9-4 16,-10-1-26-16,10 1-26 0,-10 1-26 0,2 3-41 0,0 1-9 16,-2 5-1-16,3 1 31 0,3 2 34 0,0-2 47 15,3 2 23-15</inkml:trace>
  <inkml:trace contextRef="#ctx0" brushRef="#br0" timeOffset="19886.45">28117 2256 219 0,'16'-10'138'0,"-1"-1"-25"0,0 3-16 16,-4-6 0-16,3 4-20 0,-5-4 5 0,0 3 5 0,1-7-10 16,-2 4 15-16,4-3 0 0,-5 3 0 0,1 0 16 0,-3 0 25 15,-5 14 0-15,8-11-10 0,-3 1-6 0,-5 10-19 16,0 0-27-16,0 0-70 0,0 0-1 0,0 0 0 0,0 0 0 16,0 0 0-16,0 0 0 0,0 0 0 0,0 0 0 0,0 0 0 15,0 0 0-15,-2 0 0 0,-1 5 0 0,-4 5 0 0,1 3 0 16,-4 5 0-16,-3 4 0 0,-1 4 0 0,-1 7 0 15,8-7 0-15,-2-1 0 0,-1-2 0 0,1 6 0 0,3-5 0 16,1 3 0-16,-1-4 0 0,1 1 0 0,-1-1 0 16,2 0 0-16,-1 3 0 0,4-7 0 0,-3-1 0 0,3-1-47 15,1 2-50-15,-3-4 4 0,2-4-29 0,1 5 4 16,-1-4-20-16,-3-2 0 0,3 1-16 0,-3-1-25 0,-1 3-26 16,5-13-35-16,0 0-6 0,0 0 111 0,-3 11 67 0,3-11 34 15</inkml:trace>
  <inkml:trace contextRef="#ctx0" brushRef="#br0" timeOffset="20067.96">28013 2389 1652 0,'0'0'374'0,"0"0"-353"0,2-13-21 16,-2 13 0-16,0 0 0 0,0 0 0 0,0 0 0 15,5-11 0-15,0 5 0 0,0 1 0 0,5-4 0 0,-10 9 0 16,8-5 0-16,4 4 0 0,0-4 0 0,3 3 0 0,2 2 0 15,2-5 0-15,4 0-134 0,-1-1-291 0,7 1-102 16,0-5 46-16,2 1 241 0,4-1 120 0</inkml:trace>
  <inkml:trace contextRef="#ctx0" brushRef="#br0" timeOffset="20435.09">29194 2116 1401 0,'-7'-10'369'0,"7"10"-236"0,0 0-107 0,0 0-6 0,0 0 6 15,0 0 45-15,0 0-70 0,0 0-1 0,0 0 0 0,0 0 0 16,0 0 0-16,0 0 0 0,-9 0 0 0,9 0 0 0,-5 5 0 16,0 1 0-16,0 6 0 0,0 0 0 0,2 3 0 15,1 4 0-15,-1 5 0 0,0-10 0 0,-1 2 0 0,3 1 0 16,1-5-77-16,0 2-41 0,-2 0-26 0,-1-2-30 0,3 1-31 15,-2 0-4-15,1-3-32 0,1-10-40 0,-4 10-18 0,-1 0 149 0,5-10 75 16</inkml:trace>
  <inkml:trace contextRef="#ctx0" brushRef="#br0" timeOffset="20651.28">28942 2312 1673 0,'0'0'338'0,"-8"-9"-302"0,8 9-36 0,0 0 0 16,0 0 0-16,0 0 0 0,0 0 0 0,0 0 0 0,0 0 0 15,0 0 0-15,0 0 0 0,3-6 0 0,2 0 0 16,5 1 0-16,1 1 0 0,8-2 0 0,3 6 0 0,8-9-31 16,1 5-20-16,-6-3-21 0,2 2 0 0,-2-2 1 15,1-2 14-15,4 3-20 0,0-4-30 0,-3 4-26 0,3-7-11 16,1 6 12-16,-1-2-17 16,0-6 16-16,-2 6-21 0,2-2 1 0,-4 1-1 15,4-2 6-15,-6 5 43 0,-1-7 53 0,2 4 26 0</inkml:trace>
  <inkml:trace contextRef="#ctx0" brushRef="#br0" timeOffset="21183.76">29711 2003 460 0,'0'0'271'0,"0"0"11"16,0 0-27-16,0 0-45 0,0 0-71 0,0 0-58 0,0 0-40 16,0 0-16-16,0 0-14 0,-2 1 4 0,-4 4 0 0,-6 1-4 15,-4 7-6-15,-4 5-5 0,-7 2 20 0,-3 5 1 0,-1 5-6 0,5-7 1 0,1 3-11 16,3 2-10-16,-2-6 0 0,4 2 0 0,4-2 5 16,1-7 0-16,0 2 0 0,3-3 0 0,0-1 0 0,3-1-21 15,1-2-20-15,8-10-15 0,-7 7-6 0,1 3 1 16,6-10-11-16,0 0 16 0,0 0-6 0,0 0 6 0,-4 10 5 15,4-10 5-15,0 0 15 0,0 0 6 0,0 0 15 0,0 0 25 16,0 0-5-16,0 0 1 16,0 0-1-16,0-3-5 0,7-3 0 0,3-3 5 0,-1 0 5 15,5-6 16-15,2-3-6 0,1-5 11 0,3-2 10 16,-4 8-20-16,1 3 10 0,1-1-26 0,-2 4 1 0,-1 1-1 16,-1 1-5-16,-2 4-10 0,-12 5-11 0,0 0-4 0,0 0-1 15,0 0 1-15,10-1 10 0,-10 1-6 0,9 1 11 16,0 4-10-16,-3 3 20 0,-1 2-26 0,-3 0 26 0,3 4-10 15,0 1 11-15,-1-1-6 0,0-2 0 0,-2 2 0 0,6 0 10 0,-2-3-5 16,0 1 0-16,4-2-5 0,0 0 0 0,0 1 10 0,2-2-5 16,1-4 1-16,0 1 4 0,0-1 5 0,2-3-5 15,2 0 16-15,-1-2 15 0,1 0 5 0,2-8 0 0,-4 7-5 16,3-4 0-16,-5 0-11 0,2 0-4 0,-1-1-16 0,-2-4-4 16,-2 0 4-16,3 1-5 0,-2-4 0 0,-1 2-15 15,1-3-6-15,-2 3-4 16,-1-3 10-16,-1 3-6 0,-7 11 11 0,5-12 0 0,-5 12 15 15,1-12 5-15,-1 12-4 0,0 0-16 0,-3-7 10 0,-4 1-5 16,-3 5-5-16,-3-2 20 0,-1 6-10 0,-4 2 26 16,2 4 10-16,-1 1 15 0,-1 2-15 0,2 0 0 0,1 0-26 15,-1 3-4-15,2 0-11 0,0-1 10 0,4-2-15 16,0 3 15-16,3-3-20 0,2 1 0 0,2-2 10 0,1 1-10 16,2-12 10-16,0 0-5 0,2 10 5 0,-2-10-11 0,3 10 6 0,2 0 0 0,4-5 5 15,-3 3 10-15,-6-8-5 0,10 5 1 0,1 0-6 16,4-2 0-16,-2 2-41 0,-1-5-41 0,2 0-52 0,-2 0-60 15,6 0-21-15,-5-1-46 0,7 1-31 0,0-5-97 16,2 0 190-16,0 1 99 0,4 1 50 0</inkml:trace>
  <inkml:trace contextRef="#ctx0" brushRef="#br0" timeOffset="21622.52">30964 2268 731 0,'2'-16'199'0,"3"-1"-50"0,-2 4 15 0,-3 13 30 0,0 0 31 16,2-13-4-16,3 4-57 0,-5 9-164 0,0 0 0 0,0 0 0 15,0 0 0-15,0 0 0 0,0 0 0 0,0 0 0 0,0 0 0 16,0 0 0-16,0 0 0 0,-2-1 0 0,-1 1 0 0,-2 9 0 16,-1-2 0-16,-2 5 0 0,1 3 0 0,-3 9 0 15,3-3 0-15,3-6 0 16,0 3 0-16,4-4 0 0,0 2 0 0,0-16 0 0,5 14 0 15,-1 2 0-15,2-9 0 0,-1 3 0 0,5 0-11 16,-1 0-9-16,1-7 4 0,1 0 6 0,0 4 5 0,0-7 5 16,-1 2 10-16,0-1-5 0,3-1 11 0,-2-1-21 15,-2-3 15-15,0 1 0 0,-1-4 6 0,-3 2-22 0,2-1-30 16,-2-7-71-16,0 1-93 0,-2-6-87 0,0 3-117 0,2-7-10 16,-5-3 56-16,5-1 240 0,-5-4 59 0,-1 2 30 0</inkml:trace>
  <inkml:trace contextRef="#ctx0" brushRef="#br0" timeOffset="21685.01">31081 2103 199 0,'-14'-5'15'0,"4"3"-20"0,-2 2-21 0,-1 0-15 15,13 0-15-15,0 0 13 0,0 0 21 0,0 0 11 0</inkml:trace>
  <inkml:trace contextRef="#ctx0" brushRef="#br0" timeOffset="22756.15">31185 2126 240 0,'21'3'82'0,"-5"2"4"16,2-2 12-16,-3 4 9 0,-2-2-10 0,-3 3-10 0,4-1-25 16,-3 1-11-16,-2 4-20 0,1-2-16 0,-3 1-9 15,-4 2 14-15,4-4 0 0,-2 6 26 0,-5-1-5 0,-2 1 15 16,-2 1 1-16,-2-1-6 0,2 3-15 0,-2-4 20 0,-2 2 10 15,1-2 16-15,-2-2-10 0,2 1 15 0,7-13-15 16,-8 8-11-16,8-8-5 16,0 0-9-16,0 0 9 0,0 0 0 0,0 0-9 0,0 0-47 15,0 0 0-15,0 0 0 0,0 0 0 0,0 0 0 0,0 0 0 16,0 0 0-16,0 0 0 0,0 0 0 0,0-5 0 0,4 2 0 16,0-4 0-16,-1-6-6 0,6-1-71 0,2-2-35 15,4-3-6-15,4-4-10 0,-4 7-15 0,1-3 30 0,2 4 11 16,2-3 30-16,3-1-5 0,-1 3 21 0,1 1 5 15,1 3 10-15,0 2 21 0,-3 2 10 0,-1-2 10 0,0 2-11 0,0 3 16 0,-3 0-5 16,-2 4 6-16,-3-3-17 0,-12 4 16 0,0 0 5 0,12-4 42 16,-12 4 24-16,0 0 11 0,0 0 31 0,0 0-21 15,0 0 11-15,0 0-21 0,0 0 0 0,0 0-15 0,0 0-16 16,3 5-10-16,-1 0-5 0,-7 4-11 0,-4-1 17 0,-4 5-17 16,-5 2-9-16,-1 2-16 0,-4 3-5 0,5-6-10 15,1 3 15-15,3-3-15 16,2 3 10-16,-1-5-5 0,13-12 15 0,-6 14-15 0,-2-3 5 15,5 0-16-15,0 0 1 0,3-11 5 0,0 0-16 0,0 9 5 16,0-9 6-16,0 0 0 0,0 0 10 0,1 11 0 16,3-2 5-16,-4-9 0 0,0 0 0 0,0 0 20 0,0 0 11 15,5 5 20-15,4-4 5 0,0 0-9 0,-2-2-47 0,6-3 0 16,-2-2 0-16,-1-2 0 0,2-4 0 0,1 2 0 16,0-4 0-16,2-1 0 0,0-4 0 0,3-1 0 0,1 0 0 0,1-4 0 0,1 0 0 15,-1-1 0-15,0 5 0 0,0 2 0 0,-4 0 0 16,-1 4 0-16,-4 1 0 0,-11 13 0 0,0 0 0 0,0 0 0 15,0 0 0-15,0 0 0 0,0 0 0 0,0 0 0 0,0 0 0 16,0 0 0-16,0 0 0 0,3 0 0 0,-6 6 0 0,-2 4 0 16,-4 4 0-16,-2 5 0 0,-1 2 0 0,-3 5 0 15,0 0 0-15,6-9 0 0,2-2 0 0,2-1 0 0,1-1 0 0,1 1 0 0,3-14 0 16,-2 11 0-16,2-11 0 0,2 11 0 0,1 2 0 0,-1 0 0 16,-2-13 0-16,7 10 0 0,0 1 0 0,1-4 0 15,1-3 0-15,1 4 0 0,0-8 0 0,0-3 0 0,2 1 0 16,-12 2 0-16,0 0 0 0,10-5 0 0,1 1 0 15,-2-1 0-15,2-1 0 0,-2-4 0 0,-1 2 0 0,2-6 0 16,0-1 0-16,3 0 0 16,-6-3 0-16,2 1 0 0,-2 0 0 0,1 5 0 15,-8 12 0-15,2-15 0 0,-2 15 0 0,0 0 0 0,0 0 0 16,0 0 0-16,0 0 0 0,0 0 0 0,-1-9 0 0,1 9-98 16,-9-1-15-16,-3 2-4 0,-2 5-6 0,-1 2-15 0,-2 4 25 15,-1 2-4-15,0 4 34 0,4 1 7 0,1-3 35 16,3-2 10-16,2 1 11 0,-1-1 10 0,4 1-16 0,-1-3 16 15,2 2-21-15,4-14 10 0,0 0-4 0,0 0 4 0,0 0 21 0,-1 9 0 0,1-9 6 16,2 12-6-16,4-4 0 0,-6-8 0 0,8 5 10 16,1-3-5-16,1-2 10 0,5 3 11 0,1-8 10 0,0-1 5 15,3-4 10-15,-2 0-5 0,1 0 10 0,1-2 10 16,3-1 11-16,-2-2 26 0,2-1-1 0,1 1 6 0,-3 3-6 16,0-2-10-16,-1 4-15 0,-2-2-31 0,-2 4-16 0,-3 0-19 15,-12 8-16 1,0 0 10-16,0 0-5 0,0 0-5 0,0 0-11 0,0 0 6 15,0 0 5-15,0 0 5 0,0 0 0 0,9 1 0 0,-4 4-10 16,-1 4 5-16,-3 3 0 0,-2 0 5 0,0 6 10 0,-3-2-15 16,0 6 5-16,0-7 5 0,1 0 0 0,-1 0 0 15,0 0-15-15,0-2 15 0,2-1-15 0,2-12 30 0,-3 13-35 16,3-13 25-16,0 0-5 0,0 0-5 0,-3 10 10 0,3-10 0 16,0 0 52-16,0 0-5 0,0 0-57 0,0 0 0 0,0 0 0 0,0 0 0 15,0 0 0-15,0 0 0 0,0 0 0 0,0 0 0 0,0 0 0 16,0 0 0-16,-4 0 0 0,4 0 0 0,0-7 0 0,0-4 0 15,2-4 0-15,1-4 0 0,1 0 0 0,3-7 0 0,2-3 0 16,2 5 0-16,2 4 0 0,-1 0 0 0,1 1 0 16,0-1 0-16,2 1 0 0,-2 5 0 0,-1 3 0 0,0 1 0 15,-12 10 0-15,10-7 0 16,-10 7 0-16,8-6-159 0,-8 6-97 0,0 0 0 16,9-6-5-16,-2 2-20 0,3-2-27 0,-10 6 45 0,9-8 131 15,0 3 66-15</inkml:trace>
  <inkml:trace contextRef="#ctx0" brushRef="#br0" timeOffset="23087.72">32464 1800 1017 0,'0'0'149'0,"7"-10"-144"0,-7 10 0 16,0 0 26-16,0 0 35 0,10-7-9 0,-3 4-6 15,3 3-21-15,2 3 6 0,2 4-10 0,-2-4-1 0,1 9-14 0,-1 2-6 0,1 0 15 16,0-3 11-16,2 7 10 0,0-2 0 0,0 7 10 16,2 1 5-16,0-4-15 0,-2 6-10 0,0 1-11 0,-1 0 1 15,-3 2-11-15,1 1 16 0,2-3 15 0,-1 3 5 16,-1-1 0-16,-1-1-35 0,-1-1-11 0,0 2 0 0,2 3 0 16,-4-2 0-16,-1 1 0 0,-5-2 0 0,2 2 0 0,1-3 0 15,-3 0 0-15,0-1 0 16,-4-6 0-16,0-1 0 0,-3 0 0 0,2-2 0 15,-3 1 0-15,-1-4 0 0,-3 4 0 0,-2-7 0 0,-1 2 0 16,-1 0 0-16,0-6 0 0,-5 5 0 0,-1-5 0 16,2-1-62-16,-6-4-102 0,-2 1-67 0,0 2-142 0,-1-2-98 15,-4-3 98-15,0-2 186 0,-4-2 94 0</inkml:trace>
  <inkml:trace contextRef="#ctx0" brushRef="#br0" timeOffset="23257.06">32821 2854 2047 0,'19'0'0'0,"-4"0"0"0,-15 0-211 0,0 0-707 0,0 0 459 15,12 0 229-15</inkml:trace>
  <inkml:trace contextRef="#ctx0" brushRef="#br0" timeOffset="26034.57">21008 3246 1120 0,'19'1'143'15,"-4"0"-148"-15,2 2 0 0,-2-6 0 0,0 1-5 16,4-7 15-16,-2 3-5 0,8 1 5 0,5 1-15 0,3 0 5 16,7 2 0-16,5-2 5 0,1-1 0 0,1 4 0 15,6-4-11-15,-2 1 16 0,3 1-5 0,-1 0 6 0,5-3-6 16,-1 0 0-16,7 1 0 0,1-1-11 0,1 2 16 0,6-2-5 16,1-2 6-16,4 1-6 0,2-1 0 0,2 1-11 15,4 1 16-15,2-2-5 0,5-2 16 0,1 3-11 0,4-1 10 16,5-1-10-16,3 0 1 0,5 3 4 0,7-4-5 15,-2-1 10-15,2-1-10 0,7 1 1 0,3 1 14 0,1 3-10 16,0-4 21-16,4-2 10 0,-3 2-6 0,7 5 6 0,1-2-5 16,1 1-5-16,-4-2-6 0,2 1-4 0,2 3-1 15,-4 0 22-15,-4 0-2 0,1 1 6 0,-2-2-15 0,3 5 5 16,0-2-11-16,-2 2 1 0,2-3-6 0,-2 4-9 0,8 0-6 16,-5 4 5-16,6 0-5 0,-2-2 1 0,0 3-17 15,3 0 6-15,2 2 0 0,-2-2 15 0,-1 2-5 0,-1-4 11 16,1 6-11-16,-7-3 10 0,1 3-10 0,-4 1 11 15,-3 0-1-15,-2-2-5 0,-5 5 16 0,-1-1-6 0,-6 1-19 16,0-1-1-16,1-2 0 0,-10 4 0 0,2-4 0 16,-6-1 0-16,-7-2 0 0,-3-1 0 0,-4-1 0 0,-9 0 0 15,-8 0 0-15,0-2 0 0,-12 1 0 0,-1 0 0 16,-9-2 0-16,-5 2 0 0,-3-4 0 0,-8 4 0 0,-7-4 0 16,-3 0 0-16,-20 0 0 0,0 0 0 0,14-3 0 0,-14 3-124 15,0 0-96-15,0 0-72 0,0 0-61 0,0 0-46 16,0 0 69-16,5-8 165 0,-6 0 83 0</inkml:trace>
  <inkml:trace contextRef="#ctx0" brushRef="#br0" timeOffset="26372.01">25178 1795 2047 0,'4'0'0'0,"2"1"0"16,6-4 0-16,1 5 0 0,7-4-93 0,7-3 57 15,-3-5 26-15,6 2 0 0,11 3 10 0,8 0 0 0,9 1 5 16,10-1-5-16,8 0-10 0,6 5 5 0,11-1-11 0,4 1 1 16,5 0-36-16,11-4-5 0,5 3-21 0,11-1 10 15,4 0 1-15,10 1 4 0,5-1-20 0,12 4 0 0,3-2-25 0,12 3-16 0,4 2-46 16,2-1-51-16,6 4-61 0,-1 2 74 0,3 3 103 16,-4 0 52-16</inkml:trace>
  <inkml:trace contextRef="#ctx0" brushRef="#br0" timeOffset="43316.5">26361 3630 792 0,'0'0'282'0,"0"0"-210"0,0 0-72 0,0 0 0 0,0 0 20 16,0 0 21-16,0 0 36 0,0 0 15 0,0 0-10 0,0 0-21 16,0 0-25-16,0 0-21 0,0 0-9 0,0 0 4 0,0 0 5 15,-6-7-5-15,6 7 16 0,0 0-6 0,0 0 16 0,0 0-11 16,-4 5 11-16,3 2-10 0,1 3-1 0,1 2-4 16,1 6-1-16,0 7-9 0,-1 4-6 0,3 6-5 0,-3-4 0 15,1 4 0-15,0-3 0 0,-2 7 0 0,0 4 0 16,0 5 0-16,-2 4 10 0,0 2-5 0,1-1 21 0,-3 4-6 15,1 1 16-15,1-1-10 0,0 4 10 0,-2-1-11 0,-1-2-24 16,-1 0-1-16,2 3 0 0,1-3 0 0,1 4 0 16,1 2 0-16,-1-2 0 0,-1-2 0 0,3 6 0 0,0-4 0 15,1 0 0-15,-2 3 0 0,1-5 0 0,-2 5 0 0,4-3 0 0,-2 1 0 16,0-7 0-16,0 2 0 0,0 1 0 0,3-6 0 0,-3-2 0 16,2-5 0-16,-2-5 0 0,3-2 0 0,0-4 0 0,1-4 0 15,2-5 0-15,-1-4 0 0,0-2 0 0,0-5 0 16,-5-15 0-16,0 0 0 0,0 0 0 0,0 0 0 0,0 0-139 15,0 0-122-15,5 3-72 0,-2-12-76 0,0-2-31 0,1-10 207 16,-4-7 117-16,1-4 58 0</inkml:trace>
  <inkml:trace contextRef="#ctx0" brushRef="#br0" timeOffset="43911.68">26330 3664 1534 0,'-11'7'164'0,"11"-7"-281"0,0 0-52 0,0 0 41 0,0 0 66 16,0 0 57-16,0 0 20 0,0 0-14 0,0 0 9 0,0 0 0 16,0 0 10-16,0 0-9 0,0 0 4 0,0 0 0 0,0 0 6 15,3 5 9-15,4 0 17 0,5-5-1 0,10 0 0 16,6-2-16-16,8-3-4 16,9 0-16-16,7-4-4 0,-2 0-6 0,8-1 0 0,3 2 10 15,1-4-15-15,7 1 15 0,1 0-10 0,6 0 5 16,1 0-5-16,6-4 0 0,3 3 0 0,-1-1-10 0,3 2 5 15,1 0 10-15,3 0 0 0,-1 1 0 0,1 0-5 16,-4 2 0-16,2 1 0 0,-1 3 0 0,-5-1-10 0,0-1 15 16,-3 4-15-16,-2-2 10 0,-2 1 5 0,-2-2 0 0,-4 2 0 15,-2-4-15-15,-2 3 15 0,-1 4-5 0,-4-4 5 0,-3 3-5 0,-2-3-10 16,-5 3 15-16,3 1-5 0,-6 2 5 0,-3 1-5 0,0-2 0 16,-5 3 0-16,-1-2 0 0,-4 3 0 0,-2 0-10 15,-4-3 15-15,-4 6-15 0,-3-3 10 0,-2 0-5 0,-2 1-6 16,-4 0 16-16,-3-1-5 0,-2 4-5 0,-10-9 10 0,9 6-15 15,-9-6 20-15,6 9-10 0,-1 1 6 0,-5-10-6 16,5 7 0-16,-5-7 0 16,5 10 0-16,-5-10-11 0,4 10 16 0,-4-10-5 0,0 0-5 15,2 11 10-15,-2-11-5 0,3 11-5 0,-3-11 10 0,0 0-5 16,2 10-5-16,-2-10 10 0,0 0-5 0,0 0-5 0,0 0 10 16,0 0-5-16,0 0 6 0,0 0-17 0,0 0 6 15,0 0-31-15,0 0-31 0,0 11-55 0,0-11-37 0,0 0-41 16,0 0-35-16,0 0-82 0,0 0 105 0,0 0 106 0,0 0 53 15</inkml:trace>
  <inkml:trace contextRef="#ctx0" brushRef="#br0" timeOffset="44655.69">29474 3480 910 0,'0'0'271'0,"0"0"-184"0,0 0-66 15,0 0-31-15,1-11 15 0,-1 11 26 0,0 0 20 0,0 0 10 16,0 0 10-16,0 0-35 0,0 0-15 0,0 0-21 0,0 0-21 16,0 0 21-16,0 0-5 0,0 0 11 0,0 0-6 0,0 0-11 15,0 0 16-15,5 2-5 0,-1 3 6 0,-2 4-6 0,2 5 0 16,1-2 0-16,-1 9 0 0,-2 5 10 0,1 3 15 15,-1-9 1-15,1 3-11 0,-1 4-9 0,1 2-6 0,-2 0 10 16,0 0-15-16,2 4 5 0,-2 5 5 0,0 2 41 16,-1-1 10-16,0 2-10 0,0 3-16 0,0 3 1 0,0 2 25 15,0 1 16-15,-1 6-20 0,1-3-21 0,-4-2-31 0,4 2 0 16,0 2 0-16,0-2 0 0,0-1 0 0,0 0 0 16,0-2 0-16,0 0 0 0,3 2 0 0,-1-3 0 0,1 3 0 15,-3 3 0-15,0-4 0 0,2 5 0 0,-2-2 0 16,4-3 0-16,-3 1 0 0,3 0 0 0,-3-2 0 0,3-5 0 15,-3-1 0-15,-1 2 0 0,0-5 0 0,0 2 0 16,-1-3 0-16,-3-1 0 0,3 0 0 0,-3-3 0 0,1 0 0 16,0-4 0-16,-1 1 0 0,2-4 0 0,-1-1 0 0,-2-2 0 15,3-3 0-15,-1 1 0 0,1-4 0 0,-2-3 0 16,0-1 0-16,-1-2 0 0,-1-1 0 0,-2-1 0 0,0-2 0 16,1-4 0-16,-3 0 0 0,10-6-113 0,-12 5-143 15,1 0-62-15,-2-1-19 0,1-7-47 0,-6 3 64 0,0-4 160 16,-4 2 80-16</inkml:trace>
  <inkml:trace contextRef="#ctx0" brushRef="#br0" timeOffset="45325.6">26235 6073 373 0,'0'0'92'0,"-9"8"-72"0,9-8 6 0,0 0 15 16,-5 11 35-16,5-11 17 0,0 0-12 0,0 0 1 0,0 0-5 15,-1 11 5-15,1-11 10 0,5 11-5 0,1-6 0 0,5 0-5 16,4-1-10-16,2-2 15 0,6 2-5 0,0-4 25 16,2 1-15-16,3-1-10 0,5 2-25 0,-1-4-1 0,8 1-35 15,1-3-21-15,6 3 0 0,4-2 0 0,2-1 0 16,1-1 0-16,6-3 0 0,-1 2 0 0,2 1 0 0,5 2 0 16,-5-4 0-16,4 4 0 0,2-6 0 0,1 3 0 0,3 2 0 15,6 0 0-15,-2-2 0 0,4 1 0 0,2-1 0 16,1 2 0-16,2 4 0 0,-2-4 0 0,-1 1 0 0,2-1 0 15,-2 3 0-15,1-3 0 0,-1 0 0 0,1 3 0 16,-4-1 0-16,3 2 0 0,0-2 0 0,-3 0 0 0,-1 1 0 16,-4 1 0-16,0 2 0 0,-3-3 0 0,-1 2 0 15,-9-1 0-15,0 1 0 0,-3 4 0 0,-3-1 0 0,-6 1 0 16,-1 0 0-16,-8-4 0 0,0 3 0 0,-5-2 0 0,-3 3 0 16,-4-3 0-16,-3-1 0 0,-1-2 0 0,-2 3 0 0,-4 1 0 15,-2-2 0-15,2 1 0 0,-17-2 0 0,12-1 0 16,-12 1 0-16,0 0 0 0,0 0 0 0,0 0 0 0,0 0 0 15,0 0 0-15,0 0 0 0,0 0-93 0,0 0-199 0,0 0-36 16,0 0-19-16,0-1-57 0,-4-3 112 0,-4 2 146 0,-4-3 73 16</inkml:trace>
  <inkml:trace contextRef="#ctx0" brushRef="#br0" timeOffset="46474.92">30058 4350 654 0,'-10'3'200'0,"10"-3"-108"0,0 0-15 0,0 0-6 15,0 0-35-15,0 0 0 0,0 0 5 0,0 0 25 0,0 0 1 16,0 0-11-16,0 0-10 0,1 3 5 0,6 2 16 16,3-5 10-16,4 0-5 0,5-5-6 0,2 1-25 0,5-1 0 15,5 1-16-15,-11 1-9 0,4-5-11 0,-1 3-5 0,2 1 0 16,-4-1-10-16,1 1 5 0,-3-1 10 0,3-2-10 15,-3 4 15-15,0-2-20 16,-3 3-31-16,-1-3-46 0,-4 3-47 0,3-3-29 0,-14 5-16 16,0 0-5-16,0 0-1 0,0 0-9 0,10-4-6 0,-10 4-15 15,0 0 62-15,0 0 76 0,0 0 39 0</inkml:trace>
  <inkml:trace contextRef="#ctx0" brushRef="#br0" timeOffset="47060.87">30304 4439 629 0,'0'0'210'16,"0"0"-93"-16,0 0-35 0,0 0-41 0,0 0 0 0,0 0-16 15,0 0-9-15,0 0-11 16,0 0 26-16,0 0-6 0,0 0-4 0,0 0-26 0,0 0 10 16,-4 1-5-16,1 5 5 0,3 3 5 0,-2 5-5 0,2 0-10 15,-1 6 0-15,-3 4 10 0,4 3-10 0,-1-8 15 16,-3-2-20-16,4 0 20 0,0 0-10 0,0 0 6 0,-1-2 45 16,1 2 5-16,0 1-26 0,0-2-19 0,0-1-16 15,0 1 5-15,-2-3 0 0,2 2 10 0,0 0-5 0,0-4-10 16,0 2-21-16,0-13-30 0,0 0-26 0,0 12-25 0,0-1-21 0,2 0-31 0,-2-11-25 15,0 0-36-15,0 0-16 0,0 0 124 0,0 0 56 0,0 0 28 16</inkml:trace>
  <inkml:trace contextRef="#ctx0" brushRef="#br0" timeOffset="48364.01">30853 4692 291 0,'0'0'102'0,"-8"-5"-30"0,-2 2-11 0,10 3 11 16,-7-6-5-16,7 6-1 0,-7-9 26 0,2 2-26 0,0-7-25 15,0 4-20-15,5-3-6 0,0 2 16 0,0-3 15 0,0 2 20 16,0 2 1-16,0 10-10 0,0-11-1 0,0 11 0 16,0 0-5-16,0 0 5 0,0 0 1 0,0 0-6 0,0 0-26 0,-1-13-24 0,-4 7-6 15,5 6-11-15,-8-3 1 0,-2 6 15 0,0 3 0 0,-3 5-5 16,-3 2 10-16,-2 4-15 0,2 4 20 0,4-1 10 16,-2-1-5-16,3-1-4 0,-1 0-11 0,4-2 0 0,1 1 0 15,4-3 0-15,1-1 0 0,4 1 0 0,-1-4 0 16,3 1-10-16,-4-11-6 0,6 10-4 0,1-1 10 0,-7-9-6 15,9 6 1-15,1 0-16 16,4 0 16-16,-3-2-6 0,3-3 6 0,1-1-16 0,0-3 16 16,0-1 5-16,-1-1 0 0,1-4 5 0,-1 2-21 15,1-3 16-15,-1 1-11 0,1-1 6 0,-1 1-16 0,0-5-5 16,-3 1 5-16,1 0-5 0,0-2 11 0,-1 1 10 16,0-2 10-16,-1-1-6 0,0 0 6 0,-4 5 0 0,4 2 5 15,-10 10-10-15,0 0 5 0,0 0-21 0,0 0 6 0,0 0-16 16,0 0 31-16,0 0-10 0,0 0 4 0,0 0 1 0,0 0-5 0,4 0 20 15,-3 3-15-15,-1 3 20 0,-2 5-10 0,-2 4 5 0,0 1-5 16,-2 1 10-16,1 2 5 0,4-8 26 0,-3 0-10 0,4-11-11 16,3 10-4-16,-3-10-1 0,2 10 16 0,2 2-6 15,2-4 1-15,-6-8-6 0,6 7 1 0,3 0 10 0,1 0-6 16,-10-7 11-16,12 4 0 0,-2-2 15 0,-10-2 5 0,10 1-15 16,0-3 11-16,0 1-11 15,-1-2 5-15,-9 3-5 0,0 0-11 0,9-5-4 16,-3-3-6-16,-3 0-10 0,2-1-4 0,-2-3-6 0,-3-2-21 15,0 0-30-15,0-1-21 0,-3-4-10 0,0-1 11 16,1 2 4-16,-3-1 16 0,2 0 5 0,1 3 5 0,-5 1 10 16,2 2 6-16,-1 2 4 0,6 11 11 0,0 0-26 0,0 0 10 15,0 0-15-15,0 0-15 0,0 0-56 0,0 0-31 16,0 0-1-16,0 0 31 0,0 0 42 0,0 0 19 0,0 0 12 0,0 0-1 0,0 0 10 0,0 0 6 16,0 0 15-16,4-3-6 0,2 3 11 0,2 0 0 15,0 3 15-15,4 3 36 0,3-1 21 0,1 3 4 0,2 0 6 16,-6-4 0-16,3-2 5 0,-4 3-1 0,3-2-19 0,-3 2-11 15,-1-1-20-15,-10-4 5 0,9 5 10 0,-9-5 10 16,7 9-5-16,-2 0 5 0,-1 4-30 0,-3-3 0 0,-2 5-21 16,-4 0 10-16,1 1-10 0,-2-1-10 0,0 0 20 0,-2-1-10 0,-1-1-4 15,2 2-6-15,1-2 0 0,6-13 5 0,0 0 0 0,-7 10 0 16,0-1 10-16,7-9 5 0,0 0-5 0,0 0 6 0,0 0-11 16,0 0 0-16,0 0-5 0,0 0 0 0,0 0 0 0,0 0 10 15,0 0-5-15,4 4 1 0,-1-5-6 0,4 0 0 16,1-7 10-16,5-2-15 0,1-2 15 0,3-7 0 0,3-2 21 15,-4 5 4-15,-1 0 27 16,5-3-1-16,-4 3 6 0,3 0-6 0,-3 2 1 16,-1 0-11-16,0 5-16 0,-1 1 1 0,-14 8-10 0,0 0-1 15,0 0-14-15,0 0-16 0,0 0 0 0,0 0-11 0,0 0 11 16,0 0 0-16,0 0-5 0,0 0 15 0,0 0-15 0,8 2 20 16,-2 3-10-16,-6 2-5 0,2 3 0 0,-4 2-31 15,-1 0-20-15,-2 1-42 0,5-13-14 0,0 0-1 0,-6 15 26 16,6-15 16-16,0 0 9 0,0 0 1 0,0 0-21 0,0 0 10 0,0 0 1 0,0 0-1 15,0 0 16-15,0 0-16 0,0 0 21 0,0 0-1 0,0 0 11 16,0 0 21-16,5 3 0 0,0-3 4 0,3 0 6 16,0-3 5-16,4-3 5 0,0-2 0 0,3-1 0 0,0-5 10 15,-5 3-15-15,1 0 25 0,-1-1 26 0,-1 0 36 16,1 1 46-16,0 0 31 0,-3 1 41 0,1 0 15 0,-8 10 0 16,0 0-16-16,0 0-30 15,0 0-57-15,0 0-85 0,0 0-27 0,0 0 0 0,0 0 0 16,0 0 0-16,0 0 0 0,0 0 0 0,0 0 0 0,0 0 0 15,0 0 0-15,0 0 0 0,-3 2 0 0,-2 6 0 16,-1-1 0-16,0 2 0 0,-3 2 0 0,-1 1 0 0,3 2 0 16,7-14 0-16,-3 10 0 0,3-1 0 0,0-9-6 0,0 0-14 15,3 7-1-15,-1 3 21 0,6 0-10 0,-2 0 10 16,0 0-5-16,4 0 5 0,-1-4 0 0,0 3-10 0,-1-2 5 0,1 1 0 0,0-2 15 16,-2-1-15-16,-7-5 5 0,9 7-5 0,-9-7 5 0,7 6 10 15,-7-6-5-15,9 8 20 0,-9-8-4 0,6 7 0 16,-6-7-21-16,0 0 0 0,0 0 0 0,0 0 0 0,4 9 0 15,-4-9 0-15,0 0 0 0,0 7 0 0,0-7 0 0,-1 12 0 16,-4-4 0-16,0 0 0 0,-4-1 0 0,9-7 0 16,-11 8 0-16,11-8 0 0,-11 3 0 0,-2 0-11 0,3-1-143 0,10-2 1 0,-10 0-26 15,-1 0-31-15,1-2-46 0,-1 0-41 0,11 2-40 0,-13-4 112 16,3-3 112-16,0 1 57 0</inkml:trace>
  <inkml:trace contextRef="#ctx0" brushRef="#br0" timeOffset="48595.75">31831 4466 664 0,'0'0'302'0,"0"0"-143"0,0 0-51 0,13-4-6 16,-13 4 0-16,0 0 72 0,0 0 36 0,0 0 5 0,0 0-204 16,8 3-11-16,0 3 0 0,-6 1 0 0,-4 2 0 0,3 2 0 15,-5 3 0-15,2 1 0 0,-6 3 0 0,6 0 0 16,-3-1 0-16,0-1 0 0,1 3 0 0,-1 0 0 0,4-2 0 0,-3 0 0 0,3-1 0 15,-3-1 0-15,3 0 0 0,0-2 0 0,-2-2-42 16,3 0-96-16,-1 1-5 0,0-1-1 0,1-11-40 0,-4 12-11 16,0 0-35-16,3-1 5 0,-4 0-25 0,5-11-6 15,-5 11 136-15,-1-1 60 0,6-10 30 0</inkml:trace>
  <inkml:trace contextRef="#ctx0" brushRef="#br0" timeOffset="48765.04">31663 4631 1232 0,'0'0'492'0,"0"0"-303"0,-2-11-97 0,2 11-50 16,0 0-42-16,0 0 0 0,0 0 0 0,0 0 0 0,0 0 0 15,0 0 0-15,0 0 0 0,0 0 0 0,5-8 0 16,2 1 0-16,4 2 0 0,3 1 0 0,1 2-236 0,3 2-107 0,6 0-87 0,3-1-87 16,-4-2 256-16,3 1 131 0,0 0 65 0</inkml:trace>
  <inkml:trace contextRef="#ctx0" brushRef="#br0" timeOffset="49651.83">32154 4729 142 0,'0'0'88'0,"0"0"34"16,13-6 32-16,-3 0 20 0,-10 6-10 0,9-5-1 0,-9 5-14 16,0 0-21-16,7-8-26 15,-7 8-15-15,8-6 5 0,-8 6-5 0,0 0 0 0,7-10-25 16,-2 0-1-16,-5 10-25 0,0 0 15 0,3-12-20 0,-1 1-1 16,-2-1 1-16,-2-1-25 0,2 13-6 0,-3-10 0 15,-2-1 0-15,-2 2-26 0,7 9-15 0,-10-4-6 0,-3 1 17 16,-1 1 4-16,-3 5 6 0,-2 3 20 0,-1 4-10 15,-2 2 10-15,-2 4-5 0,2-4 5 0,2 4-11 0,-2 2 16 16,4 0-5-16,0-5 6 0,4 0-27 0,2-2 0 0,3 1-15 0,3 2 1 16,1-3-6-16,2-2 10 0,6 1-15 0,-3 0 5 0,0-10 5 15,0 0 0-15,2 10 21 0,6 2 5 0,-2-5-11 0,2 0 11 16,0-2 0-16,4 0 20 0,-2-2-15 0,5-3 5 16,-4-2 5-16,4-3 0 0,0 1 1 0,0-3-6 0,1-1 0 15,0 0 0-15,-2-2 0 0,1 1 0 0,-1-3 0 16,-1 0 0-16,2 0 0 0,-1-2 0 0,1 2 0 0,-2-3 0 0,0 4 0 0,1 0 0 15,-1 2-11-15,-4 0-4 0,-9 9-6 0,0 0 1 0,0 0 0 16,0 0-11-16,0 0 5 0,0 0 11 0,0 0 0 0,0 0 10 16,0 0 0-16,5 3 15 0,-3 4-15 0,-5 2-6 15,-1 6 11-15,-2 0-31 0,-2 2-20 0,-5 3-46 0,1-1-26 16,4-7 6-16,2-1 4 0,6-11 11 0,0 0-1 16,-5 13-19-16,5-13-1 0,0 0-5 15,0 0 51-15,-4 9 39 0,4-9 19 0</inkml:trace>
  <inkml:trace contextRef="#ctx0" brushRef="#br0" timeOffset="50215.5">32269 4765 199 0,'9'-11'92'0,"-2"1"-11"0,1 1-24 0,1 1 25 15,-9 8-5-15,8-8 10 0,-8 8-16 0,0 0-4 0,0 0-37 16,0 0-4-16,0 0-31 0,0 0 5 0,0 0 5 0,0 0 0 0,0 0 1 0,0 0 4 16,0 0-5-16,0 0-10 0,2 3 10 0,-2-1-5 0,-2 5-5 15,-1 2 0-15,-1 0 0 0,-2 4-6 0,1 2-15 16,5-15-20-16,0 0 0 0,0 0 10 0,-5 17 21 0,5-17 10 15,0 0 15-15,0 0-5 0,0 0 1 0,0 0 4 0,0 0-5 16,0 0 10-16,0 0-10 0,0 0 11 0,2-2-1 0,2 6 5 16,-4-4 11-1,10-1 15-15,-1 0 1 0,-1-3 9 0,5-2-31 0,-2-2 11 16,2-2-16-16,-5 6 6 0,-8 4-6 0,0 0-9 0,0 0-6 16,10-7 5-16,-10 7-5 0,9-5-10 0,-9 5-10 15,0 0 5-15,0 0-6 0,0 0 1 0,0 0 15 0,0 0-10 16,9 1-1-16,-2 3 1 0,1 0 5 0,-8-4 5 0,5 7 0 15,0 2 0-15,-3 1 0 0,-1 1 0 0,2 1 0 0,-3-12 0 16,-1 9-10-16,1-9 5 0,2 10 0 0,2 1 5 0,-4-11 0 0,0 0 10 16,6 8-15-16,-6-8 5 0,0 0 5 0,6 6 0 0,-6-6 10 15,10 5-10-15,-10-5 11 0,0 0-1 0,10 2 5 0,-1 1 1 16,1-5 10-16,1-2 5 0,-2-1 25 0,2-2 1 16,-2 1 14-16,-1-1-9 0,-2-1-11 0,-1-2-20 0,5-1-21 15,-5 3-9-15,3-5-17 0,1-2 16 0,0-3-15 16,3 3 10-16,1-4-15 15,2 2 10-15,0-3-11 0,1 3 11 0,3 0 0 0,-3 0 15 16,-1 5 5-16,-5 1 16 0,2 6-5 0,-12 5 10 0,0 0-11 16,0 0-19-16,0 0 4 0,0 0-31 0,0 0 6 0,0 0 20 15,0 0 21-15,0 0 4 0,0 0-4 0,4 2-26 16,-4 7 0-16,-4-2-5 0,-2 6 15 0,-3 1-5 0,2 1 0 16,-2 1-15-16,1 3 5 0,0-5 10 0,2-4-10 0,1 2 15 15,0 2-10-15,0-2-5 0,0 0 0 0,0 2 0 0,1-3 5 0,3 0 10 16,0 1-5-16,-2-2 0 0,2 1-5 0,1-1-10 15,0-10-16-15,0 11-20 0,-1-1-20 0,1-10-21 0,0 0-31 16,0 0-5-16,-2 10-25 0,4-2 4 0,-2-8-45 0,0 0 15 16,-5 8-36-16,-2-2 11 0,7-6 99 0,0 0 50 0</inkml:trace>
  <inkml:trace contextRef="#ctx0" brushRef="#br0" timeOffset="50400.46">32536 4708 1422 0,'0'0'230'0,"-15"-1"-97"0,15 1-10 0,0 0 10 0,0 0-127 16,0 0-6-16,0 0 0 0,0 0 0 0,0 0 0 16,0 0 0-16,0 0 0 15,0 0 0-15,0 0 0 0,0 0 0 0,0 0 0 0,0 0 0 16,0 0 0-16,5-5 0 0,2 5 0 0,3-5 0 0,8 2 0 16,3 0 0-16,6-1-57 0,3 3-194 0,6-3-66 15,-8 3-62-15,1-3-76 0,1 1 161 0,-2 1 147 0,7-1 73 16</inkml:trace>
  <inkml:trace contextRef="#ctx0" brushRef="#br0" timeOffset="50832.65">30843 5056 987 0,'-13'-3'128'0,"1"1"-123"0,12 2 10 0,0 0-20 16,0 0 15-16,0 0-10 0,0 0 16 0,0 0 30 0,0 0 20 15,0 0 16-15,0 0 0 0,5-1 21 0,2-1-11 0,9-3 10 16,4 2-35-16,8 1 9 0,11-2-14 0,4 4 14 0,11 0-39 0,-7-1-37 16,6 1 0-16,5 0 0 0,5-1 0 0,3-1 0 0,3 1 0 15,3 2 0-15,-1-1 0 0,10 2 0 0,-3-2 0 0,-1-2 0 16,2 4 0-16,-2 0 0 0,-2 3 0 0,1-1 0 15,-4-3 0-15,2 0-154 0,-4 4-87 0,1 1-76 0,1-1-6 16,2 0-56-16,2-2 62 0,2 1 159 0,-5-1 79 0</inkml:trace>
  <inkml:trace contextRef="#ctx0" brushRef="#br0" timeOffset="53788.22">26963 3722 0 0,'0'0'480'0,"0"0"-454"0,0 0-21 0,0 0 21 0,0 0 45 15,0 0 21-15,0 0-20 0,0 0-16 0,2 0-36 0,3 2-9 16,0 5-11-16,-1 3 0 0,-2 2 51 0,3 12 5 0,-1-5 6 16,-3 7 4-16,2-3-25 0,-2-1 5 0,0 4-20 15,-1 1-1-15,3 6-4 0,-2-2 40 0,-2 5 1 0,2 3-1 16,-1 2-25-16,0 5-11 0,0 5-4 0,1-1-1 16,2 5 1-16,-2 0-11 0,0 4 6 0,3-1-11 0,-4 2 10 15,5 1 0-15,-4-3 6 0,4 6-1 0,-1-5 1 16,1 4-11-16,1-3 6 0,-1-3-11 0,0-4 10 0,1 1 0 15,3-2-5-15,-3-3 6 0,3 0 9 0,-3-6-10 0,-1 2 6 16,0 2-16-16,0-1 11 0,0-5-11 0,-1-2 10 16,-1 2-10-16,0 1 1 0,2-4 4 0,-3-5-15 0,0-1 5 15,1 3-5-15,-3-1 15 0,1-3-5 0,1-4 0 16,0-2-5-16,-2-2 0 0,3 1-10 0,-1-4 15 0,-1-2-15 16,3-2-21-16,-3-1-31 0,-1-15-14 0,2 14-37 0,-2-14-5 15,0 0-20-15,0 0-11 0,0 0-29 0,0 0-58 0,0 0-50 16,0 0 35-16,0 0 126 0,2-1 62 0</inkml:trace>
  <inkml:trace contextRef="#ctx0" brushRef="#br0" timeOffset="54286.72">27912 3610 567 0,'0'0'92'0,"0"0"-61"0,0 0 20 0,0 0 10 0,0 0 6 16,0 0-10-16,0 0-22 0,0 0-19 0,0 0-11 0,0 0 15 15,0 0 21-15,0 0 5 0,0 0 0 0,0 0-15 0,0 0-6 16,-2 2-4-16,-1 3-11 0,3 8 6 0,0 2 9 16,-1 0 1-16,1 6 10 0,0 6-11 0,1 7-9 0,-1-9-1 15,0 2-10-15,3 0 31 0,-1 5-11 0,-2 4 16 16,2 3 5-16,-2 2 31 0,2 1-15 0,-1 6-17 0,-2 6-19 16,-1 4-16-16,-1-2 16 0,-1 2-6 0,2 4 16 0,-2 5-21 15,-1-3-4-15,0-2-11 0,1 3 10 0,3-7 16 16,0 6 40-16,-3-4 17 0,0 1-83 0,4-3 0 0,0-1 0 15,0 2 0-15,0-3 0 0,0-1 0 0,3 0 0 16,2-3 0-16,-3-6 0 0,2 0 0 0,2-2 0 0,-1-1 0 16,3-1 0-16,-2-5 0 0,-1-1 0 0,1 2 0 15,-1-2 0-15,0-2 0 0,1-4 0 0,2-2 0 0,-2-2 0 0,0 1 0 0,4-4 0 16,-5-5 0-16,0 0 0 0,2-5 0 0,-4 2 0 16,-3-15 0-16,5 11 0 0,-5-11 0 15,0 0-73-15,0 0-70 0,0 0-36 0,0 0-41 0,0 0-41 16,7 2-71-16,-4-6-63 0,0-6 173 0,1-7 111 0,1-4 55 15</inkml:trace>
  <inkml:trace contextRef="#ctx0" brushRef="#br0" timeOffset="54819.25">28838 3618 710 0,'0'0'164'0,"0"0"-133"0,0 0-31 0,0 0-15 0,0 0 10 16,0 0 0-16,0 0 35 0,0 0 16 0,0 0 5 0,0 0-15 15,0 0 0 1,0 0-21-16,0 0-4 0,0 0 9 0,0 0 0 0,0 0 16 16,2 2-10-16,-2-1-1 0,0 8 6 0,0 1-5 0,0 4 10 15,0 6-11-15,2 2 21 0,-2 9-15 0,-2-11-1 0,2 0 1 16,0 2 5-16,2 0 15 0,-2 4-15 0,-2-1 46 16,2 2-16-16,-2-3 11 0,1 6-25 0,-1 3 4 15,2 2 10-15,-3 2-29 0,-1 3-37 0,1 3 0 0,0 8 0 16,-2 1 0-16,0-2 0 0,-2 3 0 0,0 7 0 0,2-3 0 0,0 5 0 0,0-3 0 15,0 4 0-15,0 1 0 0,0 4 0 0,3-4 0 16,-1 1 0-16,2-2 0 0,-4-3 0 0,4-4 0 0,-2-2 0 16,7-1 0-16,-4-5 0 0,4-1 0 0,-3-1 0 0,0 1 0 15,4-4 0-15,0 7 0 0,0-9 0 0,-5-3 0 16,8 8 0-16,-6-5 0 0,3 0 0 0,0-1 0 0,0 0 0 16,-1-6 0-1,2-1 0-15,1 2 0 0,-5-6 0 0,4-1 0 0,-2-4 0 16,1-2 0-16,-2-3 0 0,2-4 0 0,-2-1 0 0,-3-14 0 15,0 0 0-15,0 0 0 0,0 0 0 0,0 0 0 16,0 0-262-16,0 0-60 0,0 0-52 0,0 0-92 0,2-8 154 16,-6-7 156-16,3-2 78 0</inkml:trace>
  <inkml:trace contextRef="#ctx0" brushRef="#br0" timeOffset="55358.21">26662 4340 710 0,'-10'7'133'0,"10"-7"-87"0,0 0-25 16,0 0-16-16,0 0 11 0,0 0-1 0,0 0 26 0,0 0 10 0,0 0 20 0,0 5 17 15,5-1-1-15,0-2 0 0,8 8-6 0,5-2-9 0,7-6 26 16,5 1-1-16,7-6 10 0,-2 6-4 0,6-6-22 16,6 3-44-16,3 0-37 0,6-5 0 0,6 3 0 0,6-2 0 15,8 4 0-15,1-9 0 0,7 9 0 0,3-5 0 16,7-1 0-16,-5 4 0 0,9-5 0 0,-1-3 0 0,0 3 0 16,5 1 0-16,-1-4 0 15,-3 2 0-15,3 6 0 0,-1-4 0 0,0-2 0 16,-5 3 0-16,0 2 0 0,-5-4 0 0,-4 4 0 0,-4 0 0 15,-5-5 0-15,-4 3 0 0,-3 6 0 0,-9 0 0 16,-5-1 0-16,-5 1 0 0,-6 1 0 0,-7-6 0 0,-3 5 0 16,-10-1 0-16,-25 0 0 0,0 0 0 0,0 0-52 0,0 0-153 15,0 0-56-15,0 0-5 0,0 0 10 0,6-4-35 0,-8 1-47 16,-6-4 149-16,-11 1 94 0,-7 1 48 0</inkml:trace>
  <inkml:trace contextRef="#ctx0" brushRef="#br0" timeOffset="55774.79">26713 5084 1028 0,'-20'8'122'0,"5"1"-111"0,15-9-27 0,0 0-4 16,-11 8 15-16,11-8-5 0,0 0 30 0,0 0 6 0,0 0 35 15,0 0 11-15,0 0 30 0,0 6 42 0,5-5 24 0,11 1-14 16,4-2-26-16,7 0-66 0,11 3-62 0,4-4 0 16,8-1 0-16,-4-3 0 0,7 3 0 0,2 0 0 0,5-3 0 15,6-2 0-15,5 1 0 0,4 1 0 0,3-2 0 16,9 1 0-16,0-1 0 0,4 1 0 0,6 0 0 0,-2 3 0 0,5-3 0 0,-1 4 0 15,-1-2 0-15,-2 3 0 0,2-5 0 0,-6 1 0 0,-5 0 0 16,1 2 0-16,-1 0 0 0,-6 3 0 0,0-3 0 16,-2 1 0-16,-3 3 0 0,-4-1 0 0,0 2 0 0,-6-3 0 15,-4 1 0-15,-3-2 0 0,-6 3 0 0,-3-1 0 16,-7 0 0-16,-2 0 0 0,-7-3 0 0,-7 1 0 0,-6 1 0 16,-1 3 0-16,-20-2 0 15,0 0-210-15,0 0-77 0,0 0-71 0,0 0-57 0,0 0 26 16,3-2 195-16,-8 2 97 0</inkml:trace>
  <inkml:trace contextRef="#ctx0" brushRef="#br0" timeOffset="56190.98">26508 5556 1012 0,'-10'1'11'0,"10"-1"-52"0,0 0 5 15,0 0 16-15,0 0 15 0,0 0 5 0,0 0 51 0,0 0 15 16,0-1 31-16,10 0 11 0,1-4 40 0,9 0 11 0,7 1 10 0,8-2-46 0,12 2-21 16,8-2-20-16,-4 0-61 0,7 0-21 0,6 0 0 15,8 2 0-15,4-2 0 0,2 0 0 0,6-2 0 0,7 3 0 16,6-1 0-16,2 1 0 0,3 0 0 0,4-1 0 16,2 0 0-16,3 2 0 0,-1-1 0 0,-3 1 0 0,0 2 0 15,-1-2 0-15,-1 0 0 0,0-1 0 0,-5 2 0 0,-3-1 0 16,1 0 0-16,-2-2 0 0,1 3 0 0,-3-1-83 0,-3 1-172 0,-4 3-58 15,-1 0-65-15,-3 1-124 0,-2-1 244 0,-8 2 129 0,0 0 64 16</inkml:trace>
  <inkml:trace contextRef="#ctx0" brushRef="#br0" timeOffset="57510.41">29528 3876 424 0,'0'0'184'0,"0"0"-77"0,0 0-45 16,0 0-1-16,0 0 16 0,0 0 5 0,0 0-5 0,0 0-1 15,0 0-19-15,0 0-6 0,0 0-20 0,0 0 5 0,-2-4-1 16,2-1 6-16,4-5-10 0,-1 4 5 0,5 0-21 16,2-3 16-16,0 0-11 0,-10 9 6 0,0 0-6 0,0 0-9 15,0 0 14-15,0 0-15 0,0 0 1 0,0 0-11 0,0 0-10 16,0 0 5-16,0 0 0 15,0 0 5-15,0 0-11 0,0 0 16 0,0 0-5 0,0 0 6 16,4-2-6-16,-9 7 0 0,0 2 0 0,-4 2 0 16,-1 1 0-16,-1 0 0 0,-3 2 0 0,14-12 10 0,-12 11-15 15,12-11 15-15,0 0-20 0,-9 9 10 0,9-9-5 0,0 0 15 16,0 0-5-16,0 0 0 0,0 0 5 0,0 0 5 0,-6 5 6 16,6-5 9-16,0 0-14 0,-12 0 14 0,12 0-20 15,0 0 11-15,-7 0-16 0,7 0 11 0,-10-7-11 0,4 4 0 0,6 3 5 0,0 0-5 16,-7-10 1-16,2 0-6 0,5 10-11 0,0 0 16 0,0 0-5 15,0 0-5-15,-1-12 0 0,1 12 0 0,0 0-5 0,3-10 5 16,2 4 0-16,-5 6 5 0,6-5 0 0,-6 5 0 16,10 0 0-16,-1 0 0 0,1 1 0 0,1 3 0 0,-11-4 0 15,0 0 0-15,10 6-11 0,-10-6 6 0,6 6 0 16,-6-6 5-16,0 0-10 0,0 0 5 0,8 9 0 0,-8-9-6 0,0 0 16 0,2 8-5 16,-2-8 6-16,4 10-6 0,-5-1 0 0,-2-1 0 0,-2 0 10 15,-1 0-15-15,-4-2 15 0,0-4-10 0,10-2 5 0,-10 3 15 16,10-3 21-16,-10 2-5 0,10-2 5 0,0 0-5 0,-10-2-5 15,10 2 5-15,0 0-11 0,-8-1-24 0,8 1-1 16,0 0 0-16,-8-4 0 0,8 4 0 0,-3-8 0 0,1-2 0 16,2 1 0-16,3-3 0 15,2 1-11-15,3 1 6 0,1 0-21 0,1 3-25 16,-10 7 0-16,8-6-31 0,-8 6-25 0,9-4-68 0,-9 4-50 16,0 0-72-16,0 0-51 0,0 0 13 0,0 0 168 0,0 0 83 15</inkml:trace>
  <inkml:trace contextRef="#ctx0" brushRef="#br0" timeOffset="63286.26">30539 3572 987 0,'0'0'235'0,"0"0"-107"0,0 0-10 0,0 0-11 15,0 0-10-15,0 0-20 0,0 0-31 0,0 0-25 0,0 0-16 16,0 0-5-16,0 0 0 0,0 0 0 0,0 0 0 0,0 0 10 0,0 0-5 0,0 0 1 16,0 10-6-16,-3 6 0 0,0 3 10 0,4-11-5 15,1 3 0-15,-4 7-5 0,-1 0 0 0,0 3 0 0,-1-1 0 16,-1-1 10-16,3 1-15 0,-1-3 5 0,1 2-26 16,-2-7-45-16,0 3-62 0,3 0-36 0,0-4-15 0,1 0-11 15,-3 0 6-15,2 0-11 0,1 3 0 0,0 1-45 0,-1-4 117 16,1-11 64-16,-3 11 32 15</inkml:trace>
  <inkml:trace contextRef="#ctx0" brushRef="#br0" timeOffset="63665.11">30909 3440 1365 0,'0'0'466'0,"0"0"-348"0,0 0-108 0,-1-10 41 0,1 10-14 16,-4-4-37-16,-4 0 0 0,-2 3 0 0,-2-4 0 0,-1 6 0 16,-2 3 0-16,-3 2 0 0,5 2 0 0,-2-1-42 15,-1-1-14-15,-1 3 15 0,3-3-10 0,-4 2-11 0,8 0-4 16,10-8-32-16,-12 5-9 0,12-5 5 0,-9 7 10 0,9-7 20 0,0 0-5 16,-6 9 21-16,6-9 15 0,0 0 15 0,-1 9-4 0,2-2 15 15,3 3 5-15,3-1 10 0,-1-2 0 0,4 3 0 0,0-3 0 16,0 1 0-16,-10-8-11 0,10 7 6 0,-10-7 0 0,12 5 5 15,-2 0 0-15,0 1 10 0,-10-6-15 0,10 8 15 16,-10-8 0-16,0 0 11 0,0 0 9 0,0 0-4 0,0 0-1 16,0 0-4-16,8 5 10 15,-8-5-16-15,0 0 16 0,6 7-31 0,-6-7 15 0,4 7-15 16,-1 6 6-16,-5-2 4 0,0 0-15 0,-3-1-26 16,0 0 0-16,-5 1-30 0,1 1 5 0,1-4-32 0,-2-3 6 15,2 0-5-15,-1 3-5 0,-1-5-25 0,3 4-6 16,7-7-36-16,0 0 11 0,0 0 69 0,0 0 39 0,0 0 20 15</inkml:trace>
  <inkml:trace contextRef="#ctx0" brushRef="#br0" timeOffset="63903.35">31020 3354 874 0,'0'0'210'0,"0"0"-82"0,0 0-21 0,0 0 1 0,0 0 9 16,0 0-4-1,0 0-26-15,6 5-46 0,-1 3-25 0,-4 2-16 0,-6 5 0 16,-1 0 0-16,-3 5 0 0,1 3 0 0,-5-3 0 0,8-1 10 16,-1-4-15-16,1 2 5 0,1 0-5 0,-1 2 5 15,4-4 0-15,-3 0 0 0,4 0 0 0,0-2 10 0,0 2-5 16,0-5-10-16,0 1-21 0,3 0 0 0,-2 1-30 16,-1-12 0-16,0 0-21 0,1 14-30 0,-1-14-21 0,0 10-16 15,0-10-9-15,0 0-6 0,3 12-14 0,-3-12 4 0,0 0 0 0,0 0 5 0,0 0 62 16,0 0 51-16,0 0 25 0</inkml:trace>
  <inkml:trace contextRef="#ctx0" brushRef="#br0" timeOffset="64066.2">30879 3511 961 0,'0'0'471'0,"0"0"-205"0,-10-7-102 0,10 7-41 0,0 0-61 0,0 0-62 0,0 0 0 16,0 0 0-16,0 0 0 0,0 0 0 0,0 0 0 15,0 0 0-15,0 0 0 0,0 0 0 0,0 0 0 0,5-5 0 16,0-3 0-16,5 6 0 0,0-3-180 0,4 0-101 0,3 0-47 15,6 2-55-15,4-3-68 0,-7 4 239 0,2-2 106 16,2 0 53-16</inkml:trace>
  <inkml:trace contextRef="#ctx0" brushRef="#br0" timeOffset="64451.63">31016 3939 1984 0,'-10'7'63'0,"10"-7"-63"0,0 0 0 16,0 0 0-16,0 0 0 0,0 0 0 0,0 0 0 0,0 0 0 16,0 0 0-16,0 0 0 0,-1 8 0 0,1-8 0 0,5 5 0 15,2-3 0-15,8 1 0 0,3-4 0 0,6-1 0 0,1-1 0 0,3 1-27 16,0-3-141-16,-5 2-11 0,2-1-5 0,-1 0-1 0,2-2 1 15,-2 1 0-15,3-1-21 0,2-2 0 0,-3 1 6 0,1 0 20 16,-1-1 105-16,-1-2 37 0,1 1 18 0</inkml:trace>
  <inkml:trace contextRef="#ctx0" brushRef="#br0" timeOffset="65670.13">31610 3806 439 0,'0'0'251'0,"0"0"-10"0,0 0-21 16,0 0-21-16,0 0-50 0,0 0-78 0,0 0-25 0,0 0-25 15,0 0 4-15,0 0-14 0,0 0 14 0,1 4-5 16,-2-2 6-16,-5 8-6 0,-4-2 11 0,-4 4-26 0,-1 3 11 15,2 2-16-15,-2 0 5 0,6-5-5 0,9-12 0 0,-6 12 0 16,2-2-10-16,0 4 5 0,4-14 0 0,0 12 15 16,0-12 5-16,3 10-5 0,-1 1 6 0,-2-11-11 0,4 10 20 15,2-2-4-15,2-1 15 0,-1 1-11 0,3-3 22 0,0 0-17 0,-1-4-24 16,2-2-6-16,-1 1 0 0,2 0 0 0,-2 0 0 0,0-5 0 16,-10 5 0-16,12-5 0 0,-2 0 0 0,0 0 0 15,-2-3 0-15,1 0 0 0,-1-3 0 0,-1-4 0 0,1-1 0 16,-2-3 0-16,1-1-47 0,-4 0-117 0,4-2 67 15,-4-2 36-15,1 4 35 0,-3-3-35 0,-2 6 10 0,-3-1-16 16,-1 5 21-16,5 13-11 0,-5-14 11 0,5 14 11 0,0 0 9 0,0 0-15 0,0 0-10 16,-5-10-21-16,5 10-4 0,0 0 4 0,0 0 36 0,0 0 21 15,0 0 5-15,0 0-6 0,0 0-4 0,0 0 10 0,0 0 5 16,-5 1-6-16,2 0 16 0,3 8-5 0,3-3-5 16,1 2 10-16,-1 3-5 0,4 5 26 0,-7-16-16 0,10 12 31 15,-2-9-5-15,2 6 0 0,-1-3-11 0,-2 3-4 16,1-2-21-16,2 3 0 15,-1 0 5-15,-1 2-10 0,-1 3 15 0,-2-1-10 0,0 3 15 16,-3 3-20-16,2-3 15 0,-4 4-10 0,0-1 6 0,-4-4-17 16,3 0 16-16,-4 2-5 0,0-5 6 0,1 1-6 15,-1-3 10-15,5-11 15 0,0 0 21 0,0 0 31 0,0 0 26 16,0 0 24-16,0 0 1 0,0 0-31 0,0 0-30 0,0 0-31 16,0 0-11-16,0 0-4 0,0 0-11 0,0 0 6 0,-5 0-11 15,0-2 0-15,4-4-5 0,2-6 0 0,0-2-10 0,3-6 5 0,1-4-31 16,4-6-41-16,2 11-41 0,2-3-30 0,2 0-11 0,1 1-25 15,3-4 20-15,-1 4 16 0,2 0 40 0,-1 0 16 16,2 1 10-16,0-1 21 0,-4 10 9 0,-1-1 1 0,-4 2-5 16,2 3 5-16,0 2 15 0,-14 5 21 0,0 0 0 0,0 0 20 15,0 0 26-15,0 0 61 0,10 5 10 0,-4 0 21 16,-4 7 4-16,2-5 12 16,-4-7-26-16,0 11-6 0,0 8-20 0,-4-4-31 0,-3 6-10 15,1-6-20-15,-3 2-11 0,2-1-9 0,-2 1-6 0,1 0 0 16,3 1 10-16,-2-3-5 0,4-3 0 0,0 5-15 15,-1-5 5-15,3 0-11 0,1-12 11 0,0 0-10 0,0 13-1 16,0-13-4-16,0 12 10 0,0-12 15 0,0 0 10 0,0 0-15 16,0 0 10-16,0 0 0 0,0 0 21 0,0 0 5 15,5 3 15-15,1-1 5 0,1-3-4 0,1-2 4 0,1 0-20 0,1-5-6 0,1-4-19 16,-1-1-16-16,-3-1 10 0,2-3-5 0,0 0 5 0,1-3-5 16,1-3 0-16,1 3 0 0,-2 0 0 0,0-2 0 15,-1 8 20-15,-9 14 11 0,0 0 0 0,0 0 15 0,0 0-16 16,0 0-9-16,0 0-26 0,0 0-11 0,0 0 6 0,0 0-5 15,0 0-11-15,0 0 11 0,0-1-5 0,-1 6 4 16,-4 5-15-16,-3 1 16 0,0 5-5 0,-1 4-6 0,-1 0 11 0,-1 1-6 0,8-9-5 16,2-2 1-16,1-10-1 0,0 0 6 0,0 10-1 0,1 0 1 15,2 2 10-15,-3-12 5 0,5 9 5 0,1-2 10 16,0-2-5-16,4 0-10 0,-1-2 0 0,1-1 10 0,-3-2 20 16,6-5 11-16,-3 5 15 0,-1-3-4 0,-1-2 9 15,1-4-10-15,1 0 0 0,0 1-16 0,-1-1 6 0,-2-1-10 16,1-5 20-16,-1 5-5 15,1-3-5-15,2 1 0 0,-4 1 10 0,-6 11-10 0,4-11-10 16,-4 11-26-16,0 0 0 0,0 0 0 0,0 0 0 16,0 0 0-16,0 0 0 0,0 0-83 0,0 0-35 0,0 0 52 15,0 0 15-15,-4 1 20 0,-2 3-15 0,-1 2 5 0,-3 3-15 16,-1 5 10-16,-1 2-21 0,-1 1 16 0,0 2-10 16,5-9 15-16,8-10 10 0,-6 14 10 0,1-2-15 0,5-12-10 15,-3 13-10-15,3-13 9 0,-2 10-4 0,2-10 20 0,0 0-5 0,0 0 26 0,0 0 15 16,1 8 5-16,-1-8 1 0,0 0-6 0,0 0 10 0,0 0 5 15,5 5 5-15,1-3 1 0,3 1 10 0,2-8-6 16,-1 0 1-16,1 1-6 0,3-5 0 0,-1-4-9 0,-2 3-6 16,3-2-15-16,-3 3 5 0,6-4 10 0,-2 2 0 15,3-3 10-15,-3 6 0 0,0 1-4 0,1 2 4 0,-2 3-10 16,-2 0 11-16,-2 4 9 16,-10-2 1-16,0 0 30 0,10 6-9 0,-4 0 14 0,-1 1-5 15,0 3 5-15,-2-1-20 0,-2 4 0 0,-1-2 5 16,1 3 11-16,1-4 4 0,-5 3 0 0,-1 1-9 0,3-3-17 15,-3 3-19-15,-1-3-1 0,0 0 0 0,2-2-14 16,-5 2-1-16,4-1 15 0,4-10 26 0,0 0 21 0,-5 6-62 16,5-6 0-16,0 0 0 0,0 0 0 0,0 0 0 0,0 0 0 15,0 0 0-15,0 0 0 0,0 0 0 0,0 0 0 0,0 0 0 0,0 0 0 0,0 0 0 16,0 0 0-16,0 0 0 0,-2-4 0 0,3-4 0 16,2-4 0-16,2 2 0 0,2-8 0 0,3 1 0 0,1-5 0 15,6-2 0-15,-5 11 0 0,1 1-93 0,2 4-107 0,-2 1-10 16,4-1-15-16,-3 2-41 0,1 0-66 0,5 2-67 15,2-1 238-15,-5 4 80 0,6-4 41 0</inkml:trace>
  <inkml:trace contextRef="#ctx0" brushRef="#br0" timeOffset="67998.93">27967 4224 106 0,'-10'-10'21'15,"-1"0"-1"-15,-1-1-9 16,2-1 4-16,-2-2-10 0,0-2 1 0,-2-1-6 15,-1 1 0-15,0 1 0 0,-1 0 0 0,-3-1 0 0,0 0 0 16,1 2 0-16,-1 2 20 0,2 3 11 0,-3-2 10 16,2 2-1-16,-2 0-19 0,-4 2 9 0,4 4-20 0,-1-2 21 15,0 7-31-15,-3-5 16 0,2 8-26 0,-3-2 20 0,-3 0-10 16,1 9 5-16,0-5-5 0,-2 4 0 0,-2-1-10 16,-1 4 5-16,5 6 10 0,-3-2-10 0,0 8 5 0,-1 0-5 0,-4 6 5 0,4 3 0 15,0 4 0-15,1 5 0 0,-2-2 10 0,0 3 15 0,3 1-10 16,2 1 6-16,1 1-16 0,-2 3 1 0,4-2 4 15,1 0 5-15,3 5-5 0,5-1-4 0,2-3 4 0,1-3-5 16,6-1 0-16,3-2-5 0,6 0 0 0,0-6 0 16,2-2 10-16,1 0-15 0,8-2 15 0,1 3-10 0,1-5 6 15,4 1 14-15,2-2 11 0,-1-1 9 0,5-1 12 0,0-2 14 0,0-3 1 16,3-1-1-16,2 0-14 0,3-4 4 0,-3 0-10 0,2 0-11 16,8-3 12-16,-2 2-27 0,3-2 6 0,-1-4-21 0,5-1 0 15,-1-3-5-15,3 0 0 0,3-3 0 0,-4-1 0 16,3-4 10-16,3 0-5 0,-2 0 1 0,2 1-6 0,1-2 0 15,1-4 20-15,-3 2 0 0,0-2 6 0,0 1 5 16,-1-2 4-16,3 0-4 16,-5-4 5-16,0 1 0 0,1 3 5 0,-2-5 20 0,-1 1 1 15,2-1-6-15,-7 0 0 0,3-3-10 0,-2 1 0 16,-2-2-5-16,-1 0-10 0,-4-1 5 0,0-4-11 0,-1-1 1 16,-4-3-16-16,1 2-4 0,-6-3-6 0,4-1 10 0,-7-3-5 15,0-2 10-15,-3-1-4 0,1 0-11 0,-5-3 0 16,-1-2 0-16,0 0 0 0,0-2 0 0,-5 2 0 0,-1-4 0 15,-4 3 0-15,1 1 0 0,-5 1 0 0,3 1 0 0,-5 0 0 0,-2-1 0 16,-2 0-6-16,0 4 1 0,-1 0-5 0,-5-2 0 0,1-2 5 16,-5-1-11-16,0 0 1 0,-1 2-6 0,-3 0-10 15,-2 1 26-15,0-5-10 0,-4 4 15 0,0 1-5 0,-3 2 5 16,0 3 0-16,-1-1 10 0,-4 4-15 0,1 3 5 0,-3 3-5 16,3-1 5-16,-5 3 0 0,-1 6 0 0,-3 0-10 15,-1 3-6-15,0 3 6 16,-3-1 5-16,-1 4-5 0,-2 0 5 0,-2 4 0 0,1 1 5 15,-3-2-11-15,1 2 16 0,3 1-15 0,-2-1 10 16,3 1-5-16,1-1 5 0,1 3 0 0,4 0 0 0,2 0 0 16,5 2-10-16,-1 0 15 0,3 1-15 0,2 2-1 15,3-1-50-15,3 1-11 0,3-4-45 0,2 5-1 0,4-1-20 16,4 3 10-16,0-2-21 0,1-1-25 0,4 2-41 0,-2 0-10 16,2 2 26-16,3-3 99 0,3-11 50 0</inkml:trace>
  <inkml:trace contextRef="#ctx0" brushRef="#br0" timeOffset="69000.62">27404 3199 460 0,'0'0'117'16,"-5"-9"-30"-16,5 9 31 0,0 0 15 0,-6-8 0 0,6 8-25 15,-9-8-16-15,9 8-20 0,0 0-16 0,0 0-10 0,0 0-16 16,0 0-24-16,0 0-6 0,0 0-16 0,0 0 1 16,0 0 5-16,0 0-6 0,0 0 11 0,0 0 0 0,0 0 5 15,0 0 0-15,0 0 0 0,-3 3 0 16,0 4 0-16,-1 4 31 0,4 7-16 0,0 6 21 16,0 3-5-16,4 8-1 0,-3 8-14 0,-1-3-11 0,0 4-5 15,0-1 0-15,0 4 0 0,0 4 0 0,0 2 0 16,0-3 0-16,2 1 10 0,1 1-5 0,2-3-10 0,-1-1 10 15,2-3-5-15,-1-2 16 0,2-2-11 0,1-3 10 16,-1-5 0-16,-2 0 27 0,0-4 9 0,-2 0 0 0,0-3-16 16,-1-5-9-16,0 0 5 0,1-6-6 0,-5 0-9 0,4-3-1 0,-2-12 0 15,0 0-4-15,0 0 4 0,0 0 11 0,0 0-1 0,0 0 11 16,0 0-30-16,0 0-6 0,0 0 0 0,0 0 0 0,0 13 0 16,0-13 0-16,0 0 0 0,0 0 0 0,0 0 0 0,0 0 0 15,-3-1 0-15,-2-4 0 0,-4-4 0 0,3-1-6 0,-2 0-14 16,1-5-1-16,-1-3 1 0,-1-5 10 0,3 8 5 15,-1-1 5-15,2 5-11 0,-2-4 16 0,-3 0-5 0,4 2 6 0,-3 0 14 16,9 13-10-16,-7-7 11 0,7 7 4 0,0 0-19 0,-9-13-6 16,9 13 0-16,0 0-11 0,0 0-4 0,0 0-6 0,0 0 11 15,0 0 5-15,0 0 5 0,0 0 0 0,0 0 0 0,-4 4-10 16,3 1 5-16,1 0 10 0,0 5 0 0,5 4 0 0,-1 4-15 16,2-2 15-16,4 8 5 0,-4-14 10 0,3 1 1 15,-9-11-5-15,10 12-16 16,-4-2 0-16,3 3 0 0,2-6 0 0,-2-1 0 0,-1 2 0 15,3-4 0-15,1 0 0 0,-2-1 0 0,-10-3 0 16,13 1 0-16,-13-1 0 0,0 0 0 0,10 0 0 0,0-8 0 16,0 4 0-16,1-2 0 0,-2 1 0 0,-2-3 0 0,2-4 0 15,-4 3 0-15,1-5 0 0,3 6 0 0,1-7 0 16,-4 0-195-16,4-5-220 0,-1-1-76 0,-3-1 18 0,3-8 236 16,-4 6 119-16</inkml:trace>
  <inkml:trace contextRef="#ctx0" brushRef="#br0" timeOffset="69680.1">26619 3075 700 0,'0'0'246'0,"0"0"-185"16,0 0-66-16,-10-10-20 0,10 10 55 0,0 0 26 15,0 0 26-15,0 0-20 0,0 0-11 0,0 0-31 0,0 0-9 16,3-3 9-16,4 3 1 0,0 5 4 0,4 3-4 0,3-6-21 16,1 8 10-16,2-1-20 0,3 4 10 0,-10-8 5 15,0 4-10-15,0-3 5 0,-4 3 5 0,0-2-10 0,-6-7 15 16,5 9-10-16,-1 0 15 0,-4 2-20 0,1 0 15 16,-1-11-10-16,-1 12 6 0,-4 2-6 0,0-3-11 0,-5 4 6 0,0-1-10 0,0-3 10 15,-1 2 10-15,-3-1 0 0,3-4-10 0,0 3 20 0,-3-3-20 16,3-3 10-16,1 1 0 0,-1-1 31 0,11-5 25 15,0 0-4-15,0 0-6 0,-12 3-10 0,12-3-21 0,0 0-9 16,0 0-11-16,0 0 0 0,0 0-10 0,0 0-6 0,0 0 6 16,0 0 5-16,0 0 5 0,0 0 0 0,0 0 10 0,0 0-15 15,0 0 15-15,0 0-20 16,2 0 10-16,3 0-5 0,1-2 15 0,5 0-5 16,3-2 1-16,5-2-37 0,-1 1-15 0,6-4-37 0,-10 4 2 15,-2-1-27-15,3-1 6 0,0 0-26 0,-1-1-5 0,-5 2-11 16,3-2 1-16,-2 1 10 0,0-3 5 0,-1 0-5 15,-1 0 5-15,-1 0 59 0,-2 0 35 0,3-2 17 0</inkml:trace>
  <inkml:trace contextRef="#ctx0" brushRef="#br0" timeOffset="70366.19">26891 3013 501 0,'0'0'163'0,"2"-15"-45"0,-2 15-21 16,0 0-25-16,0 0-16 0,0 0-10 0,0 0-5 0,0 0-21 16,0 0-19-16,0 0-6 0,0 0 20 0,0 0 5 0,0 0 6 15,0 0-16-15,0 0-4 0,0 0 4 0,0 0-15 16,0 0 15-16,0 3-10 0,-4 5-5 0,3 4 0 0,-3 3 10 15,-1-3-10-15,2 5 15 16,3-17-10-16,-5 19 5 0,5-19-15 0,0 0 15 0,0 0-5 16,0 0 5-16,0 0-5 0,0 0-10 0,0 0 15 0,0 0-5 15,0 0 15-15,0 0-10 0,0 0 21 0,0 0 15 16,0 0 5-16,0 0 0 0,0 0 5 0,0 0-15 0,0 0-6 16,0 0-19-16,0-2 25 0,2-3 10 0,3-1 15 0,-2-5 1 15,2-3-11-15,2 2-5 0,-1-3-5 0,3-3-11 0,-9 18 6 16,6-10-21-16,-6 10-4 0,0 0-1 0,0 0-15 0,0 0 5 0,0 0-15 15,0 0-1-15,0 0-4 0,0 0 10 0,0 0-6 0,0 0 21 16,0 0-36-16,0 0 11 0,0 0-41 0,5 0-6 0,0 5-35 16,-5-5 20-16,5 5-5 0,-1 2 0 0,-2 2 10 0,6 0 6 15,-6 2 29-15,-2-11-9 0,0 0 20 0,8 14-20 16,-2-8 31-16,-6-6-5 0,10 5 9 0,0-2 16 0,0-2 0 16,0-1 6-16,1 1-6 0,0-3 0 0,-2 2 0 0,1-9 0 0,-10 9 10 15,10-9 25-15,-3 4 6 0,3-1 15 0,0-1-20 0,-3-3 26 16,-7 10-16-16,8-8 5 0,-8 8-20 0,0 0-6 0,0 0-4 15,0 0-1-15,0 0-10 0,0 0-15 0,0 0-10 0,0 0-16 16,0 0-5-16,0 0 16 0,0 0 0 0,0 0 25 0,0 0-15 16,0 0 10-16,2 0-5 0,0 8 5 0,-4 0 0 15,-1 1 0-15,-1 1 0 16,1 4-11-16,-2 3 6 0,0 2 0 0,5-8-5 0,0-11-6 16,0 0-4-16,0 0 10 0,0 7-6 0,0-7 11 0,3 9 0 15,-3-9 15-15,0 0-5 0,0 0 11 0,5 10-11 16,-5-10 0-16,0 0 5 0,5 2 5 0,4-2 16 0,-9 0-16 15,8-1 16-15,0 0-10 0,2-8 14 0,0-1-9 0,0 0-1 16,-2-3-24-16,0 2 9 0,-1-2 0 0,-1-2-10 16,3-3 10-16,1 1-10 0,-4 1 16 0,3-7-21 0,-1 0-26 0,4 1 10 0,-5-4 6 15,2 4 15-15,1-3 10 0,-4 4 5 0,2 4 16 0,-3 2 5 16,-5 15-5-16,0 0-6 0,0 0-4 0,0 0-21 16,0 0 0-16,0 0-15 0,0 0 10 0,0 0 0 0,0 0 5 15,0 0 0-15,0 0 0 0,0-5-11 0,-3 10 6 0,-2 5 0 16,0 4 5-16,0 6 10 0,-1 0-15 0,0 5 5 15,-2 2-5-15,6-9 5 16,-1 0 0-16,2 1 10 0,1-3-15 0,0 1 5 0,0-2-5 16,0 0 15-16,1-1-15 0,2 1 5 0,-3-3-5 0,1 0 5 15,-1 0-10-15,1-3-47 0,2 3-55 0,-3-12-47 16,0 0-41-16,1 11-45 0,-1-11-67 0,0 12 102 0,0-2 105 16,1 3 53-16</inkml:trace>
  <inkml:trace contextRef="#ctx0" brushRef="#br0" timeOffset="78415.2">27391 2802 199 0,'-7'-8'81'0,"2"2"1"16,0-1 26-16,5 7-6 0,-5-13-5 0,5 13-20 0,-6-12-20 15,2 2-1-15,4 10 0 0,-6-8 16 0,0 1-16 16,-2 0 5-16,2-1-14 0,-3 2-22 0,3-4-4 0,-1 3-16 0,-2-1 0 16,-1 1 15-16,0 0 11 0,-2 1 0 0,-2-1-6 0,-1 1-14 15,-1-4-6-15,-4 5-15 0,3-3 15 0,-3 2 5 0,0 0 10 16,1 1 1-16,-3 1-21 0,2 0 0 0,-1 7-5 0,-4-6 5 16,0 6 0-16,3-3 0 0,-3 1 0 0,-1 3-10 15,1-2 15-15,-5 6-5 0,0-3-5 0,2 2 0 0,-2 1 0 16,0-2 5-1,0 3 0-15,3 1 0 0,-3 1 10 0,0 1-15 0,4-2 5 16,-4 2-5-16,2 5 5 0,0-1 0 0,-1 3 0 0,-1 3 0 16,-1 0-11-16,1 1 6 0,0 1 0 0,2 3 5 15,1 1 0-15,3-2 0 0,-1 2-10 0,5 2 15 0,0-3-5 16,4 3-5-16,1-1 10 0,4-5-15 0,-1 0 10 16,3 1 5-16,0-3 0 0,4 0-10 0,0-2 0 0,4-1 10 15,-2-2 0-15,6 2 0 0,-2 1-5 0,4-3 10 0,1-1-5 0,3-2 1 0,1 2-6 16,1-1 0-16,3 0 10 0,1-2-5 0,2 0-10 15,2-3 0-15,0 1 0 0,5-1 15 0,-2 0-15 0,3-2 5 16,0 2-5-16,0-1 15 0,0-3-5 0,1 0 0 16,0 2-5-16,3-1-10 0,-3-3 15 0,0 0 5 0,1-4-10 15,1 0 10-15,0 0-20 0,-2 0 10 0,0-3 5 0,3-4-10 16,1 2 15-16,-3 0-10 0,2-3 5 0,-2 1-5 0,0-2 10 0,-2 0-15 16,2-2 15-16,1 1-10 0,-5 0-5 0,5-3 10 0,-1 2-5 15,2-5 16-15,0 1-11 0,1-1 10 0,-1 1-10 16,1-4 11-16,0 3-11 0,2-4 0 0,-2-2-5 0,-2-3 10 15,2-1-5-15,1-1 1 0,-1-4-17 0,0-3 16 16,-2-1-15-16,-2-1 20 0,1 4-10 0,-4-1 6 0,-2 0-6 16,-1 1 10-16,-5 5-5 15,-1 1 0-15,-4 4 5 0,-3 0-5 0,-2 3-20 16,-3 4-26-16,-2-4-5 0,-3 4-11 0,-3 0 11 0,-4 2 0 16,-4 0 16-16,0 1-16 0,-2 2-5 0,-1-4-21 0,-7 4 6 15,1 1-1-15,-2-1-35 0,-4 0-62 0,1 0-21 16,-4 1 1-16,-1-1 28 0,1 4 78 0,-2 1 39 0</inkml:trace>
  <inkml:trace contextRef="#ctx0" brushRef="#br0" timeOffset="79154.86">30903 3216 301 0,'-7'-9'87'0,"0"1"-51"15,7 8 10-15,-5-10 20 0,5 10 1 0,0 0-11 0,-6-9-20 16,6 9-21-16,0 0-20 0,0 0 0 0,0 0 0 0,-9-6 5 16,0 0 0-16,-3 3 0 15,-5 6-10-15,0 4 5 0,-5 3 10 0,-6 4-10 16,-6 0 5-16,1 4 15 0,-7 3 5 0,-1 1-4 0,-3 1-11 16,-5 1-5-16,-1 5 0 0,0 3 0 0,2 3 0 0,-1 2 0 15,2 8 0-15,-3-2 0 0,6 4 0 0,-1 2 0 16,4-1 0-16,1 0 0 0,6-1 0 0,7-6-10 0,4-5 5 15,5-1 0-15,5-5-6 0,6-2 6 0,4-3 0 16,3-2 5-16,3-2-10 0,4 0 5 0,1-1 0 0,2-2 5 0,2-3 10 0,2-1 15 16,1-1 31-16,0 0-4 0,6-1 9 0,-1-6 6 0,4 1-11 15,3 2-5-15,3-1 0 0,1-3-4 0,4-4-1 16,5-1-5-16,-1 0 0 0,2-1 0 0,4-2-11 0,1-4-4 16,0-3-6-16,3 0 0 0,2-5-19 0,0-1 9 15,0-1-10-15,2-3 25 0,-1-5 6 0,-4 1 10 0,2-2 10 16,-8 0-4-16,-2-2-12 15,-1 2 1-15,-3-1-21 0,-5-3-4 0,-3 0-1 0,0-5-5 16,0 1-10-16,-2-6-21 0,-4 1 21 0,1-2-20 16,-2 4 30-16,-3-4-20 0,-5 2 15 0,1 4-5 0,-8 0 5 15,-2 5-21-15,-4-2 11 0,-5 2 0 0,-4-1 10 16,-1 5-11-16,-2 4 6 0,-7-3-41 0,2 4-16 0,-5 0-19 16,-3-2-1-16,-3 5-10 0,-2 2-6 0,-6 1-24 15,-1 0-12-15,-1 8-9 0,-6-7-62 0,2 9-20 0,-7 5 69 0,-1 0 78 0,-2 1 39 16</inkml:trace>
  <inkml:trace contextRef="#ctx0" brushRef="#br0" timeOffset="102706.82">7227 17582 1063 0,'-8'-3'297'0,"-1"-7"-276"16,-1 1-26-16,0-9 0 0,5 8 5 0,0 0 0 0,0-4 0 15,5 14 0-15,-3-11 0 0,3 11 0 0,0 0 0 0,0-13-10 16,2 8 15-16,3-4-5 0,-5 9-5 0,7-6 0 15,2-3 10-15,1 3-10 0,2 2-6 0,2 2-20 0,-1 2 6 16,2 0 10-16,1 0-1 0,0 1 1 0,0 0-6 16,3 2 1-16,-2-1 20 0,2 1-10 0,2-1 20 0,-1 2-10 15,2 1 5-15,-1-2-5 0,0 0-10 0,1 1 15 0,3-1-15 0,2-1 20 0,0 1-10 16,3 1 15-16,1-1 0 0,0 2 6 0,4-1 10 16,2 1-16-16,-1 4-4 0,4 0-11 0,-2-2 10 0,5 6 5 15,-1-3-5-15,2 1-4 0,1-1-6 0,0 0 0 16,-2 2 10-16,2-2-5 0,2-3 0 0,-2 2 5 0,-2 1-5 15,3-1 0-15,-1-1-5 0,1 3 0 0,1-1 0 0,-1 0-10 16,1 0 15 0,2 0 5-16,2 3 10 0,-1-2 1 0,2-1 10 0,2 0-6 15,0 3 11-15,2-2-10 0,-1 7 10 0,0-6-21 0,2 2 6 16,-2 1-16-16,2 0 0 0,0-1-5 0,0 0 0 16,0-3 10-16,0 3-15 0,0-4 5 0,2 2-5 0,-2-4 5 15,1 2 0-15,1-1 10 0,3 4-5 0,0-3 1 16,-1-4-17-16,2 3 16 0,0-3-5 0,0-2 6 0,-1 1-17 15,-1-4 16-15,0 3 5 0,-3-4 21 0,0 3 5 0,0-2-6 0,0 4-14 16,0-5-1-16,1 2-10 0,0 1 1 0,1-3-17 0,1 5 16 16,-1-5-5-16,4 2 6 0,-3-5 4 0,4 4-5 0,0-1 10 15,1 0-20-15,-2 0 15 0,1-5-10 0,2 2 16 16,-2-4-11-16,1 6 10 0,1-2-10 0,3-4 11 0,-1 2-21 16,1-3 15-16,1 1-10 0,-2 0-5 0,1 5 10 0,-2-6-5 15,0-2-5-15,-2 5 10 0,1-3-15 0,-2 6 10 0,2-4 5 0,1-1-10 16,0 2 5-16,4-1 5 0,-2 1-10 0,1-4 5 15,-1 4 5-15,1-1 0 0,-1-2 0 0,1 2-5 0,-4 0 0 16,2-3 0-16,1 0 0 0,1 0 0 0,0-1 20 16,3 3 1-16,-2-5 4 0,0 1-4 0,2 1-1 0,0-1-9 15,-3 3 4-15,-1-2-10 0,1 1-10 0,-3-3 10 0,2 4-5 16,-4 1 6-16,3 0-17 16,0 1 16-16,2-5-15 0,0 3 20 0,0-2-20 15,0 2 20-15,2 1-10 0,0-1 6 0,0 3-6 0,-2-5 0 16,1 5 0-16,2 0 0 0,-1 0 0 0,1 0 0 15,0-5 0-15,1 4 0 0,-1-3 0 0,1 4 0 0,0 0 0 16,0-1 0-16,-1-1 0 0,1 2 0 0,-3 0 0 16,3 2 0-16,-4-2 0 0,3 3 0 0,-3-3 0 0,1 5 0 15,-1-1 0-15,1 1 0 0,-3 1 0 0,1 0 0 0,3 3 0 0,-2 1 0 0,0-2 0 16,0 1 0-16,3 4 0 0,-2-5 0 0,3 6 0 16,-3-4 0-16,2 0 0 0,0-3 0 0,-1 3 0 0,-2 4 0 15,4-4 0-15,3 5 0 0,-2-6 0 0,-1 2 0 16,1-1 0-16,-1 4 0 0,0-3 0 0,1 2 0 0,-1-1 0 15,-3-4 0-15,5 6 0 0,1 0 0 0,-1 2 0 16,0-2 0-16,5-4 0 0,-1 1 0 16,-1-1 0-16,3 5 0 0,-3-5 0 0,4 0 0 15,-2-4 0-15,3 2 0 0,-3 2 0 0,3 0 0 0,0-2 0 16,2-7 0-16,2 3 0 0,-3 2 0 0,2-5 0 16,-1 4 0-16,4-5 0 0,-1 2 0 0,0-2 0 0,0 9 0 15,-3-9 0-15,4 0 0 0,1 3 0 0,1-1 0 16,-1 4 0-16,0 1 0 0,2-2 0 0,-3-3 0 0,3 11 0 15,2-1 0-15,-4 1 0 0,2 2 0 0,2-9 0 0,-1 9 0 0,2-1 0 0,3 1 0 16,-3-5 0-16,2 0 0 0,3 3 0 0,-1-6 0 16,2 4 0-16,-4 1 0 0,3 0 0 0,-1 0 0 0,1-2 0 15,0 1 0-15,-2 3 0 0,0 1 0 0,-5-3 0 16,2 1 0-16,-2 2 0 0,-3 0 0 0,1 1 0 0,-10 1 0 16,4-2 0-16,-9 1 0 0,0-1 0 0,-4 4 0 15,-1-3 0-15,-3-1 0 0,-3 2 0 0,-3 1 0 0,-1-1 0 0,-4 3 0 0,-3-1 0 16,0-5 0-16,-4-1 0 0,-1 2 0 0,-3 6 0 15,-5-9 0-15,-2-2 0 0,-6-1 0 0,-1 0 0 0,-2 1-144 16,-9-4-471-16,-2-1-29 0,-4-6 322 0,-4 1 161 0</inkml:trace>
  <inkml:trace contextRef="#ctx0" brushRef="#br0" timeOffset="124740.67">24924 10484 721 0,'0'0'81'0,"-7"-9"-34"16,7 9 19-16,0 0 37 0,0 0 14 0,0 0-14 0,0 0-31 15,0 0-32-15,0 0-24 0,0 0-11 0,0 0-15 0,0 0 15 16,0 0 5-16,-6 1 10 0,1 1 21 0,2 6-10 0,-4 2 10 16,6 6-16-16,-4 9 1 0,5 4-6 0,0 5-9 15,0-4-6-15,0 4-5 0,-2 2 10 0,2 4-5 0,-2-1-10 0,2-1 0 0,-1-2 0 16,1 1 5-16,0-1 0 0,0-1 10 0,1-5-15 15,1-2 15-15,0-1-10 0,-2-4 6 0,1-1-17 0,1-4 6 16,0 0 0-16,-2-4 5 0,0-14 0 0,0 0 0 0,0 0 0 16,0 0 0-16,1 11 0 0,-1-11 0 0,0 0-21 0,0 0-30 15,0 0-21-15,0 0-30 0,0 0-41 0,0 0-26 16,0 0-77-16,0 0-51 16,0 0 49-16,0 0 124 0,0 0 62 0</inkml:trace>
  <inkml:trace contextRef="#ctx0" brushRef="#br0" timeOffset="126391.59">24741 11093 0 0,'0'0'291'16,"0"0"-194"-16,0 0-15 15,0 0 0-15,0 0 10 0,0 0 5 0,-4-8 16 0,4 8-26 16,0 0 0-16,0 0-21 0,0-6 11 0,4 0-10 0,1 0-11 16,-5 6 0-16,5-8 0 0,4 2-4 0,3-1-6 15,3 4-16-15,-5 2-14 0,-10 1-1 0,10-3 0 0,1 2-4 16,1 2 4-16,1-1 0 0,2-1 16 0,0-1 15 0,2-2-21 16,0 3 1-16,0-1-21 0,3-1 1 0,2-2-6 15,-1 0 10-15,1 1-5 0,3 2 0 0,-1-2-15 0,2-1 15 0,0 0-5 16,1 0 5-16,1 1-5 0,-1 2 0 0,0-2 0 0,3 2 0 15,0-2 0-15,2 0 0 0,-2 2 0 0,4-1 0 0,-2-2 0 16,3 3 0-16,-3-4-10 0,3 1 5 0,-3 0 10 16,3-2-10-16,1 1 15 0,-5 1 0 0,4 0 31 0,2-2-10 15,-3 1-1-15,3 2-19 0,-2 1 4 0,1 0 0 16,-1-2 6-16,-2 0-1 16,2 2 1-16,0 1-1 0,3 1 11 0,-2-6-25 0,0 4-6 15,3-1 0-15,-2 3 0 0,3 1 0 0,-2-4 0 0,2 3 0 16,1-2 0-16,-1 2 0 0,1 0 0 0,4-3 0 15,-3 0 0-15,1 1 0 0,3-1 0 0,0-2 0 0,-2 2 0 16,-1 0 0-16,2 1 0 0,0 3 0 0,-2 0 0 16,2 1 0-16,-3-1 0 0,-1 1 0 0,5 0 0 0,-1 0 0 15,-3-2 0-15,1 1 0 0,0-3 0 0,3 0 0 0,0 4 0 0,1-1 0 16,3 2 0-16,-2-2 0 0,2 0 0 0,1 1 0 0,-1-4 0 16,-2 5 0-16,4-5 0 0,-1 2 0 0,0 0 0 0,0-1 0 15,0 4 0-15,0-2 0 0,3 2 0 0,0-2 0 16,-3-1 0-16,5 0 0 0,-1-2 0 0,2 2 0 0,-2 0 0 15,4 4 0-15,1-1 0 0,-3 0 0 0,3 3 0 16,1-6 0-16,-2 4 0 16,1 0 0-16,-3-3 0 0,1-4 0 0,3 4 0 0,-5-1 0 15,4 1 0-15,-3 1 0 0,3-1 0 0,3-1 0 16,-2 2 0-16,1 0 0 0,-1-1 0 0,2 0 0 0,-2-1 0 16,1 1 0-16,0 3 0 0,-3-2 0 0,1 0 0 0,0-1 0 15,1 1 0-15,3 1 0 0,-2 0 0 0,1-1 0 16,-1-2 0-16,-1 1 0 0,6 0 0 0,-6 1 0 0,4 1 0 15,-4-2 0-15,-1 2 0 0,1-2 0 0,-3 3 0 0,1-5 0 0,-4 1 0 16,0 0 0-16,-1 0 0 0,-4 2 0 0,-3-4 0 0,0 5 0 16,-3-4 0-16,-1 2 0 0,-2 2 0 0,-1-2 0 15,-3 0 0-15,-1-2 0 0,-1 2 0 0,-4-2 0 0,1 1 0 16,-4-3 0-16,-1 3 0 0,-4 1 0 0,-2-2 0 16,1 2 0-16,-4-2 0 0,0 1 0 0,-2 2 0 0,-1 1 0 15,1 0 0-15,-1-1 0 0,-2-1 0 0,-2 0 0 0,1 1 0 0,-12-1 0 0,10 3 0 16,0-3 0-16,-10 0 0 0,10 0 0 0,-10 0 0 15,0 0 0-15,10-2 0 0,-10 2 0 0,9-1 0 0,-9 1 0 16,0 0 0-16,0 0 0 0,0 0 0 0,10 1 0 0,-10-1 0 16,0 0 0-16,0 0 0 0,0 0 0 0,0 0 0 15,0 0 0-15,0 0 0 0,0 0 0 0,0 0 0 0,0 0 0 16,0 0 0-16,0 0 0 16,0 0 0-16,0 0 0 0,0 0 0 0,0 0 0 0,0 0 0 15,0 0 0-15,0 0 0 0,0 0 0 0,0 0 0 0,8 3 0 16,-8-3 0-16,0 0 0 0,0 0 0 0,0 0 0 0,0 0 0 15,0 0 0-15,0 0 0 0,0 0 0 0,0 0 0 0,0 0 0 16,0 0 0-16,0 0 0 0,0 0 0 0,0 0 0 16,0 0 0-16,0 0 0 0,0 0 0 0,0 0 0 0,0 0 0 15,0 0 0-15,7-6 0 0,-7 6 0 0,5-9 0 0,-1 2 0 0,0-2 0 0,-4 9 0 16,0 0 0-16,1-9 0 0,-1-1 0 0,-1-2 0 16,-1-4 0-16,2 16 0 0,0 0 0 0,0-9 0 0,0 0 0 15,0 9 0-15,0 0 0 0,0 0 0 0,0 0 0 0,0-8 0 16,0 8 0-16,0 0 0 0,0 0 0 0,0 0 0 0,0 0 0 15,0-9 0-15,0 9 0 0,0 0 0 0,0 0 0 16,-2 1 0-16,2-1 0 16,-3 5 0-16,0 3 0 0,0 4 0 0,-2 4 0 0,0 2 0 15,0 4 0-15,-2 5 0 0,3-8 0 0,-1-2 0 0,0 4 0 16,1-2 0-16,0 1 0 0,3 0 0 0,-3-3 0 16,4 0 0-16,0-2 0 0,0-1 0 0,3-3 0 0,-3-11 0 15,2 10 0-15,-2-10 0 0,0 0 0 0,0 0 0 16,0 0 0-16,0 0 0 0,0 0 0 0,0 0 0 0,0 0 0 15,0 0 0-15,0 0 0 0,0 0 0 0,0 0 0 0,0 0 0 0,4-3 0 0,-1-7 0 16,-1-3 0-16,1-5 0 0,0 0 0 0,2-8 0 16,0 0 0-16,0 1 0 0,2-1 0 0,1-1 0 0,0-2 0 15,1 3 0-15,-2-1 0 0,2 3 0 0,-2-3 0 16,0 5 0-16,-2 5 0 0,-2 5 0 0,-3 12 0 0,0 0 0 16,0 0 0-16,0 0 0 0,0 0 0 0,0 0 0 0,0 0 0 15,0 0 0-15,0 0 0 0,0 0 0 0,0 0 0 0,0 0 0 0,3 0 0 0,-2 3 0 16,-1 4 0-16,0 5 0 0,0 5 0 0,-1 5 0 15,1-1 0-15,0 4 0 0,0-9 0 0,1 1 0 0,0 1 0 16,-1-2 0-16,-1 1 0 0,2-2 0 0,1 0 0 0,-1-3 0 16,-1-12 0-16,0 13 0 0,0-13 0 0,0 0 0 15,0 0 0-15,0 0 0 0,0 0 0 0,0 0 0 0,0 0 0 16,0 0 0-16,0 0 0 16,0 0 0-16,0 0 0 0,0 0 0 0,0 0 0 0,0 0 0 15,1 0 0-15,-1-7 0 0,3-1 0 0,-1-7 0 0,1-2 0 16,-1-8 0-16,3-3 0 0,0-4 0 0,-1 6 0 15,2 1 0-15,-2-1 0 0,1 4 0 0,-3 0 0 0,1 6 0 16,-1 2 0-16,-2 14 0 0,1-13 0 0,-1 13 0 16,0 0 0-16,0 0 0 0,0 0 0 0,0 0 0 0,0 0 0 15,0 0 0-15,0 0 0 0,0 0 0 0,0 0 0 0,0 0 0 0,0 0 0 0,0 0 0 16,0 0 0-16,0 0 0 0,0 0 0 0,-1 0-277 0,-1 7-138 16,-1 0-81-16,2 3 66 0,-4 4 215 0,0 1 108 15</inkml:trace>
  <inkml:trace contextRef="#ctx0" brushRef="#br0" timeOffset="127761.08">2261 17678 537 0,'5'-11'5'0,"-5"11"0"0,5-12 20 0,-1 2-4 16,-4 10-6-16,0 0-20 0,0 0-10 0,0 0-47 0,0 0-30 16,0 0-26-16,0 0-35 0,5-8 71 0,-4-2 41 0,-1 10 21 15</inkml:trace>
  <inkml:trace contextRef="#ctx0" brushRef="#br1" timeOffset="137489.35">27967 10894 270 0,'-9'-6'92'0,"3"0"6"0,2-3 19 0,3 0 16 15,2-2-10-15,3-1-10 0,-3-1-11 0,4-3-20 0,0 9 0 16,0-3-5-16,-1 0-16 0,-4 10 1 0,0 0-6 16,1-11-5-16,1 1-5 0,-2 10-15 0,0 0 5 0,0 0 0 15,0 0 4-15,0 0-9 0,0-10 5 0,0 10 0 0,0 0-6 0,0-12-4 0,0 12 5 16,0 0-16-16,0 0-4 0,0 0-22 0,0 0 6 0,0 0 0 15,0 0 5-15,-3-2 0 0,-6 2-10 0,6 4 15 16,-4 2 5-16,2 4-10 0,-1 3 0 0,1 5-15 0,0 1 20 16,4-8-5-16,1 1 5 0,0 2-5 0,0-3 0 15,1 2 0-15,3-1 0 0,-4-12 0 0,3 9 0 0,1 2 0 16,-4-11 0-16,4 12-10 0,-4-12 15 0,0 0-5 0,0 0 25 0,0 0 16 0,0 0 26 16,0 0-51-16,0 0-16 0,0 0 0 0,0 0 0 0,0 0 0 15,0 0 0-15,6 2 0 0,1-5 0 0,0-3 0 16,1-4 0-16,-1-4 0 0,-1-2 0 0,-1-5 0 0,2-2 0 15,-2 3 0-15,-2 0 0 0,2 0 0 0,-2 3 0 0,2-2 0 16,-1 2 0-16,1 1 0 0,-5 16 0 0,0-14 0 16,-2 4 0-16,2 10 0 15,0 0 0-15,0 0 0 0,0 0 0 0,0 0 0 0,0 0 0 16,0 0 0-16,0 0 0 0,0 0 0 0,-3 1 0 0,3 7 0 16,-5-2 0-16,-2 6 0 0,1 2 0 0,1 6 0 15,1-2 0-15,1 3 0 0,3-6 0 0,-3-4 0 0,3 3 0 16,1-1 0-16,1-2 0 0,-2 0 0 0,2 1 0 15,-2-12 0-15,0 11 0 0,0-11 0 0,0 0 0 0,0 0 0 16,1 9 0-16,-2 1 0 0,1-10 0 0,0 0 0 0,0 0 0 0,0 0 0 0,0 0 0 16,0 0 0-16,0 0 0 0,0 0 0 0,-5-1 0 0,-4-2 0 15,4-4 0-15,-1-2 0 0,-4-4 0 0,1-6 0 16,2-5 0-16,-2-2 0 0,6 8 0 0,1 0 0 0,2 0 0 16,-3 0 0-16,3 18 0 0,0 0 0 0,0 0 0 0,0-16 0 15,0 16 0-15,0 0 0 0,0 0 0 0,0 0 0 16,0 0 0-16,0 0 0 0,2-1 0 15,-1 6 0-15,-1 2 0 0,4 6 0 0,-3 0 0 16,1 5 0-16,2 3 0 0,1 1 0 0,0-7 0 0,0-2 0 16,-1-2 0-16,1 1 0 0,1-1 0 0,3 0 0 15,-3-3 0-15,-6-8 0 0,5 10 0 0,2-3 0 0,-7-7 0 16,3 9 0-16,-3-9 0 0,0 0 0 0,0 0 0 0,0 0 0 16,0 0 0-16,0 0 0 0,0 0 0 0,0 0 0 0,0 0 0 15,2 0 0-15,0-6 0 0,-2-3 0 0,0-3 0 0,-4-3 0 0,1-4 0 16,-2-6 0-16,5-2 0 0,0 6 0 0,2-1 0 0,1-1 0 15,-3 3 0-15,2 2 0 0,-1 3 0 0,-1 15 0 16,0 0 0-16,0 0 0 0,0 0 0 0,0 0 0 0,0 0 0 16,0 0 0-16,0 0 0 0,0 0 0 0,0 0 0 0,0 0 0 15,0 0-52-15,2 2-194 0,-2 3-40 0,0 5-83 0,0 3-76 16,0 4 120 0,0 0 163-16,2 3 81 0</inkml:trace>
  <inkml:trace contextRef="#ctx0" brushRef="#br1" timeOffset="142471.51">26431 10724 623 0,'0'0'159'0,"0"0"-51"16,0 0 9-16,0 0 16 15,0 0 0-15,0 0-25 0,0 0-26 0,0 0-26 0,0 0-10 16,0 0-5-16,5 3 10 0,-3 2-5 0,2 3-10 0,-3 0-11 15,-2 2-4-15,-3 2-11 0,3 1 6 0,-5 0-11 16,6-13 0-16,-1 9-5 0,1-9 0 0,0 0 10 0,0 0-15 16,-4 10 5-16,0-1-5 0,4-9 15 0,0 0-15 0,-1 9 15 15,1-9 11-15,-1 10 15 0,1-10 5 0,0 0 0 0,0 0 10 16,0 0-30-16,0 0-21 0,0 0 0 0,0 0 0 0,0 0 0 0,0 0 0 0,0 0 0 16,0 0 0-16,0 0 0 0,-4-1 0 0,-1 1 0 15,0-5 0-15,1-2 0 0,3-7 0 0,-3-5 0 0,3-2 0 16,-4-3 0-16,5 6 0 0,4-5 0 0,-3 2 0 15,3-2 0-15,-3 8 0 0,0-1 0 0,3 4 0 0,-4 12 0 16,0 0 0-16,0 0 0 0,0 0 0 0,0 0 0 0,0 0 0 16,0 0 0-16,0 0 0 15,0 0 0-15,0 0 0 0,0 0 0 0,1-3 0 0,2 6 0 16,-2 6 0-16,-1 5 0 0,0 4 0 0,1-1 0 16,3 1 0-16,0 8 0 0,1-12 0 0,0 1 0 0,-2-1 0 15,5 0 0-15,-3-3 0 0,1 0 0 0,0 3 0 16,-6-14 0-16,4 9 0 0,-4-9 0 0,0 0 0 0,0 0 0 15,0 0 0-15,0 0 0 0,0 0 0 0,0 0 0 0,0 0 0 16,0 0 0-16,0 0 0 0,0 0 0 0,0 0 0 0,0 0 0 0,0 0 0 0,0 0 0 16,4-1 0-16,-4-4 0 0,-3-5 0 0,3-7 0 15,-1-4 0-15,0-5 0 0,-2-1 0 0,2-8 0 0,2 11 0 16,3-1 0-16,1 6 0 0,-4 4 0 0,4 2 0 0,-5 13 0 16,0 0 0-16,0 0 0 0,0 0 0 0,0 0 0 15,0 0 0-15,0 0 0 0,0 0 0 0,0 0 0 0,0 0 0 16,0 0 0-16,3-1 0 0,-3 4 0 0,0 3 0 0,0 2 0 0,-3 9 0 0,3-1 0 15,0 0 0-15,-1 1 0 0,1-4 0 0,0-2 0 16,0 1 0-16,0 2 0 0,1-3 0 0,-1-11 0 0,-1 10-109 16,1-10-182-16,0 11-78 0,0-11-76 0,0 0 28 0,0 0 209 15,0 0 104-15</inkml:trace>
  <inkml:trace contextRef="#ctx0" brushRef="#br1" timeOffset="143371.54">29627 10802 439 0,'0'0'133'0,"0"0"-5"0,0 0 26 0,0 0 10 0,0 0-16 15,0 0-15-15,0 0-31 0,0 0-10 0,0 0-20 0,0 0 5 16,0 0-10-16,5-9 19 0,-5 9 7 0,6-8-12 0,-6 8-9 0,7-9-66 0,0-5-6 15,1 5 0-15,2-2 0 0,-2 2 0 0,3 0 0 0,1 3 0 16,-2-5 0-16,0 1 0 0,3 6 0 0,-5-8 0 16,2 6 0-16,-10 6 0 0,10-7 0 0,-10 7 0 0,9-4 0 15,-9 4 0-15,0 0 0 0,8-7 0 0,-8 7 0 0,0 0 0 16,0 0 0-16,0 0 0 0,0 0 0 0,0 0 0 16,0 0 0-16,0 0 0 15,0 0 0-15,4 3 0 0,1 4 0 0,-5 3 0 0,-1 5 0 16,-3 1 0-16,3 4 0 0,-4 2 0 0,0 2 0 0,2-5 0 15,1-3 0-15,2-3 0 0,0 1 0 0,0-3 0 16,0 1 0-16,-1 0 0 0,1-12 0 0,0 0 0 0,0 0 0 16,0 10 0-16,0-10 0 0,0 0 0 0,0 0 0 0,0 0 0 15,0 0 0-15,0 0 0 0,0 0 0 0,0 0 0 16,0 0 0-16,0 0 0 0,0 0 0 0,0 0 0 0,0 0 0 0,0-2 0 0,1-1 0 16,-1-4 0-16,2-4 0 0,1-4 0 0,-3-6 0 0,5-6 0 15,-1 0 0-15,-2 4 0 0,6-3 0 0,-3 0 0 16,-3 5 0-16,3 3 0 0,-1 0 0 0,-4 18 0 0,4-13 0 15,-4 13 0-15,0 0 0 0,0 0 0 0,0 0 0 0,0 0 0 16,0 0 0-16,0 0 0 0,0 0 0 0,0 0 0 16,1-2 0-16,-2 7 0 15,-2 6 0-15,3 6 0 0,-2-3 0 0,-1 6 0 0,2 6 0 16,-3-1 0-16,7-7 0 0,-2-4 0 0,0 0 0 16,2-2 0-16,-1 0 0 0,2-1 0 0,-4-11 0 15,0 0 0-15,1 12 0 0,-1-12 0 0,0 0 0 0,0 0 0 16,5 10 0-16,-5-10 0 0,0 0 0 0,0 0 0 0,0 0 0 15,0 0 0-15,0 0 0 0,0 0 0 0,0 0 0 0,0 0 0 16,0 0 0-16,0 0 0 0,4-1 0 0,-3-4 0 0,-1-3 0 16,0-4 0-16,3-2 0 0,-6-2 0 0,3-2 0 15,-5-3 0-15,3 6 0 0,-1 2 0 0,3 13-114 0,0 0-183 16,0 0-76-16,-5-12-88 0,-2 5 60 0,-2 4 200 0,-1 2 101 16</inkml:trace>
  <inkml:trace contextRef="#ctx0" brushRef="#br1" timeOffset="152815.23">24860 11000 634 0,'3'-14'128'16,"-3"2"-26"-16,0 12 26 0,2-9 15 0,-2 9-15 0,0 0-15 15,0 0-31-15,0 0-42 0,0-11-14 0,0 11-31 0,0 0 5 16,3-10 5-16,-3 10 0 0,0 0-10 0,5-9 10 0,0 3-5 16,3 2 16-16,1 4-11 0,1 3 0 0,-10-3-5 0,10 3 20 0,-1 6 1 15,-2 1 4-15,-2 0-4 0,-2 1-11 0,-1 0-4 0,-2 2 4 16,-2 3-5-16,-1-4 0 0,-4 2 5 0,0-2-5 16,1 2 1-16,0 0 4 0,-4-1 15 0,0 0 11 0,-2-2 5 15,2-3 0-15,3 1 0 0,-2-1 10 0,9-8-15 0,-10 6 15 16,0-3-35-16,10-3-16 0,0 0 0 0,0 0 0 15,-10-1 0-15,10 1 0 16,-5-6 0-16,-2-1 0 0,4-3 0 0,3-3 0 0,-1-4 0 16,2-2 0-16,5-3 0 0,3 0 0 0,-4 2 0 0,5 0 0 15,1 0 0-15,-1-1 0 0,5 1 0 0,2-1 0 16,-4 5 0-16,1 2 0 0,3-2 0 0,0 3 0 0,-6 5 0 16,3-2 0-16,-14 10 0 0,11-6 0 0,-11 6 0 0,0 0 0 15,10 0 0-15,-10 0 0 0,6 5 0 0,0 2 0 16,-2 6 0-16,0 0 0 0,-4 1 0 0,-3 6 0 0,1 2 0 0,-3-2 0 15,-1-6 0-15,-3 2 0 0,-1 0 0 0,4 0 0 0,-4-3 0 16,-2-2 0-16,-1 0 0 0,3-1 0 0,1 1 0 0,9-11 0 16,-7 6 0-16,7-6 0 0,0 0 0 0,-10 4 0 15,10-4 0-15,-10 1 0 0,0-3 0 0,3-2 0 0,2-4 0 16,-2-3 0-16,4 0 0 0,0-5 0 0,4 0 0 0,3 0 0 16,-1-2 0-16,2 2 0 0,3-1 0 0,1 2 0 0,-1-2 0 0,-1 2 0 15,-1 2 0-15,0 0 0 0,-6 13 0 0,7-9 0 0,-7 9 0 16,5-11 0-16,-5 11 0 0,0 0-1 0,0 0-265 0,0 0-56 15,0 0-42-15,0 0-76 0,0 0 113 0,0 0 163 16,0 0 82-16</inkml:trace>
  <inkml:trace contextRef="#ctx0" brushRef="#br1" timeOffset="153802.31">31565 10827 823 0,'10'0'159'0,"-10"0"-31"0,0 0 5 0,0 0 0 16,0 0-5-16,0 0-16 0,0 0-15 0,0 0-20 0,0 0-20 16,0 0-11-16,0 0-5 0,0 0 10 0,0 0-5 0,0 0-30 15,0 0-16-15,0 0 0 16,5 6 0-16,2 1 0 0,-6 1 0 0,-1-8 0 0,1 9 0 16,-2 0 0-16,-3 1 0 0,4-10 0 0,0 0 0 15,0 0 0-15,0 0 0 0,0 0 0 0,-9 8 0 0,2 2 0 16,7-10 0-16,0 0 0 0,-9 3 0 0,9-3 0 0,0 0 0 15,0 0 0-15,-6-4 0 0,0-1 0 0,1-4 0 0,1-1 0 16,0-1 0-16,7 0 0 0,-1-3 0 0,4 3 0 16,1 1 0-16,-1 0 0 0,4 1 0 0,0 1 0 0,1-2 0 0,1 4 0 0,1-3 0 15,-1 4 0-15,1-1 0 0,1 2 0 0,-2 3 0 16,-1 1 0-16,2 0 0 0,-1-1 0 0,0 5 0 0,-1-2 0 16,-1 4 0-16,-10-6 0 0,10 5 0 0,0 3 0 15,-2-2 0-15,-1 4 0 0,-7-10 0 0,3 10 0 0,0 0 0 16,-3-2 0-16,0 4 0 0,0-12 0 0,-3 9 0 0,-2 0 0 15,-2 0 0 1,1-1 0-16,-4 0 0 0,2-1 0 0,0 0 0 0,8-7 0 16,-12 3 0-16,4 2 0 0,-2-2 0 0,10-3 0 0,-9 0 0 15,9 0 0-15,-11-2 0 0,11 2 0 0,-7-3 0 16,7 3 0-16,0 0 0 0,-8-9 0 0,3 0 0 0,3-1 0 16,2 10 0-16,2-12 0 0,1-2 0 0,6 1 0 0,2-2 0 15,3 3 0-15,0-2 0 0,3 1 0 0,2 4 0 16,0 0 0-16,-2 0 0 0,-2 3 0 0,3 1 0 0,-3 0 0 0,-3 1 0 0,2 3 0 15,-3 0 0-15,-11 1 0 0,11 0 0 0,-11 0 0 16,0 0 0-16,0 0 0 0,0 0 0 0,0 0 0 0,7 7 0 16,-4 1 0-16,-3 0 0 0,-1 4 0 0,-1 2 0 0,-6-4 0 15,-1 4 0-15,-2 0 0 0,2-4 0 0,1-2 0 16,-2 3 0-16,1-6 0 0,9-5 0 0,0 0 0 0,0 0 0 16,-10 7 0-16,10-7 0 15,0 0 0-15,0 0 0 0,0 0 0 0,0 0 0 0,0 0 0 16,0 0 0-16,0 0 0 0,-9 3 0 0,0-6 0 0,9 3 0 15,-6-7 0-15,4 0-553 0,-1-3-194 0,-1-9 373 16,7 3 187-16</inkml:trace>
  <inkml:trace contextRef="#ctx0" brushRef="#br2" timeOffset="164367.55">24958 10992 669 0,'0'0'174'0,"-1"-4"-36"0,1 4 31 0,0 0 21 0,0 0-6 16,0 0-20-16,-1-6-46 0,-4 6-21 0,5 0-35 15,-9 0 9-15,1 4-60 0,8-4-11 0,0 0 0 0,0 0 0 16,0 0 0-16,0 0 0 0,0 0 0 0,0 0 0 0,-7-5 0 15,4 1 0-15,0 1 0 0,9-11 0 0,3 2 0 0,1-1 0 0,0 2 0 16,1-4 0-16,-1 8 0 0,-10 7 0 0,10-7 0 0,-1 0 0 16,-3 2 0-16,-6 5 0 0,10-4 0 0,-10 4 0 0,0 0 0 15,7-2 0-15,-7 2 0 0,0 0 0 0,10-1 0 0,-1 6 0 16,-9-5 0-16,6 7 0 0,-1-1 0 0,-1 3 0 16,-4 5 0-16,0-3 0 0,-4 2 0 0,2 0 0 0,-3 0 0 15,1-4 0-15,-1 1 0 0,0 0 0 0,-1-1 0 0,6-9 0 0,-5 8 0 16,-3-2 0-16,8-6 0 0,0 0 0 0,-7 7 0 0,-3-4 0 15,10-3 0-15,-10 4 0 0,10-4 0 0,0 0 0 0,-10 0 0 16,0-1 0-16,0-3 0 0,0 0 0 0,0-3 0 16,2 0 0-16,8 7 0 0,-4-10 0 0,-1 0 0 0,1 0 0 15,0 1 0-15,4 9 0 0,-1-11 0 0,1 0 0 0,1 0 0 16,3 1 0 0,-4 10 0-16,6-9 0 0,1-1 0 0,0 5 0 0,3-1 0 15,0 1 0-15,0 2 0 0,-3 2 0 0,-7 1 0 0,10-1 0 16,0 1 0-16,-1 2 0 0,-9-2 0 0,0 0 0 15,10 4 0-15,-3 1 0 0,1 3 0 0,-2 0 0 0,0 1 0 16,-2 1 0-16,-4-10 0 0,4 12 0 0,-7-2 0 0,3 3 0 16,-2-2 0-16,-3-3 0 0,-3 4 0 0,1-1 0 15,-1 0 0-15,1-2 0 0,-3 1 0 0,0-3 0 0,0 0 0 0,0 2 0 0,0-4 0 16,-1 0 0-16,11-5 0 0,-10 1 0 0,-1 1 0 16,1-5 0-16,10 3 0 0,-10-2 0 0,0-2 0 0,10 4 0 15,-9-6 0-15,9 6 0 0,-8-7 0 0,3-4 0 0,5 1 0 16,-2-1 0-16,4 0 0 0,0 0 0 0,4-2 0 15,1 2 0-15,0-2 0 0,3 3 0 0,-3 2 0 0,2 2 0 16,-9 6 0-16,10-11 0 16,0 5 0-16,-10 6 0 0,10-4 0 0,-10 4 0 15,10-4 0-15,0 6 0 0,-10-2 0 0,10 0 0 0,-10 0 0 16,0 0 0-16,6 5 0 0,0 1 0 0,-1 5 0 16,-1-2 0-16,-4 3 0 0,-1 3 0 0,-3-2 0 15,-1 0 0-15,1-2 0 0,-2 1 0 0,6-12 0 0,-6 12 0 16,-2-1 0-16,1-3 0 0,2 2 0 0,5-10 0 0,0 0 0 15,-10 8 0-15,10-8 0 0,-10 7 0 0,10-7 0 16,0 0 0-16,-11 4 0 0,2-4 0 0,-1 1 0 0,10-1 0 16,0 0 0-16,-8-4 0 0,8 4 0 0,0 0 0 0,0 0 0 15,-8-3 0-15,1-6 0 0,0 3 0 0,7 6-334 0,0 0-162 16,0 0-129-16,-5-10 329 0,5 10 148 0,-3-10 74 0</inkml:trace>
  <inkml:trace contextRef="#ctx0" brushRef="#br2" timeOffset="165750.46">25710 10836 465 0,'-4'9'153'0,"4"-9"-35"0,-5 10 10 0,5-10-26 0,0 0-5 0,0 0-25 16,0 0-26-16,0 0-25 0,0 0-16 0,0 0 5 0,0 0 5 15,0 0 6-15,0 0-1 0,0 0-9 0,0 0-6 16,0 0 5-16,0 0 5 0,0 0 16 0,0 0-6 0,0 0 11 15,0 0 0-15,0 0 5 0,0 0 0 0,0 0 10 0,0 0-4 16,0 0-12-16,0 0 1 0,0 0 10 0,0 0-10 0,0 0 5 16,0 0-16-16,0 0 11 0,0 0-10 0,0 0-1 0,0 0-4 15,0 0-1-15,-3 9 11 0,3-9-5 0,0 0-5 0,0 0-21 0,0 0 0 16,0 0 0-16,0 0 0 0,0 0 0 0,0 0 0 0,0 0 0 16,0 0 0-16,0 0 0 0,0 0 0 0,0 0 0 0,0 0 0 15,0 0 0-15,0 0 0 0,0 0 0 0,-2-6 0 16,1 3 0-16,1 3 0 0,0-7 0 0,0 7 0 0,0 0 0 15,0 0 0-15,6-1 0 0,-6 1 0 0,0 0 0 16,0 0 0-16,0 0 0 0,0 0 0 0,7 0 0 16,-4 4 0-16,2-2 0 0,0 0 0 0,-3 10 0 0,-1 4 0 15,-1 3 0-15,0 1 0 0,-3-9 0 0,1-3 0 0,1 4 0 16,-2-3 0-16,-1 4 0 0,4-13 0 0,-1 10 0 16,1-10 0-16,-5 8 0 0,5-8 0 0,0 0 0 0,-7 10 0 15,7-10 0-15,0 0 0 0,0 0 0 0,0 0 0 0,0 0 0 16,0 0 0-16,0 0 0 0,-6 2 0 0,1-4 0 0,-4-3 0 0,4-1 0 0,0-1 0 15,2-4 0-15,0-2 0 0,-1-3 0 0,4 16 0 16,0 0 0-16,2-9 0 0,-2-1 0 0,3 2 0 0,-3 8 0 16,4-11 0-16,-3 2 0 0,4-2 0 0,-5 11 0 15,0 0 0-15,0 0 0 0,7-9 0 0,-7 9 0 0,0 0 0 16,8-5 0-16,-8 5 0 0,0 0 0 0,0 0 0 0,0 0 0 16,7-1 0-16,-7 1 0 0,0 0 0 0,10 2 0 0,-10-2 0 0,5 5 0 0,0 3 0 15,-2 0 0-15,-2 2 0 0,1 3 0 0,-4-1 0 16,-1-2 0-16,3-10 0 0,0 0 0 0,-6 9 0 0,1-2 0 15,-2 1 0-15,7-8 0 0,0 0 0 0,0 0 0 0,-8 5 0 16,8-5 0-16,0 0 0 0,-8 3 0 0,8-3 0 16,0 0 0-16,0 0 0 0,-9 0 0 0,9 0 0 0,-10-5 0 15,10 5 0-15,-5-6 0 16,2-2 0-16,1-5 0 0,1-1 0 0,2 2 0 0,4-2 0 16,0 2 0-16,0 2 0 0,-5 10 0 0,5-10 0 15,-5 10 0-15,5-9 0 0,4 2 0 0,-3-2 0 0,-6 9 0 16,0 0 0-16,0 0 0 0,0 0 0 0,0 0 0 0,0 0 0 15,10-2 0-15,-10 2 0 0,0 0 0 0,10-1 0 16,-4 4 0-16,-6-3 0 0,0 0 0 0,9 4 0 0,-9-4 0 16,5 8 0-16,-5-8 0 0,0 0 0 0,0 0 0 0,1 8 0 0,3 2 0 0,-4-10 0 15,0 0-21-15,0 0-240 0,0 0-82 0,0 0-77 0,0 0-122 16,0 0 312-16,0 0 115 0,0 0 57 0</inkml:trace>
  <inkml:trace contextRef="#ctx0" brushRef="#br2" timeOffset="166922.11">26478 10664 163 0,'0'0'102'15,"0"0"-10"-15,-10-2 11 0,10 2-6 0,0 0 16 0,0 0-6 16,0 0 11-16,0 0-11 0,0 0 11 0,0 0-11 0,0 0 11 0,0 0 0 0,0 0 4 15,0 0-19-15,0 0-1 0,0 0-25 0,-6-6-15 0,6 6-6 16,0 0-10-16,-9-6-30 0,9 6-16 0,-1-6 0 16,1-2 0-16,5-3 0 0,0 1 0 0,5 1 0 0,-10 9 0 15,10-8 0-15,-10 8 0 0,10-3 0 0,0 5 0 0,-2-2 0 16,-8 0 0-16,9 2 0 0,-9-2 0 0,10 1 0 16,-10-1 0-16,0 0 0 15,0 0 0-15,0 0 0 0,0 0 0 0,10 5 0 0,-10-5 0 16,0 0 0-16,0 0 0 0,0 0 0 0,4 8 0 0,-4-8 0 15,1 7 0-15,-1-7 0 0,-5 6 0 0,0 2 0 0,-1-3 0 16,-4 1 0-16,-1-1 0 0,-3-4 0 0,14-1 0 16,-11 0 0-16,1-2 0 0,0-2 0 0,0-2 0 0,0 1 0 15,10 5 0-15,-10-9 0 0,10 9 0 0,-6-6 0 0,6 6 0 16,0 0 0-16,0 0 0 0,-9-9 0 0,7-2 0 0,2 11 0 0,0 0 0 16,-3-10 0-16,3 0 0 0,3-1 0 0,2 2 0 0,0 3 0 15,2-3 0-15,-7 9 0 0,10-8 0 0,0 4 0 16,0 2 0-16,-10 2 0 0,10-3 0 0,-10 3 0 0,10 3 0 15,-2-2 0-15,-8-1 0 0,0 0 0 0,0 0 0 0,10 2 0 16,-10-2 0-16,0 0 0 0,8 4 0 0,-8-4 0 0,0 0 0 16,5 10 0-16,-4-1 0 0,-1-2 0 0,0-7 0 0,-1 10 0 0,-5-3 0 15,-3 2 0-15,-1-3 0 0,-1-2 0 0,1 0 0 0,-4-2 0 16,4 1 0-16,-1-3 0 0,0 2 0 0,1-3 0 16,10 1 0-16,-10 2 0 0,10-2 0 0,-10-2 0 0,10 2 0 15,0 0 0-15,0 0 0 0,0 0 0 0,-6-5 0 0,6 5 0 16,0 0 0-16,0 0 0 0,-5-6 0 0,5-2 0 0,0 1 0 15,5-2 0 1,1 3 0-16,4-5 0 0,0 3 0 0,4 3 0 0,-3 2 0 16,0 0 0-16,3 0 0 0,-3 1 0 0,-1 1 0 0,1 1 0 15,1 1 0-15,-12-1 0 0,0 0 0 0,0 0 0 16,0 0 0-16,0 0 0 0,0 0 0 0,0 0 0 0,0 0 0 16,0 0 0-16,0 0 0 0,0 0 0 0,0 0 0 0,3 7 0 15,-3-7 0-15,0 0 0 0,0 0 0 0,0 0-150 0,0 6-18 16,-3 1-42-16,3-7-10 0,0 0-51 0,-7 3-78 0,7-3 9 0,-6 1 170 15,-4 0 85-15</inkml:trace>
  <inkml:trace contextRef="#ctx0" brushRef="#br2" timeOffset="167909.27">27313 10845 383 0,'0'0'184'0,"-10"-3"-30"16,10 3 10-16,0 0-6 0,0 0-15 0,0 0 11 0,0 0-21 15,0 0 0-15,0 0-20 0,-10-4-6 0,10 4-25 0,0 0-20 16,0 0-6-16,0 0-35 0,-6-6-21 0,1-1 0 0,5 7 0 0,0 0 0 15,0 0 0-15,0 0 0 0,0 0 0 0,0 0 0 0,0 0 0 16,0 0 0-16,0 0 0 0,0 0 0 0,0 0 0 0,0 0 0 16,0 0 0-16,0 0 0 0,0 0 0 0,0 0 0 0,0 0 0 15,0 0 0-15,0 0 0 0,0 0 0 0,0 0 0 0,0 0 0 16,-6-4 0-16,6 4 0 0,-9-5 0 0,9 5 0 0,0 0 0 16,0 0 0-16,0 0 0 15,0 0 0-15,0 0 0 0,0 0 0 0,0 0 0 16,0 0 0-16,-2-11 0 0,-1 1 0 0,3 10 0 0,0 0 0 15,0 0 0-15,0 0 0 0,-1-9 0 0,1 9 0 0,1-7 0 16,-1 7 0-16,0 0 0 0,0 0 0 0,0 0 0 0,0 0 0 16,0 0 0-16,0 0 0 0,0 0 0 0,0 0 0 0,0 0 0 15,0 0 0-15,0 0 0 0,0 0 0 0,0 0 0 16,-5 5 0-16,0 1 0 0,5-3 0 0,3-1 0 0,-7 8 0 0,-1 5 0 0,-1-2 0 16,6-13 0-16,0 0 0 0,0 0 0 0,-10 17 0 0,10-17 0 15,-8 6 0-15,8-6 0 0,0 0 0 0,0 0 0 0,0 0 0 16,0 0 0-16,0 0 0 0,0 0 0 0,0 0 0 15,0 0 0-15,-6-3 0 0,6 3 0 0,0 0 0 0,-6-3 0 16,-1-2 0-16,2-3 0 0,2-1 0 0,3 9 0 0,-4-12 0 16,3 0 0-16,1-3 0 15,0 15 0-15,0 0 0 0,0 0 0 0,0 0 0 16,5-9 0-16,-5 9 0 0,6-7 0 0,-6 7 0 0,9-5 0 16,-1 0 0-16,0 2 0 0,-8 3 0 0,10 0 0 0,0 0 0 15,1 3 0-15,-11-3 0 0,0 0 0 0,0 0 0 16,10 5 0-16,-10-5 0 0,6 5 0 0,2 2 0 0,-7 2 0 15,-1-9 0-15,0 0 0 0,0 0 0 0,1 10 0 0,-2 0 0 16,-4-2 0-16,0-1 0 0,-5 0 0 0,0 0 0 0,-1-3 0 0,0 2 0 16,1-4 0-16,10-2 0 0,-14 3 0 0,14-3 0 0,0 0 0 15,-10 2 0-15,10-2 0 0,-10 3 0 0,10-3 0 0,0 0 0 16,0 0 0-16,0 0 0 0,-8-2 0 0,8 2 0 0,-7-8 0 16,6 2 0-16,-1-4 0 0,4 3 0 0,-2-4 0 15,5 1-247-15,0-4-126 0,-5 14-67 0,0 0-98 0,10-10 313 16,-5 1 113-16,1 0 56 0</inkml:trace>
  <inkml:trace contextRef="#ctx0" brushRef="#br2" timeOffset="168673.45">27975 10595 547 0,'0'0'281'0,"0"0"-97"15,0 0-35-15,0 0-6 0,0 0 11 0,0 0-16 16,0 0-15-16,0 0-16 0,-7 2-35 0,7-2-16 0,0 0-25 16,-3 0-16-16,0-2 11 15,3-5-6-15,0 7-19 0,0 0-1 0,1-6 0 0,1-4 0 16,-2 10 0-16,8-8 0 0,-8 8 0 0,7-12 0 16,3 13 0-16,-10-1 0 0,8 4 0 0,-8-4 0 0,0 0 0 15,0 0 0-15,0 0 0 0,0 0 0 0,0 0 0 0,0 0 0 16,0 0 0-16,4 5 0 0,-3 2 0 0,-1 2 0 15,-3 0 0-15,-2-1 0 0,-2 2 0 0,-4-2 0 0,-1 0 0 16,5-1 0-16,7-7 0 0,-7 6 0 0,7-6 0 0,-10 3 0 0,10-3 0 0,0 0 0 16,0 0 0-16,0 0 0 0,0 0 0 0,-7-2 0 0,0-2 0 15,7 4 0-15,-5-7 0 0,5 1 0 0,-1-6 0 16,1 12 0-16,1-11 0 0,4-2 0 0,4 2 0 0,-9 11 0 16,7-8 0-16,6 3 0 0,-6 0 0 0,-7 5 0 0,12-6 0 15,0 0 0-15,-12 6 0 0,8-5 0 0,4 2 0 16,-1 1 0-16,-3-2 0 0,-8 4 0 0,0 0 0 0,0 0 0 0,9-1 0 0,-9 1 0 15,0 0 0-15,0 0 0 0,0 0 0 0,10 5 0 0,-10-5 0 16,5 6 0-16,-4 3 0 0,1 1 0 0,-5 0 0 16,-1-3 0-16,-2 3 0 0,-4 1 0 0,10-11 0 0,-9 5 0 15,1 1 0-15,8-6 0 0,-8 4 0 0,8-4 0 0,0 0 0 16,0 0 0-16,-10 1 0 0,0-1 0 0,0-1 0 16,10 1 0-16,-8-4 0 15,-1-3 0-15,3 1 0 0,6 6 0 0,-4-10 0 0,2-1 0 16,3 2 0-16,-1 9 0 0,1-11 0 0,4 0 0 15,-5 11 0-15,5-9 0 0,-5 9 0 0,7-9 0 0,5 0 0 16,-4 3 0-16,2 0 0 0,0 4 0 0,-10 2 0 0,11-3 0 16,1 2 0-16,0 0 0 0,-2 3 0 0,0-1 0 15,-10-1 0-15,11 3 0 0,-11-3 0 0,10 4 0 0,-10-4 0 16,0 0 0-16,0 0 0 0,0 0 0 0,9 6 0 0,-9-6 0 0,0 0 0 0,0 0 0 16,0 0 0-16,2 10 0 0,-2 0 0 0,0 1 0 15,0-3 0-15,-5 2 0 0,-1 3 0 0,0-3 0 0,6-10 0 16,0 0-103-16,0 0-235 0,0 0-92 0,-10 6-128 0,10-6 249 15,0 0 154-15,0 0 78 0</inkml:trace>
  <inkml:trace contextRef="#ctx0" brushRef="#br2" timeOffset="169598.49">28855 10830 301 0,'0'0'113'0,"0"0"5"0,1-11 4 0,-1 11 6 0,0 0 10 0,0 0-10 0,0 0 0 16,0 0-15-16,2-14-6 0,-2 14-4 0,0 0-11 0,0 0-5 15,0 0-6-15,2-11 1 0,-2 11-10 0,0 0-15 0,1-13-1 16,-1 13-35-16,0 0-21 0,0 0 0 0,5-8 0 16,-5 8 0-16,0 0 0 0,0 0 0 0,0 0 0 0,0 0 0 15,0 0 0-15,0 0 0 0,0 0 0 0,0 0 0 0,0 0 0 16,0 0 0-16,0 0 0 0,0 0 0 0,0 0 0 0,0 0 0 0,0 0 0 0,-1 1 0 16,1 4 0-16,-2 2 0 0,0 1 0 0,1 4 0 0,-1-1 0 15,2-11 0-15,-3 14 0 0,3-14 0 0,0 0 0 16,0 0 0-16,0 0 0 0,-7 16 0 0,7-16 0 0,0 0 0 15,0 0 0-15,0 0 0 0,0 0 0 0,0 0 0 0,0 0 0 16,0 0 0-16,0 0 0 0,0 0 0 0,3-1 0 0,1-2 0 16,1-3 0-16,3 2 0 15,4-2 0-15,-4 1 0 0,3-5 0 0,-11 10 0 16,0 0 0-16,0 0 0 0,0 0 0 0,0 0 0 16,12-10 0-16,-12 10 0 0,0 0 0 0,0 0 0 0,0 0 0 15,0 0 0-15,0 0 0 0,0 0 0 0,0 0 0 16,0 0 0-16,0 0 0 0,0 0 0 0,0 0 0 0,0 0 0 15,0 0 0-15,0 0 0 0,0 0 0 0,0 0 0 0,0 0 0 16,0 0 0-16,0 0 0 0,0 0 0 0,0 0 0 0,3 7 0 16,-3-7 0-16,0 0 0 0,-2 5 0 0,1 0 0 15,-3 2 0-15,4-7 0 0,0 0 0 0,0 0 0 0,-6 4 0 16,6-4 0-16,-10 3 0 0,10-3 0 0,0 0 0 0,0 0 0 16,-8 0 0-16,8 0 0 0,0 0 0 0,0 0 0 0,-10 0 0 15,8-11 0-15,2 4 0 0,2-1 0 0,1-5 0 16,4 4 0-16,-7 9 0 0,8-7 0 0,2 3 0 0,-10 4 0 15,0 0 0-15,10 0 0 0,-2 0 0 0,0-1 0 0,-8 1 0 16,0 0 0-16,0 0 0 0,10 3 0 0,-10-3 0 16,6 5 0-16,-6-5 0 0,9 8 0 0,-4-1 0 0,-5-7 0 15,0 0 0-15,4 9 0 0,-4-9 0 0,0 11 0 0,-3-2 0 16,2 3 0-16,-3-3 0 0,-2 1 0 0,1 0 0 16,5-10 0-16,-8 7 0 0,8-7 0 0,-7 11 0 0,7-11 0 15,-8 6 0-15,0 1 0 0,8-7 0 0,-10 6 0 0,10-6 0 16,0 0 0-16,0 0 0 0,0 0 0 0,0 0 0 0,-8 6 0 15,8-6 0-15,0 0 0 0,0 0 0 0,0 0 0 16,0 0 0-16,0 0 0 0,0 0 0 0,0 0 0 0,0 0 0 16,0 0 0-16,0 0 0 0,0 0 0 0,0 0-93 0,-2-4-495 15,2 1-95-15,2-6 341 0,1-5 171 0</inkml:trace>
  <inkml:trace contextRef="#ctx0" brushRef="#br2" timeOffset="170335.1">29813 10637 874 0,'0'0'241'0,"0"0"-73"0,0 0 17 0,0-1 20 0,0 1 10 15,3-3-56-15,-3 3-159 0,1-7 0 0,-1 7 0 16,0 0 0-16,0-8 0 0,0 8 0 0,0 0 0 0,0 0 0 15,0 0 0-15,0 0 0 0,0 0 0 0,0 0 0 0,0 0 0 16,0 0 0-16,0 0 0 0,6-3 0 0,-6 3 0 0,6-5 0 16,4 0 0-16,-6 11 0 0,2 4 0 0,3-1 0 0,-3 3 0 15,-6-12 0-15,0 0 0 0,5 19 0 0,-5-9 0 16,0-10 0-16,-2 9 0 0,-2 1 0 0,0 0 0 0,-2-3 0 16,-3 4 0-16,9-11 0 0,-10 9 0 0,2-3 0 15,-2-1 0-15,-3 0 0 0,3-4 0 0,-2 2 0 0,12-3 0 16,-12 1 0-16,0-2 0 0,2-3 0 0,-1-1 0 15,11 5 0-15,-10-5 0 0,10 5 0 0,0 0 0 0,0 0 0 16,0 0 0-16,-8-7 0 0,8 7 0 0,0 0 0 0,0 0 0 16,0 0 0-16,-4-7 0 0,4-3 0 0,2 2 0 0,5-2 0 15,1 2 0-15,3-2 0 0,3 4 0 0,1-1 0 16,-4-1 0-16,4 3 0 0,-4 3 0 0,3-1 0 0,-3 0 0 16,0 4 0-16,-11-1 0 0,10-1 0 0,0-1 0 15,-10 2 0-15,0 0 0 0,10 3 0 0,-10-3 0 0,0 0 0 16,0 0 0-16,0 0 0 0,0 0 0 0,0 0 0 0,0 0 0 15,0 0 0-15,4 7 0 0,-4 3 0 0,-1 0 0 0,-3 0 0 16,-2-1 0-16,-3 0 0 0,-2 4 0 0,-3 0 0 16,4-6 0-16,0-6 0 0,3 3 0 0,-3-2 0 0,10-2 0 15,-9 2 0-15,9-2 0 0,-11 6 0 0,1-10 0 0,10 4 0 0,-9-5 0 0,1-1 0 0,8 6 0 16,-7-7 0-16,2-5 0 0,4 1 0 0,-1 1 0 16,2 10 0-16,2-15 0 0,-1 4 0 0,4 0 0 0,0 2 0 15,0 0 0-15,-5 9 0 0,7-8 0 0,-7 8 0 0,0 0 0 16,7-7 0-16,-7 7 0 0,8-8 0 0,-8 8 0 0,0 0 0 15,8-6 0-15,-8 6 0 0,0 0 0 0,0 0 0 16,0 0 0-16,0 0 0 16,0 0-27-16,0 0-326 0,0 0-51 0,0 0-62 0,0 0 67 15,0 0 200-15,10-5 99 0</inkml:trace>
  <inkml:trace contextRef="#ctx0" brushRef="#br2" timeOffset="172324.64">30762 10861 306 0,'0'0'123'0,"0"0"5"0,-9 8 15 16,9-8-5-16,0 0 5 0,0 0-15 0,0 0-10 15,0 0-10-15,0 0 5 0,0 0 4 0,0 0-4 0,0 0 15 16,0 0-6-16,0 0-4 0,0 0-117 0,0 0-1 0,0 0 0 16,0 0 0-16,0 0 0 0,0 0 0 0,0 0 0 0,0 0 0 15,0 0 0-15,0 0 0 0,-5-1 0 0,1-3 0 0,3 3 0 0,1 1 0 0,0 0 0 16,0 0 0-16,0 0 0 0,-3-8 0 0,3-4 0 16,0 12 0-16,0 0 0 0,0 0 0 0,0 0 0 0,0 0 0 15,5-6 0-15,4-4 0 0,0 2 0 0,-2 10 0 0,-7-2 0 16,10 3 0-16,-1 0 0 0,-9-3 0 0,10 5 0 15,-10-5 0-15,7 11 0 0,-7-11 0 0,0 0 0 0,5 8 0 16,-2 2 0-16,-2 1 0 16,-2-1 0-16,1-10 0 0,-4 11 0 0,-1-1 0 0,-3 1 0 15,0-3 0-15,1-2 0 0,-3 0 0 0,2 0 0 16,-2-2 0-16,10-4 0 0,0 0 0 0,0 0 0 0,-11 2 0 16,1 0 0-16,10-2 0 0,-13-2 0 0,13 2 0 0,-8-5 0 15,-1 2 0-15,9 3 0 0,-9-5 0 0,9 5 0 16,-10-9 0-16,10 9 0 0,-5-10 0 0,5 10 0 0,-2-11 0 15,2 1 0-15,0 10 0 0,2-10 0 0,2 1 0 0,1 1 0 0,-5 8 0 0,10-9 0 16,0 3 0-16,1-2 0 0,0 1 0 0,-1 4 0 16,3 0 0-16,-3-1 0 0,2 0 0 0,-12 4 0 0,9 0 0 15,-9 0 0-15,10 0 0 0,-10 0 0 0,7 3 0 16,2 2 0-16,-9-5 0 0,0 0 0 0,0 0 0 0,0 0 0 16,5 7 0-16,-2 3 0 0,-1 0 0 0,-4 1 0 0,-1-1 0 15,-3 2 0-15,-3 1 0 16,-1-2 0-16,2-5 0 0,-2 2 0 0,-2-2 0 15,1 1 0-15,-3 0 0 0,4-2 0 0,-1-1 0 0,0 0 0 16,-3-1 0-16,4-1 0 0,0-2 0 0,10 0 0 16,-11 1 0-16,11-1 0 0,-10-2 0 0,10 2 0 0,-10-5 0 15,4-2 0-15,6 7 0 0,-9-7 0 0,4-1 0 0,3-2 0 16,2 10 0-16,-2-11 0 0,2-3 0 0,3 3 0 16,1 1 0-16,2 0 0 0,0 1 0 0,1 2 0 0,1 1 0 0,1 1 0 0,-1 1 0 15,1 0 0-15,4 0 0 0,-2 2 0 0,0-3 0 16,0 3 0-16,2-1 0 0,-1 1 0 0,-2 0 0 0,2 6 0 15,-2-1 0-15,-10-3 0 0,10 2 0 0,-10-2 0 0,12 6 0 16,-12-6 0-16,7 5 0 0,-7-5 0 0,8 8 0 16,-4 0 0-16,-4-8 0 0,0 0 0 0,5 9 0 0,-5-9 0 15,0 9 0-15,-2 2 0 16,-3 0 0-16,-1-2 0 0,-3-1 0 0,0 4 0 16,-1-6 0-16,0-1 0 0,-2-3 0 0,1 2 0 0,1-2 0 15,-1 1 0-15,-2-3 0 0,2-1 0 0,-4-1 0 0,5-1 0 16,-2-1 0-16,0-2 0 0,0 0 0 0,1 2 0 15,11 4 0-15,-11-5 0 0,11 5 0 0,0 0 0 0,0 0 0 16,0 0 0-16,0 0 0 0,-9-10 0 0,9 10 0 0,2-10-267 16,0 3-342-16,0-2 23 0,8-1 293 0,0-2 147 0</inkml:trace>
  <inkml:trace contextRef="#ctx0" brushRef="#br2" timeOffset="173242.42">31711 10734 373 0,'0'0'230'0,"0"0"-20"0,0 0-11 15,0 0 6-15,0 0 0 16,0 0-1-16,0 0 1 0,-8-3-21 0,0 1-152 0,3-4-32 16,3-1 0-16,2 7 0 0,0 0 0 0,0 0 0 15,0-10 0-15,0 10 0 0,2-10 0 0,2-1 0 0,-4 11 0 16,7-10 0-16,-7 10 0 0,7-5 0 0,-7 5 0 15,8-4 0-15,-8 4 0 0,10-2 0 0,-1 2 0 0,1 1 0 16,0-2 0-16,0 4 0 0,-10-3 0 0,0 0 0 0,10 4 0 16,-10-4 0-16,10 4 0 0,-1 2 0 0,-9-6 0 0,6 6 0 0,0 4 0 0,-6-10 0 15,3 9 0-15,-1 2 0 0,-2-11 0 0,-1 11 0 16,-3-1 0-16,-1-1 0 0,-2 1 0 0,-1-1 0 0,-3-5 0 16,1 5 0-16,-1-3 0 0,0-2 0 0,-1-2 0 15,2 4 0-15,-2-2 0 0,2-3 0 0,0 3 0 0,-1-6 0 16,11 2 0-16,0 0 0 0,-10 0 0 0,0-3 0 0,1 3 0 15,9 0 0-15,-10-7 0 0,2-1 0 0,2 1 0 0,1-3 0 0,5 10 0 16,-4-7 0-16,4-5 0 0,0 0 0 0,3 2 0 16,2-1 0-16,0-2 0 0,1 2 0 0,3 0 0 0,0 0 0 15,1 2 0-15,0 1 0 0,1-1 0 0,0 1 0 0,0 1 0 16,-1 3 0-16,-10 4 0 0,10-3 0 0,0 0 0 16,-10 3 0-16,10-1 0 0,1 1 0 0,-11 0 0 0,10 1 0 15,-10-1 0-15,0 0 0 16,12 4 0-16,-2 1 0 0,0 0 0 0,-3 2 0 0,1 1 0 15,-8-8 0-15,0 0 0 0,6 7 0 0,-6-7 0 16,5 10 0-16,-1 0 0 0,-4-10 0 0,-3 10 0 0,3 4 0 16,-1-3 0-16,1-11 0 0,-5 10 0 0,-4 0 0 0,3 1 0 15,-3-6 0-15,-1 2 0 0,-1-2 0 0,1-4 0 16,0 5 0-16,-1-4 0 0,1-2 0 0,10 0 0 0,-10-3 0 16,10 3 0-16,-10 0 0 0,0-3 0 0,1 0 0 0,0-3 0 0,9 6 0 15,-6-10 0-15,6 10 0 0,-7-6 0 0,2-3 0 0,5 9 0 16,0 0 0-16,0 0 0 0,0 0 0 0,-2-9 0 0,2 9 0 15,4-12 0-15,1 0 0 0,4 3 0 0,1-1 0 16,0 2 0-16,4 1 0 0,1 2 0 0,-15 5 0 0,13-5 0 16,-2 5 0-16,1 0 0 0,-4 0 0 0,4 5 0 15,-12-5 0-15,10 3 0 0,-10-3-1 16,10 3-444-16,-10-3-36 0,0 0-72 0,0 0 269 16,0 0 142-16,10 5 71 0</inkml:trace>
  <inkml:trace contextRef="#ctx0" brushRef="#br3" timeOffset="191189.73">25099 10850 240 0,'0'0'123'16,"0"0"-37"-16,0 0 12 0,0 0-17 0,0 0 17 0,-9 3-22 16,9-3 17-16,0 0-12 0,0 0 6 0,0 0-25 0,0 0-1 15,-6 6-4-15,6-6-16 0,-10 0 10 0,4-4-31 16,6 4 6-16,0 0-21 0,0 0 0 0,0 0 5 0,0 0-15 0,0 0 5 0,0 0 5 16,0 0-10-16,0 0 5 0,0 0-5 0,0 0 5 0,0 0 0 15,0 0 0-15,0 0-10 0,0 0 15 0,0 0 5 0,0 0-10 16,0 0 0-16,0 0-5 0,-10-2 5 0,10 2 10 0,0 0-25 15,0 0 30-15,0 0-25 0,0 0 15 0,0 0-10 0,0 0-5 16,-6 2 15-16,6-2-5 0,0 0 5 0,-9 0-5 16,9 0-10-16,0 0 5 15,-9 0 0-15,9 0 15 0,-5 8-15 0,0 0 5 0,5-8 5 16,0 0-10-16,0 0 15 0,0 0-10 0,-2 13 5 0,-3-2-5 16,5-11 0-16,0 0 0 0,0 0 0 0,0 0 0 0,0 0 0 15,0 0 0-15,-4 10 0 0,4-10 0 0,0 0 0 16,0 0 0-16,0 0 0 0,0 0 0 0,0 0 0 0,0 0 10 15,0 0 5-15,0 0-4 0,0 0 4 0,0 0 0 0,0 0 6 16,0 0 10-16,0 0 5 0,0 0-6 0,-1-2 6 0,-3-3 10 0,4-4 0 0,0 1 0 16,0-2-5-16,1-5 0 0,2 0-10 0,2-1-6 15,-5 16-14-15,0 0-6 0,0 0-5 0,0 0 10 0,0 0-5 16,0 0 1-16,0 0-17 0,0 0 16 0,0 0-5 0,0 0-5 16,0 0 0-16,5-9 10 0,-5 9 0 0,0 0 1 0,0 0-6 15,0 0 0-15,0 0 0 0,0 0-11 0,0 0-4 0,0 0 5 16,0 0-6-1,2 1 1-15,2 7 5 0,-4-1-6 0,0-1 1 0,-1 7 5 16,-4 2 5-16,1 0 5 0,-2 2 0 0,0-2 0 0,-2-5-11 16,8-10 6-16,-6 8 10 0,6-8 0 0,0 0 1 15,0 0-6-15,0 0 0 0,0 0 0 0,0 0 0 0,0 0-11 16,0 0 16-16,0 0-5 0,0 0 6 0,0 0 4 0,0 0 5 16,0 0 5-16,-1 2-9 0,-3-9-6 0,4 0 5 0,0-4-15 15,1 0 15-15,3-5-10 0,1-1-5 0,0-2 20 0,0 7-20 0,-5 12 21 16,6-9-26-16,-1 0 10 0,4 1-5 0,-4 0 5 0,-5 8 0 15,0 0 0-15,7-8 10 0,-7 8-15 0,9-7 15 0,-9 7-10 16,0 0 5-16,0 0-5 0,6 0-10 0,-6 0 5 0,9 2 0 16,-9-2 15-16,0 0-5 0,0 0 0 0,0 0-5 15,5 7 0-15,-5-7 10 0,6 4-5 0,-6-4 1 0,0 8-6 16,2 2-11-16,-2-10 16 0,0 0-5 0,-2 10 6 0,2-10-6 0,0 0 0 0,0 0 0 16,-6 11-11-16,6-11 16 0,-7 6-5 0,7-6 16 15,0 0-11-15,0 0-10 0,-8 3 10 0,8-3-15 0,0 0 20 16,0 0-10-16,0 0-5 0,0 0-11 0,-10-4-56 0,10 4-45 15,0 0-78-15,0 0-60 0,0 0-58 0,0 0-86 0,0 0 115 16,-5-6 142-16,1-4 71 0</inkml:trace>
  <inkml:trace contextRef="#ctx0" brushRef="#br3" timeOffset="191959.81">25366 10990 240 0,'0'0'102'0,"-10"2"-25"0,10-2-21 0,0 0-31 15,0 0-14-15,0 0-1 0,0 0 5 0,0 0-4 0,-6-1 14 16,6 1-4-16,0 0 15 0,-5-5-11 0,-1-2 21 0,6 7-15 16,0 0 10-16,-4-8 5 0,4-3 0 0,0 11 10 15,0-10-9-15,0 10 19 0,0 0-5 0,0 0 6 0,5-12-6 16,-5 12-9-16,0 0 4 0,0 0 0 0,0 0-5 0,0 0-5 16,0 0-15-16,0 0-16 0,0 0 1 0,0 0-11 0,0 0-10 15,0 0 10-15,0 0-5 0,0 0 5 0,0 0-5 0,0 0 0 16,0 0 0-16,0 0 0 0,0 1 0 0,-1 3-10 15,-3 3 15-15,4 0-5 0,-5 2 5 0,0 6-5 0,0-3-10 16,5-12 5-16,0 0 10 0,0 0-10 0,-6 17 5 16,6-17 5-16,0 0-10 0,0 0 5 0,0 0 5 0,0 0 20 0,0 0-10 15,0 0 16-15,0 0 0 0,0 0 10 0,0 0-11 16,0 0 17-16,0 0-6 0,0 0 5 0,0 0-5 0,0 0-11 16,0 0-4-16,0-4-16 0,1-2-4 0,3-1-6 0,-3-1 0 15,-1 8-11-15,0-11 16 0,1-4-5 0,3 1 6 16,-4 14-17-16,0 0 6 0,0 0 10 0,0 0 0 0,0 0-10 15,1-17 0-15,-1 17 0 0,0 0 5 0,0 0 0 0,0 0 0 16,0 0 0-16,0 0 0 0,0 0-10 0,0 0 15 0,0 0-15 16,0 0 10-16,-1 2-5 0,1-2-6 0,0 0 6 0,0 0 0 15,0 0-5-15,-1 4 15 0,1-4-15 0,0 0 10 16,0 0-5-16,0 0-6 0,0 0 6 0,0 0-10 0,0 0 20 16,0 0-5-16,0 0-5 0,0 0 0 0,0 0 0 0,0 0 15 15,0 0-5-15,0 0 0 0,0 0-5 0,2-3 0 0,3 1-10 16,-5 2-16-16,0 0 0 0,0 0 1 0,8-1-16 0,-8 1 0 15,0 0-25-15,0 0-6 0,0 0-10 0,6-4-20 16,-6 4-11-16,0 0-30 0,0 0-21 0,0 0-36 0,0 0-35 16,0 0-31-16,0 0 141 0,0 0 62 0,0 0 32 0</inkml:trace>
  <inkml:trace contextRef="#ctx0" brushRef="#br3" timeOffset="192895.97">25675 10771 0 0,'0'0'148'0,"2"13"-102"0,-2-13-5 0,1 10-11 16,-1-10-4-16,0 0-26 15,-3 11 10-15,3-11-20 0,-2 9 10 0,2-9 5 0,0 0 10 16,0 0 6-16,0 0-1 0,0 0 0 0,0 0 1 0,0 0 10 16,-1 10 15-16,1-10 0 0,0 0 31 0,0 0-11 0,0 0 6 15,0 0-21-15,0 0-5 0,-2 9-5 0,2-9-10 0,0 0-6 16,0 0-14-16,0 0 14 0,0 0-4 0,0 0-6 16,0 0-9-16,0 0 4 0,0 0 5 0,0 0-5 0,0 0 5 15,0 0-10-15,3 2 21 0,-3-2-26 0,0 0 15 0,0 0-5 0,5-2 1 0,-5 2 4 16,5-2-10-16,-5 2 1 0,0 0-6 0,9-1 10 0,-9 1-5 15,0 0 10-15,0 0-10 0,0 0 11 0,8-4-11 16,-8 4 10-16,0 0 11 0,0 0-11 0,0 0 6 0,0 0-6 16,0 0 5-16,0 0-9 0,0 0-6 0,0 0-5 0,0 0 0 15,0 0 0-15,0 0 0 0,0 0 10 0,0 0-5 0,0 0-10 16,0 0 0-16,0 0 0 16,1 2 5-16,1 1 0 0,0-3 0 0,-6 7 0 0,4-7 0 15,-6 10 0-15,6-10-10 0,0 0 15 0,0 0-15 16,0 0 10-16,0 0-5 0,0 0 5 0,0 0 0 0,0 0 0 15,0 0 0-15,0 0 0 0,0 0-11 0,0 0 16 0,0 0-5 16,0 0 6-16,0 0 4 0,0 0 15 0,3 3 11 0,-3-2 5 16,2-2 0-16,8-5 0 0,-2-3 0 0,-2 0-11 0,-6 9-14 15,0 0-11-15,0 0-5 0,0 0 0 0,0 0 0 0,0 0 10 0,0 0-5 0,0 0-10 16,0 0 10-16,0 0-5 0,0 0 6 0,0 0-6 16,0 0 10-16,0 0-15 0,0 0 5 0,0 0 5 0,0 0-10 15,0 0 5-15,0 0-5 0,0 0 5 0,0 0 0 0,0 0 0 16,0 0 0-16,0 0 0 0,0 0-11 0,7 1 16 0,-7-1-5 15,0 0 6-15,0 0-6 0,0 0 0 0,0 0-11 0,0 0 6 16,0 0 0-16,0 0 15 16,0 0-15-16,0 0 15 0,0 0-10 0,0 0 6 15,0 0-17-15,7 0-15 0,-9 8-10 0,0-1-5 0,2-7 11 16,0 0 4-16,0 0-15 0,-5 9 0 0,0 0-5 0,5-9 5 16,0 0-10-16,0 0-15 0,0 0-31 0,0 0-26 0,0 0-26 15,0 0-50-15,0 0-47 0,0 0 72 0,0 0 87 0,0 0 44 16</inkml:trace>
  <inkml:trace contextRef="#ctx0" brushRef="#br3" timeOffset="193613.39">26108 10936 736 0,'0'0'225'0,"-9"4"-35"0,-1 0 4 0,10-4-5 16,-6 0-9-16,6 0-32 0,-10-1-46 0,1-2-19 0,3-1-83 16,6 4 0-16,-10-8 0 0,10 8 0 0,0 0 0 0,0 0 0 15,0 0 0-15,0 0 0 0,0 0 0 0,0 0 0 0,0 0 0 0,0 0 0 16,0 0 0-16,0 0 0 0,0 0 0 0,0 0 0 0,0 0 0 16,0 0 0-16,0 0 0 0,0 0 0 0,0 0 0 0,0 0 0 15,0 0 0-15,0 0 0 0,0 0 0 0,-2-10 0 0,7 2 0 16,2 2 0-16,-2 1 0 0,5 1 0 0,0-2 0 15,1 1 0-15,4-1 0 0,-9 2 0 0,-6 4 0 0,0 0 0 16,0 0 0-16,0 0 0 16,0 0 0-16,0 0 0 0,0 0 0 0,0 0 0 0,0 0 0 15,0 0 0-15,0 0 0 0,8 4 0 0,-8 1 0 0,0-5 0 16,0 0 0-16,0 5 0 0,-3 2 0 0,1 1 0 16,-3 3 0-16,-3 0 0 0,8-11 0 0,0 0 0 0,-10 9 0 15,10-9 0-15,0 0 0 0,0 0 0 0,0 0 0 0,0 0 0 16,0 0 0-16,0 0 0 0,0 0 0 0,0 0 0 0,0 0 0 15,0 0 0-15,-5-4 0 0,4-3 0 0,0 1 0 0,1-8 0 0,1 1 0 16,3-1 0-16,2-3 0 0,4 3 0 0,-5 2 0 0,4 4 0 16,-9 8 0-16,6-11 0 0,4 2 0 0,-10 9 0 0,6-9 0 15,-6 9 0-15,0 0 0 0,0 0 0 0,0 0 0 16,10-5 0-16,-10 5 0 0,0 0 0 0,0 0 0 0,0 0 0 16,0 0 0-16,0 0 0 0,0 0 0 0,0 0 0 0,6 2 0 15,2-1 0-15,-7 5 0 0,-1 0 0 0,0-6 0 0,0 0 0 0,5 9 0 0,-5-9 0 16,0 0 0-16,0 0 0 0,0 0 0 0,0 0 0 15,-1 10 0-15,1-10 0 0,0 0 0 0,0 0 0 0,0 0 0 16,0 0 0-16,0 0 0 0,-3 12 0 0,3-12 0 0,0 0 0 16,0 0 0-16,0 0-37 0,0 0-306 0,0 0-97 0,0 0-102 15,0 0 199-15,0 0 172 0,0 0 85 0</inkml:trace>
  <inkml:trace contextRef="#ctx0" brushRef="#br3" timeOffset="194368.48">26514 10476 142 0,'0'0'82'0,"-7"-7"10"0,7 7-5 0,0 0 0 0,0 0 16 16,0 0-11-16,0 0 0 0,0 0 0 0,0 0-15 0,0 0 15 16,-7-9-20-16,7 9-1 0,0 0 1 0,0 0-5 0,0 0-1 15,0 0-15-15,0 0-15 16,0 0-11-16,0 0-4 0,0 0-11 0,0 0-4 0,0 0-6 15,0 0 0-15,0 0 0 0,0 0 0 0,-8-2 0 16,8 2 0-16,-9 0 0 0,2 3 0 0,-1 2 0 0,8-5 0 16,-6 5 0-16,-4 3 0 0,5 2 0 0,5-10 0 0,0 0 0 15,0 0 0-15,0 0 0 0,-6 12 0 0,6-12 0 16,0 0 0-16,0 0 0 0,0 0 10 0,0 0-5 0,0 0 10 16,0 0 0-16,0 0 6 0,0 0-11 0,0 0 6 0,0 0-11 0,0 0 10 0,0 0 0 15,0 0-4-15,0 0 14 0,0 0-15 0,0 0 11 0,0 0-6 16,0 0-15-16,-8 0 10 0,8 0-10 0,0 0 6 0,0 0 4 15,0 0-15-15,-3-4 5 0,-1-2 5 0,4 6-10 0,0 0 15 16,0 0-20-16,0-6 20 0,0-1-20 0,4-1 20 16,-2-2-10-16,-2 10 15 0,5-15 0 0,-5 15 6 0,11-3-1 15,2 1 1-15,-2 0-1 0,-11 2-9 0,10 1 4 0,0-2 0 0,-10 1 6 16,8 1-11-16,-8-1 6 0,0 0 9 0,10 3-10 0,-10-3 6 16,0 0-16-16,0 0 1 0,0 0-6 0,0 0 0 0,0 0 0 15,0 0 0-15,0 0 0 0,0 0 0 0,0 0 0 0,0 0 0 16,0 0 0-16,0 0 0 0,0 0 0 0,0 0 0 0,0 0 0 15,0 0 0-15,0 0 0 0,0 0 0 0,0 0 0 0,0 0 0 16,0 0 0-16,0 0 0 16,2 7 0-16,-4-1 0 0,2-6 0 0,0 0 0 0,-3 4 0 15,-2 1 0-15,5-5 0 0,0 0-98 0,-9 4-189 16,9-4-45-16,0 0-37 0,0 0-56 0,0 0 157 0,0 0 134 16,0 0 67-16</inkml:trace>
  <inkml:trace contextRef="#ctx0" brushRef="#br3" timeOffset="195339.27">26795 10809 275 0,'0'0'103'0,"0"0"-16"0,0 0 10 16,0 0 0-16,0 11-5 0,0-11-5 0,0 0-25 0,0 0-1 16,4 6-15-16,1 0 0 0,1-2-5 0,-6-4 0 15,9 2 0-15,0-2-10 0,1-3 5 0,-2-2-21 0,2-3 16 16,-10 8 0-16,0 0 9 0,0 0 12 0,9-8 4 0,-1 1-5 15,0 1 5-15,-8 6-9 0,0 0 19 0,7-7-5 0,-7 7 6 0,0 0 4 0,6-8-24 16,-6 8-12-16,0 0-24 0,0 0-6 0,0 0-15 16,0 0 15-16,0 0-15 0,0 0 10 0,0 0 5 0,-1 0 0 15,-1 5-10-15,-1 1 0 0,-6 3 0 0,1 0 5 0,-2 1 0 16,-3 5 0-16,1 0 10 0,12-15-5 0,0 0-10 16,0 0 0-16,-5 8 10 0,5-8 0 0,0 0-10 0,0 0 10 15,0 0 5-15,0 0 10 16,0 0 1-16,0 0-5 0,0 0-16 0,0 0 0 0,0 0 0 15,0 0 0-15,0 0 0 0,0 0 0 0,0 0 0 0,0 0 0 16,0 0 0-16,0-5 0 0,0 2 0 0,5-5 0 16,0-2 0-16,2-1 0 0,3-8 0 0,-2 5 0 0,-8 14 0 15,12-18 0-15,-12 18 0 0,0 0 0 0,0 0 0 0,0 0 0 16,0 0 0-16,0 0 0 0,0 0 0 0,0 0 0 0,0 0 0 16,0 0 0-16,3 1 0 0,-1 3 0 0,-2 2 0 0,0 2 0 0,-2 0 0 15,-1 7 0-15,3-15 0 0,-5 13 0 0,5-13 0 0,0 0 0 16,-7 15 0-16,7-15 0 0,0 0 0 0,0 0 0 0,0 0 0 15,0 0 0-15,-3 7 0 0,3-7 0 0,0 0 0 0,0 0 0 16,0 0 0-16,0 0 0 0,0 0 0 0,0 0 0 0,0 0 0 16,0 0 0-16,0 0 0 0,0 0 0 0,0 0 0 15,0 0 0-15,0 0 0 16,-2-5 0-16,2 5 0 0,2-5 0 0,-2-1 0 0,0 6 0 16,0-8 0-16,0 8 0 0,0 0 0 0,2-8 0 0,-2 8 0 15,0 0 0-15,0 0 0 0,0 0 0 0,0 0 0 0,0 0 0 16,0 0 0-16,0 0 0 0,0 0 0 0,0 0 0 15,0 0 0-15,-2 0 0 0,0-1 0 0,2 1 0 0,-1-5 0 16,-4 13 0-16,-4 1 0 0,4 0-11 0,5-9-107 0,0 0-20 16,0 0-21-16,0 0-35 0,-8 11-52 0,8-11-66 0,0 0-66 0,0 0 132 0,0 0 123 15,0 0 62-15</inkml:trace>
  <inkml:trace contextRef="#ctx0" brushRef="#br3" timeOffset="196157.17">27261 10765 316 0,'0'0'138'0,"0"0"-10"0,0 0 5 16,0 0-5-16,0 0 21 0,0 0-6 0,0 0-5 0,0 0-10 15,0 0-25-15,-5-1-31 0,5 1-32 0,0 0-14 0,0 0-16 16,0 0-4-16,-4-5-6 0,4 5 0 0,-1 4 10 0,0-13-5 15,1 9 0-15,-3-10-15 0,2 0 5 0,1 10 0 16,0 0 5-16,0 0 0 0,0 0 0 0,0 0 10 0,5-12-15 16,-5 12 5-16,0 0 5 0,0 0 0 0,0 0 10 0,0 0-10 0,0 0-10 0,0 0 10 15,0 0 5-15,0 0 1 0,0 0-6 0,0 0-5 0,0 0 0 16,0 0-10-16,5-5 15 0,-5 5-5 0,0 0 5 0,4 5 5 16,-4-5-15-16,2 7 5 0,-2-7-5 0,0 0 15 15,0 0-5-15,0 6 0 0,0-6-5 0,0 0 0 0,0 0 0 16,0 0 0-16,0 0 0 0,0 8 10 0,0-8 5 0,0 0 27 15,0 0-12-15,0 0 11 0,0 0-5 0,0 0-5 0,0 0-6 0,0 0 6 0,0 0-16 16,0 0-4-16,0 0-11 0,0 0 0 0,0 0 0 0,0 0-10 16,0 0 5-16,0 0 0 0,0 0-6 0,0 0-4 0,0 0-6 15,0 0 1-15,0 0-1 0,0 0 1 0,0 0-11 16,0 0 26-16,0 0 0 0,0 0 0 0,0 0 0 0,3-1 0 16,-1 2 5-16,-2-1 0 0,0 0 0 0,0 0 0 0,4 0 0 15,-4 0-11-15,2-6 16 16,-2 6 5-16,4-8 11 0,-4 8-11 0,0 0 6 0,0 0-11 15,0 0 10-15,0 0 0 0,0 0-4 0,0 0-6 0,0 0 5 16,0 0-15-16,0 0 15 0,0 0-10 0,0 0 6 16,0 0 4-16,0 0-5 0,0 0 0 0,0 0-5 0,0 0 0 15,0 0 0-15,0 0-10 0,0 0 15 0,0 0-5 0,0 0 5 16,0 0-5-16,0 0 0 0,0 0 0 0,0 0 10 0,0 0-15 16,0 0 5-16,0-2-5 0,-4 2-26 0,4 1-56 0,-3 8-56 0,-5 1-52 0,-3 0-61 15,11-10-41-15,0 0-66 0,0 0 56 0,0 0 154 0,0 0 76 16</inkml:trace>
  <inkml:trace contextRef="#ctx0" brushRef="#br3" timeOffset="196874.06">27626 10861 434 0,'-7'6'144'0,"7"-6"-53"0,-10 6 37 0,10-6-25 0,0 0-1 0,0 0-20 16,0 0-20-16,0 0-11 0,0 0-10 0,0 0-11 0,0 0-4 16,0 0-16-16,0 0 16 0,0 0-16 0,0 0 21 0,0 0-11 15,0 0 5-15,0 0 6 0,-9-1 15 0,9 1 11 0,0 0 14 16,-6-3-14-16,6 3 14 0,0 0-19 0,-5-3 9 0,5 3-15 16,0 0-10-16,0 0-11 0,0 0-4 0,0 0-11 15,0 0-4-15,0 0-6 0,-5-8 0 16,5 8 0-16,0-7 0 0,0 7-11 0,1-10 16 15,3 1-5-15,-4 9 6 0,9-11-6 0,-2 9 0 0,-7 2 0 16,10-5 10-16,-10 5-5 0,0 0 10 0,0 0-10 0,0 0 1 16,0 0-6-16,0 0 0 0,0 0 0 0,0 0 0 15,0 0 0-15,0 0 0 0,0 0 0 0,0 0 0 0,0 0 0 16,5 2 0-16,0 4 0 0,-5 0 0 0,0 1 0 0,-3 3 0 16,0 0 0-16,3-10 0 0,0 0 0 0,-9 11 0 0,9-11 0 0,-6 12 0 0,6-12 0 15,0 0 0-15,0 0 0 0,0 0 0 0,0 0 0 16,0 0 0-16,0 0 0 0,0 0 0 0,0 0 0 0,0 0 0 15,0 0 0-15,0 0 0 0,0 0 0 0,0 0 0 0,0 0 0 16,0 0 0-16,0 0 0 0,-4-2 0 0,3-2 0 0,1-4 0 16,0 2 0-16,1-6 0 0,4 1 0 0,0-5 0 0,4 1 0 15,-3 5 0 1,-6 10 0-16,10-11 0 0,-5 2 0 0,-5 9 0 0,0 0 0 16,0 0 0-16,9-10 0 0,-9 10 0 0,0 0 0 0,0 0 0 15,0 0 0-15,0 0 0 0,0 0 0 0,0 0 0 0,0 0 0 16,0 0 0-16,0 0 0 0,2 5 0 0,-2-4 0 0,0 4 0 15,0-5 0-15,-5 8 0 0,3 2 0 0,-3 1 0 16,-3 1 0-16,8-12 0 0,0 0 0 0,0 0 0 0,0 0 0 16,0 0 0-16,-6 15 0 0,6-15 0 0,0 0 0 0,0 0 0 0,0 0 0 0,0 0 0 15,0 0 0-15,0 0-83 0,0 0-111 0,0 0-31 0,0 0-21 16,0 0-56-16,0 0-56 0,0 0 38 0,0 0 160 16,0 0 80-16</inkml:trace>
  <inkml:trace contextRef="#ctx0" brushRef="#br3" timeOffset="197575.44">27995 10495 240 0,'-8'0'107'0,"-1"-1"-4"0,9 1 4 15,-10-3-5-15,10 3 1 0,0 0-1 0,0 0-10 0,-10-2 16 16,10 2-16-16,0 0 10 0,0 0-15 0,0 0 10 0,0 0-10 16,-10-7 11-16,10 7-22 0,0 0-14 0,0 0-16 15,0 0-5-15,0 0-11 16,-5-7-14-16,5 7-1 0,0 0 0 0,-1-6 6 0,1 6 10 16,1-8-6-16,4 1-9 0,0-2-21 0,2 3 10 0,5-3-5 15,-1 2 5-15,-11 7-5 0,0 0 0 0,12-3 10 16,-12 3-15-16,8-3 15 0,-8 3-4 0,0 0-6 0,0 0 0 15,0 0 0-15,0 0 0 0,0 0 0 0,0 0 0 0,0 0 0 16,0 0 0-16,7 3 0 0,-7-3 0 0,0 0 0 0,1 5 0 16,3 2 0-16,-4 1 0 0,-2 0 0 0,2-8 0 0,0 0 0 0,0 0 0 15,-3 11 0-15,3-11 0 0,0 0 0 0,0 0 0 0,0 0 0 16,0 0 0-16,0 0 0 0,0 0 0 0,-8 9 0 0,8-9 0 16,0 0 0-16,0 0 0 0,0 0 0 0,0 0 0 0,0 0 0 15,0 0 0-15,-7 3 0 0,-1-9 0 0,6 1 0 0,0-2 0 16,2-2 0-16,0 9 0 0,0 0 0 0,5-9 0 15,0-1 0-15,-5 10 0 16,10-7 0-16,-10 7 0 0,0 0 0 0,0 0 0 0,8-3 0 16,2 6 0-16,-10-3 0 0,0 0 0 0,0 0 0 0,0 0 0 15,10 1 0-15,-10-1 0 0,0 0 0 0,0 0 0 0,0 0 0 16,0 0 0-16,0 0 0 0,0 0 0 0,0 0 0 16,0 0 0-16,0 0 0 0,0 0 0 0,0 0 0 0,0 0 0 15,4 6 0-15,-4 2 0 0,0-3 0 0,-5 1 0 0,0-1 0 16,5-5 0-16,-9 10 0 0,9-10 0 0,0 0 0 0,0 0 0 0,0 0 0 0,0 0-124 15,0 0-106-15,0 0-41 0,0 0-42 0,0 0-65 16,0 0 12-16,0 0 183 0,0 0 92 0</inkml:trace>
  <inkml:trace contextRef="#ctx0" brushRef="#br3" timeOffset="198493.39">28438 10819 209 0,'0'0'102'0,"0"0"-40"0,0 0-6 15,0 0 21-15,0 0 15 0,0 0 0 0,0 0-5 0,0 0-25 16,0 0-11-16,0 0-10 0,0 0 0 0,0 0 20 0,0 0 0 16,0 5-4-16,2 1-11 0,-2-6 5 0,0 0-15 0,0 0 15 15,0 0-10-15,0 0 15 0,0 0 0 0,0 0 6 16,0 0-1-16,0 0 11 0,0 0-16 0,0 0 5 0,5 7-14 16,-5-7-1-16,0 0-16 15,0 0-14-15,0 0-11 0,0 0 5 0,0 0-15 0,0 0 15 16,0 0-10-16,0 0 6 0,0 0-6 0,0 0 0 0,0 0-11 15,0 0 6-15,0 0 0 0,0 0 15 0,0 0-15 0,5 0 5 16,4-4-5-16,-9 4 5 0,6-3 0 0,-6 3-10 16,0 0 15-16,11-5-15 0,-11 5 10 0,0 0 5 0,0 0 0 15,0 0 0-15,0 0-5 0,0 0 0 0,0 0 0 0,0 0 10 16,0 0-5-16,10-1 1 0,-10 1-6 0,0 0 10 0,0 0-15 0,3 3 15 0,-3 3-10 16,-3 1-5-16,2 3 0 0,-4 3 0 0,0 0 5 15,-5 3 0-15,10-16 0 0,-10 7 0 0,10-7 10 0,-7 6-5 16,-1 2 0-16,8-8-15 0,0 0 15 0,-10 5 15 0,10-5 6 15,0 0-5-15,0 0-21 0,0 0 0 0,0 0 0 0,0 0 0 16,0 0 0-16,0 0 0 0,0 0 0 0,-5-3 0 16,3-4 0-16,-1-2 0 0,3 0 0 0,4-2 0 0,2-1 0 0,2-2 0 0,-1-2 0 15,2 6 0-15,-3 3 0 0,3-1 0 0,-2 0 0 16,-7 8 0-16,0 0 0 0,9-8 0 0,-3 0 0 0,-6 8 0 16,0 0 0-16,0 0 0 0,0 0 0 0,0 0 0 0,0 0 0 15,0 0 0-15,0 0 0 0,0 0 0 0,0 0 0 0,0 0 0 16,0 0 0-16,3 2 0 0,-2 2 0 0,-1-4 0 0,-1 6 0 15,-2 0 0 1,-2 3 0-16,5-9 0 0,-5 9 0 0,5-9 0 0,0 0 0 16,-5 11 0-16,5-11 0 0,0 0 0 0,0 0 0 0,0 0 0 15,-10 15 0-15,10-15 0 0,0 0 0 0,0 0-26 0,0 0-205 16,0 0-76-16,0 0-92 0,0 0-108 0,0 0 218 0,0 0 145 16,0 0 72-16</inkml:trace>
  <inkml:trace contextRef="#ctx0" brushRef="#br3" timeOffset="199194.69">28911 10828 199 0,'-10'0'107'0,"10"0"-15"0,0 0 0 15,0 0-10-15,0 0 0 0,0 0 0 0,-10-3 0 0,10 3 0 16,0 0 0-16,0 0-11 0,0 0-14 0,-5-8-11 0,5 8-16 16,0 0 6-16,-1-8 0 0,2-4 5 0,1 5 10 0,4-2-5 0,2 1 0 15,2 0 5-15,2 1 6 0,-2 1 4 0,-10 6-9 0,0 0-7 16,9-2-4-16,0 1 0 0,2-1 0 0,-2-2-21 0,-9 4 1 16,0 0-16-16,0 0 11 0,0 0-11 0,9-4 0 15,-9 4 5-15,0 0-5 0,0 0 1 0,0 0-6 0,0 0 0 16,0 0 10-16,0 0-5 0,0 0 0 0,0 0-5 0,0 0 0 15,0 0 0-15,2 3 0 16,-2-3 0-16,4 6 0 0,-4 1 10 0,-4-2-5 0,3 4-10 16,1-9 10-16,-6 7-15 0,6-7 20 0,0 0 11 15,-8 10 15-15,8-10-6 0,0 0-29 0,0 0-1 0,0 0 0 16,-11 10 0-16,11-10 0 0,0 0 0 0,0 0 0 0,0 0 0 16,0 0 0-16,0 0 0 0,0 0 0 0,-5-5 0 0,5 5 0 15,-5-6 0-15,5 6 0 0,-1-9 0 0,1 2 0 0,0 7 0 16,0-11 0-16,1 0 0 0,4-3 0 0,-5 14 0 0,0 0 0 0,10-11 0 15,-10 11 0-15,6-6 0 0,-6 6 0 0,0 0 0 0,0 0 0 16,10-4 0-16,-10 4 0 0,0 0 0 0,0 0 0 0,0 0 0 16,0 0 0-16,0 0 0 0,0 0 0 0,9 4 0 0,-9-4 0 15,0 0 0-15,0 0 0 0,0 0 0 0,0 0 0 0,0 0 0 16,0 0 0-16,0 0 0 0,0 0 0 0,0 0 0 16,0 0 0-16,4 5 0 15,-4-5 0-15,0 0 0 0,0 0 0 0,0 0 0 0,0 3 0 16,0-3 0-16,0 0 0 0,0 0 0 0,0 0 0 0,0 0 0 15,0 0 0-15,0 0 0 0,0 0 0 0,0 0 0 0,0 0 0 16,0 0-180-16,0 0-96 0,0 0-62 0,0 0-61 0,0 0-28 16,0 0 213-16,0 0 107 0</inkml:trace>
  <inkml:trace contextRef="#ctx0" brushRef="#br3" timeOffset="200301.22">29291 10863 552 0,'0'0'133'0,"0"0"-41"0,4 5 11 0,-4-5 9 0,5 4 1 16,1-2-16-16,-6-2-41 0,8 2-30 0,-8-2-21 0,0 0-15 16,0 0 15-16,0 0-15 0,7-2 20 0,-7 2-20 0,0 0 20 15,0 0-20-15,0 0 20 0,0 0-10 0,0 0 15 0,0 0-20 16,0 0 5-16,0 0-5 0,8 4 15 0,-8-4 5 0,0 0 16 16,0 0 5-16,0 0 5 0,7 5 10 0,-7-5-5 15,0 0 0-15,0 0 5 0,0 0 6 0,0 0 4 0,0 0 0 16,0 0 1-16,0 0-21 0,0 0-11 0,0 0-9 0,0 0-11 15,0 0 16-15,0 0-6 0,0 0 22 0,0 0-42 0,0 0 0 16,0 0 0-16,0 0 0 0,0 0 0 0,10-6 0 0,-8 1 0 16,3-3 0-16,-5 1 0 0,2-3 0 0,-2 10 0 0,1-10 0 15,-1 10 0-15,4-13 0 0,-4 13 0 0,0 0 0 16,0 0 0-16,0 0 0 0,0 0 0 0,0 0 0 0,0 0 0 16,0 0 0-16,0 0 0 0,0 0 0 0,0 0 0 0,0 0 0 15,0 0 0-15,0 0 0 0,0 0 0 0,0 0 0 0,0 0 0 16,0 0 0-16,0 0 0 0,0-9 0 0,-4 11 0 15,4 3 0-15,0-5 0 0,0 0 0 0,0 0 0 0,0 0 0 16,0 0 0-16,0 0 0 0,0 0 0 0,0 0 0 0,-3 8 0 16,3-8 0-16,0 0 0 0,0 0 0 0,0 0 0 0,0 0 0 15,5 5 0-15,0 1 0 0,0-2 0 0,-2-2 0 0,8-8 0 16,1-3 0-16,-2 2 0 0,-10 7 0 0,12-11 0 16,-6 4 0-16,-1-4 0 0,-5 11 0 0,7-7 0 0,-7 7 0 15,0 0 0-15,0 0 0 0,0 0 0 0,0 0 0 0,0 0 0 16,0 0 0-16,0 0 0 0,0 0 0 0,0 0 0 15,0 0 0-15,0 0 0 0,0 0 0 0,0 1 0 0,-2 4 0 16,-1 0 0-16,-2 4 0 0,-3 2 0 0,1-3 0 0,-5 6 0 16,2 0 0-16,10-14 0 0,-6 7 0 0,6-7 0 15,0 0 0-15,0 0 0 0,-9 6 0 0,9-6 0 0,0 0 0 16,0 0 0-16,0 0 0 0,0 0 0 0,0 0 0 0,-9 7 0 16,9-7 0-16,0 0 0 0,0 0 0 0,0 0 0 0,0 0 0 15,0 0 0-15,0 0 0 0,-5-4 0 0,5 4 0 0,0 0 0 16,0 0 0-16,-5-6 0 0,0 1 0 0,3-5 0 15,-3 0 0-15,5-1 0 0,2-4 0 0,-2 15 0 0,7-14 0 16,-7 14 0-16,0 0 0 0,0 0 0 0,5-11 0 0,-5 11 0 16,5-7 0-16,-5 7 0 0,0 0 0 0,0 0 0 15,0 0 0-15,0 0 0 0,0 0 0 0,0 0 0 0,0 0 0 0,0 0 0 16,0 0 0-16,0 0 0 0,0 0 0 0,3 2 0 0,-3 2 0 0,2 1 0 0,3 1 0 0,-5-6 0 0,-2 9 0 16,2-9 0-16,0 0 0 0,-3 12 0 0,3-12-124 15,0 0-101-15,0 0-46 0,0 0-36 0,-4 14-46 0,4-14-41 16,0 0 207-16,0 0 94 0,0 0 46 0</inkml:trace>
  <inkml:trace contextRef="#ctx0" brushRef="#br3" timeOffset="200917.96">29736 10687 276 0,'0'0'97'0,"0"0"-26"0,0 0-9 0,0 0-1 0,10-4 21 15,-10 4-10-15,6-2 9 0,4-6-4 0,-10 8-5 0,0 0 5 16,7-5-1-16,1-1 17 15,-3-1-6-15,4-6 0 0,-9 13 15 0,7-6 0 0,-7 6 6 16,0 0-6-16,5-7-10 0,-5 7-5 0,9-8-15 0,-9 8-61 16,0 0-11-16,0 0 0 0,5-10 0 0,-5 10 0 15,0 0 0-15,0 0 0 0,0 0 0 0,0 0 0 0,0 0 0 16,6-8 0-16,-6 8 0 0,0 0 0 0,0 0 0 0,0 0 0 16,0 0 0-16,0 0 0 0,0 0 0 0,0 0 0 0,0 0 0 15,0 0 0-15,0 0 0 0,0 0 0 0,0 0 0 0,0 0 0 0,0 0 0 0,0 0 0 16,0 0 0-16,0 0 0 0,5 0 0 0,-5 0 0 15,0 0 0-15,0 0 0 0,0 0 0 0,0 0 0 0,0 0 0 16,0 0 0-16,0 0 0 0,0 0 0 0,0 0 0 0,0 0 0 16,0 0 0-16,0 0 0 0,0 0 0 0,0 0 0 0,0 0 0 15,0 0 0-15,0 0 0 0,0 0 0 0,0 0 0 0,0 0 0 16,0 0 0-16,0 0 0 16,0 0 0-16,0 0 0 0,0 0 0 0,4-9 0 0,-4 9 0 15,6-9 0-15,-1 2 0 0,1 0 0 0,-1-1 0 16,-5 8 0-16,0 0 0 0,0 0 0 0,5-5 0 0,-5 5 0 15,0 0 0-15,0 0 0 0,0 0 0 0,0 0 0 0,0 0 0 16,0 0 0-16,0 0 0 0,0 0 0 0,0 0 0 0,0 0 0 16,0 0 0-16,0 0 0 0,0 0 0 0,0 0 0 0,0 0 0 15,0 0 0-15,0 0 0 0,0 0 0 0,0 0 0 0,0 0 0 0,0 0 0 16,0 0 0-16,0 4 0 0,0-4 0 0,-1-6 0 0,1 6 0 16,-1 5 0-16,1-5 0 0,0 0 0 0,0 0 0 0,0 0 0 15,0 0 0-15,0 0 0 0,0 0-52 0,0 0-178 0,0 0-98 16,0 0-117-16,0 0-51 0,0 0 248 0,0 0 124 15</inkml:trace>
  <inkml:trace contextRef="#ctx0" brushRef="#br3" timeOffset="201857.66">30312 10851 286 0,'0'0'123'16,"0"0"-16"-16,0 0 6 0,3-8 14 0,2-2 1 15,-5 10-10-15,0 0-31 0,0 0-15 0,0 0-21 0,0 0-15 16,0 0 0-16,0 0-21 0,0 0 16 0,0 0-21 0,0 0 1 0,0 0 9 0,0 0-20 16,0 0 15-16,0 0-15 0,0 0 5 0,0 0-15 0,0 0 15 15,0 0-15-15,0 0 10 0,0-1-5 0,-1 5 5 0,-4 0 10 16,1-1-15-16,-2 5 5 0,6-8 5 0,-7 12 0 16,7-12 10-16,0 0 0 0,0 0 16 0,0 0 15 0,0 0-10 15,-8 11 5-15,8-11-5 0,0 0 15 0,0 0-5 0,0 0 0 16,0 0-15-16,0 0-6 15,0 0-4-15,0 0-1 0,-12 12 1 0,12-12 10 0,0 0-6 16,0 0 1-16,-6-2 5 0,-1-3-16 0,7 5 16 0,-5-3-21 16,-2-5 1-16,1 1-11 0,6 7 0 0,-7-13 0 15,7 13 0-15,-5-13 0 0,0 0 0 0,5 13 0 0,0 0 0 16,0 0 0-16,0 0 0 0,0 0 0 0,0 0 0 0,0 0 0 16,0 0 0-16,0 0 0 0,0 0 0 0,0 0 0 15,0 0 0-15,0 0 0 0,0 0 0 0,0 0 0 0,0 0 0 0,0 4 0 0,0-2 0 16,0 3 0-16,0 3 0 0,2 2 0 0,-1 2 0 0,1 2 0 15,0 2 0-15,-2-16 0 0,0 0 0 0,0 0 0 0,0 0 0 16,0 0 0-16,0 0 0 0,0 0 0 0,0 0 0 16,0 0 0-16,0 0 0 0,0 0 0 0,0 0 0 0,0 0 0 15,0 0 0-15,0 0 0 0,0 0 0 0,8-1 0 0,-3-1 0 16,2 1 0-16,1-2 0 16,2-2 0-16,-4-4 0 0,4-4 0 0,2 1 0 0,-5 3 0 15,-1 2 0-15,-1-4 0 0,-5 11 0 0,6-10 0 16,-6 10 0-16,5-11 0 0,-5 11 0 0,0 0 0 0,0 0 0 15,0 0 0-15,0 0 0 0,0 0 0 0,2-10 0 0,-2 10 0 16,0 0 0-16,0 0 0 0,-2 2 0 0,-3-2 0 16,1 6 0-16,-3 1 0 0,2 4 0 0,-5-1 0 0,10-10-180 15,-8 12-40-15,1 4-56 0,7-16-32 0,0 0-60 0,0 0 20 0,0 0 174 0,0 0 87 16</inkml:trace>
  <inkml:trace contextRef="#ctx0" brushRef="#br3" timeOffset="202605.93">30720 10878 111 0,'0'0'72'0,"0"0"10"16,0 0-10-16,0 0-16 0,0 0 0 0,0 0-9 0,0 0 9 15,0 0 0-15,0 0 6 0,0 0 9 0,0 0 6 0,0 0 15 16,0 0 5-16,0 0-5 0,5-2 6 0,-5 2-11 16,0 0 0-16,0 0-6 0,0 0-19 0,4-5-11 0,-4 5 0 15,0 0-25-15,5-4-10 0,1 0-6 0,-6 4-5 0,0 0 0 16,0 0-5-16,0 0 0 16,0 0-10-16,0 0 5 0,0 0 0 0,0 0 15 0,0 0-5 15,0 0 0-15,0 0-5 0,0 0 0 0,0 0 0 0,0 0 0 16,0 0 0-16,0 0 10 0,0 0-5 0,0 0-10 0,0 0 0 15,0 0 10-15,0 0 0 0,0 0-10 0,0 0 10 16,0 0-5-16,0 0 6 0,0 0 14 0,0 0 10 0,0 0 11 16,0 0-10-16,0 0 5 0,0 0-21 0,0 0 6 0,0 0-6 15,0 0 5-15,0 0 1 0,0 0 10 0,0 0 15 0,0 0-25 0,0 0-21 0,0 0 0 16,0 0 0-16,0 0 0 0,5-8 0 0,-1 0 0 0,1-2 0 16,-1-8 0-16,5 9 0 0,-2-1 0 0,-7 10 0 15,6-11 0-15,1 1 0 0,-7 10 0 0,7-9 0 0,-1 1 0 16,-6 8 0-16,0 0 0 0,6-10 0 0,-6 10 0 15,0 0 0-15,0 0 0 0,0 0 0 0,0 0 0 0,0 0 0 16,0 0 0-16,0 0 0 0,0 0 0 16,3 6 0-16,-6 0 0 0,2 4 0 0,-4 2 0 15,-1-2 0-15,-3 5 0 0,1-1 0 0,-2 4 0 0,3-10 0 16,7-8 0-16,0 0 0 0,0 0 0 0,-7 8 0 16,7-8 0-16,0 0 0 0,0 0 0 0,0 0 0 0,0 0 0 15,0 0 0-15,0 0 0 0,0 0 0 0,0 0 0 0,0 0 0 16,0 0 0-16,0 0 0 0,0 0 0 0,-4-2 0 0,4 2 0 15,0 0 0-15,0 0 0 0,0 0 0 0,-4-6 0 0,4 6 0 0,0 0 0 16,0-6 0-16,3-6 0 0,-2 1 0 0,0-4 0 0,-1 15 0 16,4-16 0-16,2-1 0 0,-6 17-88 0,0 0-137 0,0 0-41 15,0 0-82-15,0 0-57 0,4-11 47 0,-4 11 179 0,0 0 90 16</inkml:trace>
  <inkml:trace contextRef="#ctx0" brushRef="#br3" timeOffset="203392.22">31133 10873 434 0,'0'0'190'0,"0"0"-83"0,0 0-10 0,0 0 11 16,0 0-1-16,0 0 1 16,0 0-37-16,0 0-4 0,-8-1-21 0,8 1-11 0,0 0-9 15,0 0-16-15,0 0 6 0,0 0-21 0,0 0 15 0,0 0 0 16,0 0 0-16,0 0 6 0,0 0-11 0,0 0 10 0,0 0 0 16,0 0 16-16,0 0-5 0,2 1 10 0,3-5-21 15,1 2 16-15,4-3 0 0,-1-1 9 0,2 1 1 0,2-5 0 16,-13 10 0-16,15-3 0 0,-15 3-10 0,9-2-6 0,-2-2-4 15,2 0-11-15,-9 4-4 0,0 0-6 0,0 0 0 0,0 0 10 0,0 0-15 0,0 0 5 16,9-3 5-16,-9 3-10 0,0 0 15 0,0 0-10 16,0 0 5-16,0 0-15 0,0 0 5 0,0 0 10 0,2 5 0 15,1 0 0-15,-6 1-5 0,-2 3 0 0,0-2 0 0,0 4 0 16,-2 2 0-16,7-13 0 0,0 0 0 0,-10 13 20 16,10-13 1-16,0 0 0 0,0 0-21 0,0 0 0 0,0 0 0 15,0 0 0-15,0 0 0 0,-9 6 0 0,9-6 0 0,0 0 0 0,0 0 0 0,0 0 0 16,0 0 0-16,0 0 0 0,0 0 0 0,0 0 0 0,0 0 0 15,0 0 0-15,0 0 0 0,0 0 0 0,0 0 0 0,0 0 0 16,0 0 0-16,0 0 0 0,0-5 0 0,5-1 0 0,-1-1 0 16,2-3 0-16,3-3 0 0,-2-4 0 0,7 0 0 15,1 1 0-15,-8 8 0 0,-7 8 0 0,10-7 0 0,-10 7 0 16,0 0 0-16,0 0 0 16,0 0 0-16,0 0 0 0,0 0 0 0,0 0 0 15,0 0 0-15,0 0 0 0,0 0 0 0,0 0 0 0,4 2 0 16,-3 2 0-16,-3 3 0 0,-2 8 0 0,-2-4 0 0,-2 2 0 15,0-1 0-15,-5 4 0 0,13-16 0 0,-6 12 0 0,0-4 0 16,6-8 0-16,0 0 0 0,-9 10 0 0,3-4 0 16,6-6 0-16,-8 8 0 0,8-8 0 0,0 0 0 0,0 0 0 15,0 0 0-15,0 0 0 0,0 0 0 0,-7 7 0 0,7-7 0 0,0 0 0 0,0 0 0 16,0 0 0-16,0 0 0 0,0 0-52 0,-9 1-245 0,9-1-46 16,-6-3-71-16,2-5-93 0,-1-2 290 0,4-1 108 15,1 0 55-15</inkml:trace>
  <inkml:trace contextRef="#ctx0" brushRef="#br3" timeOffset="203946.82">31671 10718 260 0,'0'0'82'0,"0"0"-21"0,10-6 42 15,-10 6-1-15,0 0 31 0,9-3-10 0,-9 3-5 0,0 0 0 16,10-5-21-16,-10 5 5 0,0 0 6 0,9-7 9 0,-9 7 6 16,9-2-10-16,-9 2-16 0,0 0-20 0,0 0-21 0,0 0-20 15,0 0-15-15,8-8-21 16,-8 8 0-16,0 0 0 0,0 0 0 0,0 0 0 0,0 0 0 15,0 0 0-15,0 0 0 0,0 0 0 0,0 0 0 0,0 0 0 16,0 0 0-16,0 0 0 0,0-7 0 0,0 7 0 16,0 0 0-16,0 0 0 0,0 0 0 0,0 0 0 0,0 0 0 15,0 0 0-15,0 0 0 0,0-7 0 0,0 7 0 0,0 0 0 16,2-9 0-16,-4-1 0 0,2 10 0 0,0 0 0 0,0 0 0 16,2-10 0-16,-2-3 0 0,0 1 0 0,1 2 0 0,8 3 0 0,-2-3 0 15,3 3 0-15,-10 7 0 0,0 0 0 0,0 0 0 0,0 0 0 16,0 0 0-16,0 0 0 0,0 0 0 0,0 0 0 0,0 0 0 15,0 0 0-15,0 0 0 0,0 0 0 0,0 0 0 16,0 0 0-16,0 0 0 0,7 2 0 0,-7-2 0 0,7 3 0 16,-6 5 0-16,3 0 0 0,-3 1 0 0,-1 4 0 0,0-1 0 15,0-12 0-15,0 0 0 0,-3 15 0 0,3-15 0 0,0 0 0 0,0 0 0 0,0 0 0 16,0 0 0-16,0 0 0 0,0 0 0 0,0 0 0 16,0 0 0-16,0 0 0 0,0 0 0 0,0 0 0 0,0 0 0 15,0 0 0-15,0 0 0 0,0 0 0 0,0 0 0 0,-3-1 0 16,-1-2 0-16,4 3 0 0,0-5 0 0,-1-2 0 0,-1-3-262 15,2-4-239-15,2-1-124 0,-1-1 295 0,1 6 165 16,-2 10 83-16</inkml:trace>
  <inkml:trace contextRef="#ctx0" brushRef="#br3" timeOffset="-213182.41">29528 6852 1161 0,'0'0'143'0,"0"0"-117"0,0 0-6 15,0 0 31-15,0 0 21 0,0 0 0 0,0 0-16 0,0 0-31 16,0 0-14-16,0 0-11 0,-2 4-10 16,1 1 15-16,0-1-5 0,1 3 5 0,-3 13-5 0,3 4 0 15,0 2-21-15,0 5-30 0,5-15-10 0,-1 0-16 0,1 0-20 16,-3-2-6-16,2-1-14 0,0-3-22 0,-4-10-4 15,5 11-26-15,-5-11 6 0,2 9-16 0,-2-9 0 0,0 0 110 16,0 0 34-16,0 0 18 0</inkml:trace>
  <inkml:trace contextRef="#ctx0" brushRef="#br3" timeOffset="-212953.01">29686 6806 322 0,'7'-16'153'0,"-1"3"-45"0,-6 13 15 0,0 0-16 0,0 0 26 0,0 0-11 16,0 0-14-16,0 0-16 0,0 0-10 0,9-7 0 15,-1 6-20-15,-1 5 9 0,-1 1-19 0,-1 2-1 0,-2 7-11 16,2 3-19-16,-3 4-11 0,-4 0 0 0,1-1-15 16,-4 4 15-16,1 2-20 0,1 2 20 0,-2 2-10 0,-1 0 6 15,-1 3-6-15,-1 1-21 0,-1 1 11 0,1-1-10 16,0 0 15-16,0 1 0 0,-2-6 5 0,2-3 0 0,1-2 0 16,-1-3-11-16,-2 1-25 0,4-3-5 0,1-3-15 0,-3-2-21 15,3 1-25-15,0-3-26 0,5-12-10 0,0 0-6 16,0 0-29-16,0 0-37 0,0 0-46 0,0 0 92 0,0 0 82 15,0 0 41-15</inkml:trace>
  <inkml:trace contextRef="#ctx0" brushRef="#br3" timeOffset="-212131.27">29801 7082 731 0,'10'-5'143'0,"-10"5"-61"15,0 0-10-15,0 0-16 0,0 0-5 0,0 0-10 0,0 0 10 16,0 0-15-16,0 0 16 0,10-1-22 0,-10 1 1 0,11-2 10 16,0 4 0-16,0-4-6 0,2 2-9 0,-1-1-6 15,3 1 1-15,0 0 10 0,0-6-16 0,1-2 6 0,-1-2-16 16,-1 1 0-16,0 0-5 0,1-2 10 0,-2 1-15 16,1-4 5-16,-3 3 5 0,1 0 0 0,-4 0 1 0,0 2-6 15,-3-3 10-15,0 0-36 0,-5 12-15 0,0 0-20 0,1-9-22 16,-1 9 12-16,-2-8 20 0,-3-1 10 0,-4 4 15 15,-1 3 11-15,-3 1 10 0,0 2 5 0,-2 4 0 0,0 2-10 16,2 3 5-16,-2 5 0 0,0 0-6 0,2 1 16 0,0-1-5 16,-1 2 6-16,3 2-6 0,0-2-11 0,1 1 16 15,1-1-5-15,2-2 6 0,-1 0-17 0,3-1 16 0,0 0-5 16,0-1 6-16,5-13-17 0,0 0 16 0,0 11-5 16,3-1 16-16,-3-10-11 0,2 7 20 0,3 1 6 0,3-2 10 15,-1 0-11-15,2-3 6 0,2-1-10 0,0-1-1 0,2-1 6 16,-1-1-26-16,2 0 11 0,2-2-16 0,-1-2 5 15,3-1-5-15,-3 1 0 0,0-1 10 0,1 0-15 0,-1-3-36 16,0 2-36-16,-1-3 11 0,-3 2-11 0,0 0 5 16,-1-2 1-16,0-1-16 0,-1 1 15 0,-2-1-10 0,-2-4 16 15,4 2-32-15,0-3 11 0,-3-1-25 0,-1-2-1 0,0-2 21 16,0-4 16-16,0-1 45 0,1 1 16 0,-1 1 15 16,1 0 10-16,-2 5 46 0,1 1 26 0,0 3 31 0,-5 15-6 15,5-11-20-15,-5 11-6 0,0 0-34 0,0 0 19 0,0 0-19 16,0 0 4-16,0 0-10 0,0 0-11 0,0 0-4 0,1 2 4 15,-2 3-15-15,-3 3 6 0,3 5-6 0,-4 3-4 16,0 6-6-16,-1 2 5 0,-2 5-5 0,3-8 1 0,-1 3 4 16,1 0-15-16,-1 1 5 0,1-1 5 0,1-2-10 15,-1 0 15-15,4-2-20 0,0-1 20 0,-2-2-20 0,3 2 20 16,3-4-10-16,-1-3-5 0,-2-1 10 0,4 2-15 16,1-3 10-16,-5-10-5 0,0 0-6 0,0 0-4 0,5 9-16 15,-5-9-5-15,0 0-15 0,6 4 15 0,3-3-15 0,-2 1 0 16,2-6-10-16,0-4 9 0,-2-1 6 0,3-5-5 15,-3 0-15-15,0-2-21 0,-1-2-11 0,1-4 27 0,0 0 14 16,-1-1 37-16,1-3 0 0,3-3 15 0,-2-4 0 0,0-1 15 16,6-3-5-16,-3 3 31 0,-1 2 10 0,1 2 25 15,1 2 16-15,0 5 0 0,-1 4-10 0,-1-1-21 0,-1 9 0 0,-2-1-9 16,-7 12-1-16,0 0-16 0,0 0 17 0,0 0 14 0,0 0 5 16,0 0-20-16,0 0-5 0,0 0-15 0,0 0 10 0,5 0 0 15,-2 3-6-15,-3 6 17 0,-3 3-17 0,-2 8 32 0,0 5-16 16,0 1-6-16,-5 8-4 0,0-6-21 0,3 4-4 15,-3-2-1-15,1 0-5 0,1-3 1 0,1 0-17 16,2-2 6-16,-1-4 0 0,5-2 5 0,-1-3-21 16,2-3-30-16,2 0-10 0,-1-1-16 0,-1 1 11 0,0-13-32 15,5 11-9-15,-2-1-26 0,-3-10-6 0,0 0-4 16,8 5-21-16,-8-5-20 0,0 0 28 0,7 3 78 0,1-1 39 16</inkml:trace>
  <inkml:trace contextRef="#ctx0" brushRef="#br3" timeOffset="-211792.79">30559 6958 746 0,'0'0'205'0,"2"3"-52"0,-2-3-4 0,0 3 10 0,0 3-26 16,-3 2-26-16,-4 0-40 0,0 5-16 0,-3-1-31 0,0 2-20 0,7-4-5 0,-1 1 10 15,0 0-10-15,3-1 5 0,1 2-5 0,0-2 5 16,0-10 0-16,1 10 10 0,3-1-15 0,-2-1 15 0,-2-8-10 15,7 8-5-15,-7-8 0 0,5 7 0 0,2 2 5 0,-7-9 0 16,8 5 0-16,-8-5 10 0,0 0-15 0,10 4 15 16,1-3-10-16,-11-1 16 0,0 0-11 0,10 1 10 0,4-3-10 15,-3-2 1-15,-1-2-6 16,1-3 0-16,-1 2 0 0,-1-2 10 0,-1 0-5 0,-3 1-10 16,0-5 10-16,-1 3-5 0,1-2-5 0,-1-2 10 15,-3-1-5-15,-1 0-16 0,3 1-25 0,-6-3-15 0,2 3 15 16,-3-3 11-16,-2 5-1 0,-2-2 26 0,0 6-10 0,-2-2 4 15,-1 2-9-15,-3 3-1 0,3 3-30 0,-3 3-16 16,3 0-35-16,1 2-31 0,-2 1-51 0,12-4-57 0,-10 5-40 16,10-5 25-16,0 0 128 0,-10 6 64 0</inkml:trace>
  <inkml:trace contextRef="#ctx0" brushRef="#br3" timeOffset="-211160.01">30904 6906 260 0,'0'0'133'0,"-6"-13"0"0,6 13 10 15,0 0-20-15,0 0 0 0,0 0-26 0,0 0-15 0,0 0 5 16,0 0-15-16,0 0 10 0,-5 0-6 0,0 1-4 0,-2 4-5 16,0 3-16-16,1 4 5 15,-1 3-20-15,-1 5-15 0,3 5-16 0,3-10-5 16,-3 2 10-16,2-2-15 0,1 0 15 0,2-2-20 0,-1 1 10 15,1-2-5-15,1-2 5 0,-1-10 0 0,2 10 0 0,-2-10 0 16,0 0-10-16,3 10 15 0,-3-10-5 0,0 0 5 16,0 0-5-16,0 0 0 0,0 0 0 0,7 8 0 0,-7-8 0 15,0 0 0-15,7 1 10 0,2-2-5 0,-2-4-10 0,3-1 10 16,-2-4-5-16,2-3 5 0,0-2-15 0,-4-1 5 0,-1 1-10 0,3-1 10 16,-1-1-11-16,1-1 21 0,-1 1-5 0,0 2-5 0,2-1 0 15,-9 16 0-15,9-14 5 0,-9 14-10 0,0 0 15 0,0 0-5 16,0 0 5-16,0 0-5 0,0 0 10 0,0 0-5 0,0 0 11 15,0 0-11-15,6 0 10 0,-2 4 0 0,0 6-5 16,-3 4-4-16,0 3-6 0,-1 0 0 0,-2 6 0 0,-1 0 10 16,3-9-15-16,3-2 25 0,-2 0-15 0,-1-12 16 0,1 9-6 0,4 1 5 15,-5-10 1-15,5 9 10 0,3 0-6 0,-2-3 22 0,-6-6 4 16,0 0-25-16,0 0-26 0,7 1 0 0,-7-1 0 0,9 3 0 16,1-5 0-16,-10 2 0 0,6-3 0 0,4-2 0 15,-3-3 0-15,-2-3 0 0,2-1 0 0,-4 1 0 0,2-3 0 16,-3-2 0-16,1-2 0 0,0 1 0 0,1-3 0 15,-1 2 0-15,2-3 0 16,-3-3 0-16,2 5 0 0,1 3 0 0,-3 0 0 0,-2 16-144 16,0 0-92-16,0 0-61 0,0 0-96 0,3-13-99 0,-3 13 249 15,0 0 122-15,0 0 60 0</inkml:trace>
  <inkml:trace contextRef="#ctx0" brushRef="#br3" timeOffset="-210975.14">31424 6908 1739 0,'0'10'256'0,"0"-10"-204"0,0 0-52 0,0 0 0 0,0 0 0 15,0 0 0-15,0 0 0 0,0 0 0 0,0 0 0 0,0 0 0 16,0 0 0-16,3 11 0 0,-3-11 0 0,0 0 0 16,5 8-113-16,0 0-215 15,-5-8-25-15,0 0-21 0,0 0-20 0,6 5 151 0,-6-5 122 16,0 0 60-16</inkml:trace>
  <inkml:trace contextRef="#ctx0" brushRef="#br3" timeOffset="-210812.32">31412 7093 1125 0,'-5'10'374'0,"5"-10"-77"0,-9 9-46 0,2-1-251 0,7-8 0 0,0 0 0 16,0 0 0-16,0 0 0 0,0 0 0 0,0 0 0 0,0 0 0 15,0 0 0-15,0 0 0 0,0 0 0 0,0 0 0 16,0 0 0-16,0 0 0 0,0 0 0 0,0 0-77 0,2 6-246 15,1-1-56-15,2-1-66 0,-5-4 33 0,0 0 206 0,0 0 103 16</inkml:trace>
  <inkml:trace contextRef="#ctx0" brushRef="#br3" timeOffset="-210142.27">32005 6858 956 0,'3'-9'287'0,"-3"9"-169"0,0 0-1 0,0 0 42 0,0 0 25 16,0 0-56-16,0 0-67 0,0 0-45 0,0 0-16 15,0 0 0-15,0 0 0 0,0 0-10 0,-3-3-26 0,-2 6-15 16,0 2-21-16,-4 1 16 0,-4 2-6 0,0 6-4 0,-5 5-11 0,-1-1 16 0,4-5 30 16,-1 2 10-16,0-2 16 0,1 1 10 0,1 1 0 15,-1-2-10-15,3-3 0 0,12-10 0 0,-10 13 5 0,1-2-10 16,2-2 5-16,2 2 0 0,5-11 5 0,-2 8 0 0,2-8 0 15,2 9 0-15,1 0-11 0,6-2 16 0,1-1-5 16,3 2 6-16,0-1 4 0,2-2 15 0,4 0 11 0,-3 0 5 16,1-1 20-16,-3 0 11 0,1-2 20 0,2 3-15 0,-2-5 5 0,-2 0-5 15,0-2-56-15,-13 2-21 0,12-2 0 0,0-1 0 0,-1-2 0 16,-11 5 0-16,10-5 0 0,-10 5 0 0,7-9 0 0,1 0 0 16,-2 1 0-16,-1-2 0 0,-1-3 0 0,-3 3 0 15,1-2 0-15,-4-2 0 0,2 2 0 0,0-4 0 0,-5 3 0 16,4-1 0-16,-3 0 0 0,2-1 0 0,-3 1 0 15,1-2 0-15,0 1 0 16,4 15 0-16,-4-10 0 0,1-1 0 0,3 11 0 0,-4-11-98 16,4 11-81-16,0 0-67 0,0 0-30 0,0 0-16 0,-6-10-41 15,-3 3-4-15,9 7 194 0,0 0 71 0,0 0 36 0</inkml:trace>
  <inkml:trace contextRef="#ctx0" brushRef="#br3" timeOffset="-209873.08">32016 6875 285 0,'0'7'190'0,"0"-7"-6"0,0 0 11 0,5 8 15 0,0 1-1 15,-5-9-9-15,0 0-31 0,9 10-5 0,-9-10-16 0,11 7-55 16,-11-7-93-16,10-4 0 0,-1 0 0 0,-1-3 0 16,1 0 0-16,-9 7 0 0,10-7 0 0,0-2 0 0,0 2 0 15,0 3 0-15,-10 4 0 0,10-6 0 0,-10 6 0 0,10-1 0 16,0 4 0-16,0-3 0 0,-1 5 0 0,-1 3 0 16,-8-8 0-16,9 7 0 15,-1 2 0-15,-8-9 0 0,5 14 0 0,0-6 0 0,0 2 0 16,0 1 0-16,0 1 0 0,-2 1 0 0,0 0 0 15,-1-1 0-15,1-1 0 0,0 0 0 0,1 5 0 0,-1-3 0 16,-1 0 0-16,-1-4 0 0,1 4 0 0,1-4 0 0,-3-9 0 16,0 0 0-16,0 12 0 0,2 0 0 0,-2-12 0 15,0 0 0-15,0 0 0 0,0 0-47 0,0 0-65 0,0 0-32 16,0 0-4-16,0 0-47 0,0 0-56 0,0 0-35 0,0 0-31 0,0 0 43 0,0 0 137 16,0 0 69-16</inkml:trace>
  <inkml:trace contextRef="#ctx0" brushRef="#br3" timeOffset="-209672.51">32310 6836 848 0,'5'-10'257'0,"-5"10"-89"0,0 0-9 0,0 0 15 0,0 0-15 16,0 0-16-16,0 0-25 0,3-10-97 0,-3 10-21 0,0 0 0 16,0 0 0-16,0 0 0 0,0 0 0 0,0 0 0 0,0 0 0 15,0 0 0-15,-1 0 0 0,-4 4 0 0,-4 0 0 0,1 4 0 16,-4 2 0-16,-3 4 0 0,-1 3 0 0,1 4 0 15,2-6 0-15,0-1 0 0,1 2 0 0,1-1 0 0,1 0-108 16,0-3-56-16,1 1-36 0,2-2-30 0,-2 0-31 0,2-2-36 0,0-2-61 16,7-7 143-16,0 0 108 0,-6 9 53 0</inkml:trace>
  <inkml:trace contextRef="#ctx0" brushRef="#br3" timeOffset="-209456.42">32308 6917 905 0,'0'0'338'0,"0"0"-149"0,0 0-56 16,10-3 10-16,-10 3 1 0,10-5-16 0,1 2-61 15,-11 3-67-15,9-4 0 0,-9 4 0 0,11-3 0 0,0 2 0 16,1 1 0-16,-1 0 0 0,1 0 0 0,1 4 0 0,-2-4 0 16,1 0 0-16,-2-1 0 15,4 1-57-15,-3-2-61 0,1 0-15 0,-4-1-26 16,-8 3-45-16,13-6-57 0,-13 6-21 0,0 0 1 0,0 0 5 15,0 0 138-15,14 0 69 0</inkml:trace>
  <inkml:trace contextRef="#ctx0" brushRef="#br3" timeOffset="-209255.81">32415 7007 1150 0,'0'0'277'0,"0"0"-160"0,0 0-55 0,0 0-31 15,0 0 5-15,0 0-21 0,0 0 26 0,0 0 15 0,0 0-20 16,0 0-15-16,0 0-11 0,0 0-5 0,0 0-10 0,1 4 0 16,3-1-62-16,6-1-46 15,1 2-91-15,4-6-47 0,4 2-30 0,1 0-37 0,11-1-14 16,-16-1 191-16,-2-4 71 0,4 1 35 0</inkml:trace>
  <inkml:trace contextRef="#ctx0" brushRef="#br3" timeOffset="-208670.03">32982 6718 485 0,'-3'-11'123'0,"0"3"-31"0,3 8 41 0,0 0 26 16,0 0-11-16,0 0-20 0,-2-10-41 0,2 10-46 15,0 0-25-15,0 0-37 0,0 0 21 0,0 0 5 0,0 0 5 16,0 0-4-16,0 0 24 0,0 0 6 0,-2 2 10 0,-1 1-5 0,0 3 0 0,-4 2-10 15,5 5 15-15,-3 3-16 0,1 5 1 0,-1 1-21 0,-1-7 6 16,0 6 9-16,-2 0-20 0,2 2 1 0,-2-1-11 16,2 0 5-16,-1 1 0 0,-2 0 0 0,4-2 0 15,4-2 0-15,-4 0 0 0,0-5 10 0,2 0-15 0,1 0 15 16,0-3-10-16,1-1-5 0,1-10 10 0,0 0-15 0,0 0 20 16,0 0-31-16,0 0-5 15,0 0-4-15,0 0 15 0,0 0 20 0,0 0 0 0,0 0 0 16,0 0-15-16,0 0-5 0,0 0-6 0,0 0 1 0,0 0-1 15,0 0 1-15,0 0-1 0,1 0-10 0,1-5 16 0,0-3 5 16,2-2 10-16,1 1 0 0,0-6-10 0,4-5 15 16,-1-1 5-16,0 6 0 0,-1 4 16 0,1-5 15 0,1 3-5 15,-2 0-16-15,2 3-4 0,-2-2-11 0,-7 12 10 16,9-8 0-16,-9 8-5 0,0 0 6 0,6-9-21 0,-6 9 15 0,0 0 0 0,0 0-10 16,0 0 0-16,0 0-15 0,0 0 20 0,8-9-5 0,-8 9 5 15,0 0-15-15,0 0 15 0,0 0-5 0,0 0-5 0,0 0 10 16,0 0-5-16,0 0 5 0,7 2 15 0,1 0 11 15,-2 2 10-15,-1 2 0 0,0 5-10 0,-2 2 15 0,-1 2-15 16,-2 2-11-16,0-6-14 0,-2 0-6 0,0 4 0 0,0-3 0 16,1 1 0-1,-3-3 0-15,3 5 0 0,1-15 0 0,0 12 0 0,-2 0 0 16,2-12 0-16,2 15 0 0,-2-15 0 0,-2 12 0 0,2-12 0 16,2 12 0-16,-4 0 0 0,2-12 0 0,0 0 0 15,0 0 0-15,0 14 0 0,0-14 0 0,0 0 0 0,0 0 0 16,0 0 0-16,0 0 0 0,0 0 0 0,-1 9 0 0,1-9-27 15,0 0-39-15,0 0-16 0,0 0-25 0,0 0-32 0,0 0-24 16,0 0-37-16,0 0-56 0,0 0-51 0,0 0-61 0,0 0 202 0,0 0 83 0,0 0 41 16</inkml:trace>
  <inkml:trace contextRef="#ctx0" brushRef="#br3" timeOffset="-208322.36">33097 6961 250 0,'0'0'133'16,"12"-5"-31"-16,-12 5 6 0,0 0-16 0,0 0 0 0,11-2 11 16,-11 2-1-16,0 0 16 0,7 2 9 0,-7-2-40 0,0 0-10 15,0 0-11-15,0 0-9 0,0 0 14 0,6 5 11 0,1 0 16 0,-7-5-27 0,8 8 6 16,-8-8-25-16,4 7-1 0,1 4-20 0,-2 1-31 15,-1 1 0-15,1-4 0 0,-3 2 0 0,-1 0 0 0,1 2 0 16,3-2 0-16,-5 4 0 0,1-2 0 0,2-1 0 16,-1 0 0-16,-1 2 0 0,0 0 0 0,1-4 0 15,0-10 0-15,-1 13 0 0,2-5 0 0,-1-8 0 0,0 0 0 0,-3 12 0 16,3-12 0-16,0 0 0 0,0 12 0 0,0-12 0 0,0 0 0 0,0 0 0 16,0 0 0-16,0 0 0 0,0 0 0 0,0 0 0 0,0 0 0 15,0 0 0-15,0 0 0 0,0 0 0 0,0 0 0 0,0 0-11 16,0 0-307-16,0 0-80 0,0 0-68 0,0 0 39 0,-7 1 213 15,2-3 107-15</inkml:trace>
  <inkml:trace contextRef="#ctx0" brushRef="#br2" timeOffset="-195735.2">29782 7647 884 0,'0'0'98'0,"0"0"-37"0,5-12 36 0,-5 12 26 15,0 0 41-15,0 0-10 0,0 0-32 0,0 0-14 0,0 0-42 16,0 0-30-16,0 0-25 0,0 0-1 0,0 0-15 0,-4 5 15 16,3 4-10-16,-4 3 5 15,0 8 5-15,-3 2-15 0,1 8 5 0,2 5-5 16,0-6 15-16,0 4-15 0,0 1 15 0,0 2-20 0,-1 3 10 16,1 0-26-16,-3-1-5 0,1 0 1 0,-1-2-6 15,1-5 10-15,1 0-10 0,1-1 1 0,0-5 25 0,-2-6-5 16,4 0 15-16,0-3-5 0,3-16 15 0,0 0-15 0,0 0 5 15,0 0-26-15,0 0 5 0,0 0-25 0,0 0-5 0,0 0-10 16,0 0 19-16,0 0-9 0,0 1 10 0,3-3-25 0,-1-8 15 0,3-6 10 16,1-5 26-16,2-4-1 0,2-3 21 0,2-8-15 0,-1 12 10 15,1 2 5-15,1-1 21 0,0 3 10 0,-1 3 15 16,1 3-15-16,-2 5 4 0,-1-1-24 0,3 3 14 0,-2 4-20 16,-11 3 11-16,10-3-6 0,1 4 6 0,0 1-1 0,-1 0-9 15,1 1-6-15,3 2-5 0,-3 0 0 0,-1 1 0 16,0 0 0-16,-1 0 0 15,1 0 10-15,-2 4-15 0,-3-1 5 0,0 1 5 0,0 0-10 16,-5-10 5-16,0 13-26 0,0 1-5 0,-5 2 1 16,-2 0 4-16,-1 3 26 0,-7-2 0 0,1 2-5 0,-4-2 10 15,3 1-5-15,-3-3-5 0,-1-3 10 0,-1 2-5 16,0-6 6-16,4 2-6 0,-4 1 0 0,5-4-11 0,0-2-35 16,1-2-20-16,2-2-36 0,12-1-11 0,0 0-41 0,-13-3-35 15,4-2-36-15,1-3-28 0,2 0 126 0,1-5 64 0</inkml:trace>
  <inkml:trace contextRef="#ctx0" brushRef="#br2" timeOffset="-195155.87">30200 7632 577 0,'7'-10'77'0,"-7"10"-46"0,0 0 5 15,0 0 25-15,0 0 26 0,5 3 21 0,-5 3-11 0,0 3-25 16,-5 6-11-16,-2 6-25 0,-3 6-6 0,-4 8-9 0,2 0-1 15,2-8 1-15,0 4-11 0,0-1-4 0,1 1 4 16,3-4-15-16,-3 0 5 0,7-3-5 0,-2-3 5 16,0 0 0-16,4-4 0 15,3 1-11-15,-3-3-15 0,2-3 1 0,-2-12-21 0,4 11 15 16,1-1-10-16,-5-10 26 0,0 0-16 0,0 0 21 0,0 0 10 16,6 11 5-16,-6-11 10 0,0 0-20 0,9 3 15 0,-9-3-10 15,7 0-15-15,2-4-6 0,1-1-4 0,-1-4-6 16,-2-1-15-16,2-3 10 0,-3-6-5 0,0 4 26 0,-1 0-5 15,0-2 25-15,3 1-15 0,-3-1 10 0,2 0-16 16,0-1 11-16,0 2 10 0,1 2 10 0,0 3 6 0,-8 11-1 0,0 0-9 0,0 0 14 16,0 0-4-16,0 0 4 0,0 0-14 0,0 0 4 0,0 0-20 15,7 1 15-15,-2 2-20 0,0 2 20 0,-2 6-10 16,-1 1 5-16,-1 9-15 0,-1-1 15 0,-1 1-5 0,-2-6 5 16,1-1-5-16,2 2 0 0,0-4 0 0,0-12-10 0,2 14 15 15,-2-14-15-15,1 10 10 0,-1-10-5 0,3 10 5 16,-3-10 0-16,0 0 0 0,5 11 0 15,-5-11 0-15,0 0 10 0,9 5-15 0,-3-3 15 16,4 1-10-16,0-3 5 0,1-3-5 0,-1-2 0 0,2-2 0 16,-2-2 10-16,2 0-15 0,-1 2 5 0,0-5-5 0,2 0-5 15,-2-1-5-15,1 0-6 0,1 1 21 0,-1-2-10 16,-2-2 20-16,2 1-20 0,-3 1 20 0,1-1 10 0,0 3 27 16,-10 12-12-16,8-11 17 0,-8 11-11 0,0 0 15 15,0 0 0-15,0 0-5 0,0 0 6 0,0 0-11 0,0 0 0 0,2 2-16 0,-2 2-4 16,-2 6-16-16,-2 4-4 0,-1 3-6 0,-4 2-11 0,2 2 6 15,-3 0 0-15,5-8 15 0,0-1-15 0,1 0 5 16,4-12-46-16,0 0-36 0,-2 12-41 0,-1-3-35 0,3-9-16 16,0 0-21-16,0 0-25 0,0 0-15 0,0 0 71 0,3 12 82 15,-3-12 41-15</inkml:trace>
  <inkml:trace contextRef="#ctx0" brushRef="#br2" timeOffset="-194801.77">30536 8117 419 0,'0'0'158'15,"0"0"-61"-15,0 0 42 0,0 0 50 0,10 5 0 0,-10-5-40 16,8 2-52-16,1 1-46 0,0-2-10 0,1-4-5 16,2-1-5-16,1-3-16 15,3-2-9-15,-3-1-6 0,1 3 0 0,3-3 10 0,-2 0-15 16,0-1 5-16,-3-1 5 0,2 0-21 0,-2-3-30 0,-2 3-26 16,-1-2-30-16,-1 0 20 0,-1 0-15 0,-4-3 25 15,-1 1 21-15,-2 3 31 0,-2-1 4 0,-1 4 11 0,-3 0 0 16,-2 4 15-16,-3 3-15 0,1 5 15 0,-1 4 0 15,-4 1 11-15,-4 5 20 0,3 2 0 0,-4 3 5 0,3 1 15 16,-2 0-9-16,-1 3 9 0,2-2-5 0,0 0-4 0,5 0-6 0,-2-1-5 0,3 1-11 16,0-4-4-16,5 2-6 0,-1-3-9 0,3 1-6 15,3 1-5-15,-2-4 0 0,3 1 0 0,1-2 0 0,0-11 0 16,0 12 10-16,0-12-5 0,2 10 21 0,3 0-16 16,0-1 0-16,5-4-10 0,0 1 0 0,2-4 10 0,1 1-15 15,4-3 5-15,-2-3-5 0,1 2 5 0,-1-1-31 0,1-2-35 16,4 0-47-1,-1-2-30-15,-2 1-26 0,3 0-20 0,-1 1-41 0,-2-6-31 16,3 5-8-16,0-3 135 0,-3-5 67 0</inkml:trace>
  <inkml:trace contextRef="#ctx0" brushRef="#br2" timeOffset="-194654.54">31143 7903 894 0,'0'0'164'0,"0"0"-113"15,0 0-20-15,0 0 15 0,0 0-10 0,0 0-5 0,0 0-31 16,8 6 0-16,-8-6-56 0,0 0-82 0,0 0-118 0,0 0-123 16,6 7 167-16,-6-7 106 0,9 8 53 0</inkml:trace>
  <inkml:trace contextRef="#ctx0" brushRef="#br2" timeOffset="-194500.91">31191 8183 1729 0,'-10'10'189'16,"0"0"-61"-16,-1-3-127 0,11-7-1 0,0 0 0 0,0 0 0 15,0 0 0-15,0 0 0 0,-9 12 0 0,9-12 0 0,0 0 0 0,0 0 0 0,0 0-32 16,0 0-259-16,0 4-73 0,5 0-60 0,-5-4-68 0,7 0 270 16,1-2 111-16,7 4 55 0</inkml:trace>
  <inkml:trace contextRef="#ctx0" brushRef="#br2" timeOffset="-193900.38">31774 7950 1468 0,'8'-12'210'16,"-8"12"-118"-16,0 0-5 0,0 0 25 0,0 0-34 0,0 0-78 0,0 0 0 15,0 0 0-15,0 0 0 0,-1-5 0 0,-5 5 0 16,-4 0 0-16,-1 5-21 0,-8 4-72 0,-3 0-19 16,-2 5 20-16,-2 3 10 0,9-4 16 0,1-4 14 0,1 5 16 15,0-3 21-15,2 2 10 0,0-2 5 0,3-1-10 0,1 0 5 16,9-10 0-16,-7 8 5 0,7-8 0 0,0 0 0 15,0 0 20-15,0 0 0 0,-3 11 6 0,2-1 15 0,4 0 0 16,0-2-5-16,5-2 0 0,2 4-11 0,2-1 11 0,3 1-21 16,0-6-4-16,0 1 9 0,1-1-10 0,-1 1 21 15,2 3-11-15,-2-3 16 0,0-5 0 0,1 0-5 0,-1 2-6 16,0 0 6-16,1 0-16 0,-2-1-4 0,-2-5-1 0,-12 4-5 16,10-5 1-16,-10 5-6 0,0 0 0 0,10-3 0 15,-2-7 0-15,-6 1 0 0,2-5 0 0,-3 1-1 0,-2-3-40 16,-3-1-15-16,-1 1 5 0,4-1 4 0,-3 1 27 0,-1-3 10 15,0 4 10-15,-2-2 0 0,3 0 0 0,-2 3-31 16,3 2-5-16,-3 0-30 0,1 4-6 0,5 8-40 0,-6-11-37 16,6 11-35-16,-4-10-46 0,4 10-62 0,0 0-56 0,-5-10 197 15,5 10 76-15,0 0 37 0</inkml:trace>
  <inkml:trace contextRef="#ctx0" brushRef="#br2" timeOffset="-193560.27">31907 7964 1110 0,'0'0'266'16,"0"0"-87"-16,0 0 31 0,0 0 25 0,0 0-188 0,0 0-47 16,0 0 0-16,0 0 0 0,0 0 0 0,0 0 0 0,0 0 0 15,0 0 0-15,0 0 0 0,0 0 0 0,0 0 0 0,9-3 0 16,-4-1 0-16,0-1 0 0,-1-2 0 0,-1-2 0 16,5-3 0-16,-2-2 0 0,4-1 0 0,0 8 0 0,0-1 0 15,0 1 0-15,1-2 0 0,-1 2 0 0,-10 7 0 16,0 0 0-16,0 0 0 0,8-4 0 0,-8 4 0 0,0 0 0 15,0 0 0-15,11 0 0 0,-2 1 0 0,-2 4 0 0,1 4 0 16,-2 1 0-16,-1 4 0 0,-1 3 0 0,-3-1 0 16,1 3 0-16,0-2 0 0,-1 2 0 0,0 1 0 0,-1-2 0 15,3 3 0-15,-2-1 0 0,0 0 0 0,0 0 0 0,2 0 0 16,-2-1 0-16,2-2 0 0,0 0 0 0,-1-2 0 16,-1 2 0-16,0-3 0 0,0-1 0 0,1-1 0 0,-1 0 0 15,-1 2 0-15,0-14 0 0,0 11 0 0,1 0 0 16,-1-4-21-16,0-7-163 0,0 0-26 0,0 0-26 0,-2 12-9 15,2-12 4-15,0 8-20 0,0-8 21 0,0 0 35 0,0 0 103 16,0 0 51-16</inkml:trace>
  <inkml:trace contextRef="#ctx0" brushRef="#br2" timeOffset="-193340.87">32163 7900 1023 0,'5'-11'240'0,"-5"11"-40"15,0 0 4-15,0 0 12 0,0 0-52 0,0 0-164 0,0 0 0 16,0 0 0-16,0 0 0 0,0 0 0 0,0 0 0 0,0 0 0 16,0 0 0-16,0 0 0 0,-4-2 0 0,-1 2 0 15,0 5 0-15,-5 5 0 0,-1 1 0 0,-4 5 0 0,-1 4 0 16,-2 2 0-16,5-5 0 0,-1 2 0 0,2-2 0 0,-1 2 0 16,2-3 0-16,1-1 0 0,0-1-139 0,1-1-102 15,2 1-35-15,-1-2-57 0,-1-1-61 0,9-11 62 0,-5 9 166 16,5-9 83-16</inkml:trace>
  <inkml:trace contextRef="#ctx0" brushRef="#br2" timeOffset="-193146.78">32182 8063 1340 0,'11'-3'158'0,"-11"3"-65"0,0 0 40 16,0 0 31-16,0 0-5 0,10-3-159 0,-10 3 0 0,0 0 0 15,11-4 0-15,-1 3 0 0,-10 1 0 0,11-3 0 0,-2-4 0 16,1 2 0-16,0 0 0 0,3 0 0 0,-2 1 0 16,1 0-62-16,0 1-56 0,0 0-20 0,-2-1-36 0,0 2-31 15,0-2-35-15,-10 4-16 0,11 1-41 0,-11-1 18 16,0 0 140-16,0 0 69 0</inkml:trace>
  <inkml:trace contextRef="#ctx0" brushRef="#br2" timeOffset="-192946.3">32173 8179 961 0,'-6'12'154'15,"6"-12"-123"-15,0 0-1 0,0 0 26 0,0 0 31 0,0 0-20 0,0 0-21 0,0 0-31 16,0 0-9-16,0 0-6 0,4 1 0 0,3 5 0 16,3-2 0-16,3-3 0 0,5 0 0 0,2-2-11 0,3 1-55 15,2-4-62-15,-9 7-51 0,0-5-41 0,4 1-26 0,0 2-35 16,-4-1 120-16,3-2 80 0,-3-1 41 0</inkml:trace>
  <inkml:trace contextRef="#ctx0" brushRef="#br2" timeOffset="-192460.72">32685 7853 1386 0,'0'0'210'0,"0"0"-184"0,0 0 4 0,0 0 21 0,0 0 67 0,0 0 5 0,0 0-20 16,0 0-103-16,0 0 0 0,0 0 0 0,-3 0 0 0,0 4 0 16,0 3 0-16,-2 6 0 0,0 3 0 0,-6 4 0 15,5 5 0-15,-8 1 0 0,9-5 0 0,-3-2 0 0,2 5 0 16,2-2 0-16,-3-1 0 0,6 1 0 0,-3-1 0 16,4 1 0-16,-5-5 0 0,10 1 0 0,-6-3 0 0,1 1 0 15,0-4 0-15,0-12 0 16,0 0 0-16,-2 11 0 0,2 2 0 0,0-13 0 0,0 0 0 15,0 0 0-15,0 0 0 0,0 0 0 0,0 0-11 0,0 0 1 16,0 0 10-16,0 0-62 0,0 0 1 0,0 0 4 16,0 0 37-16,-2-3-6 0,6-3-35 0,-3-3 5 0,1-2-11 15,2-9 31-15,2-1 16 0,2-2 5 0,-2-8 10 16,3 10 0-16,-3 2-6 0,3 3 6 0,2-3-10 0,-1 4 20 16,-1 4-5-16,-2 1 15 0,-7 10 0 0,0 0 16 0,0 0 5 0,9-5 15 0,-9 5 6 15,0 0 4-15,0 0-10 0,0 0-15 0,10 3 20 0,-3 0 11 16,1 4-5-16,-3 1-62 0,1 2 0 0,-2 5 0 15,-2 1 0-15,2-1 0 0,-5-2 0 0,2 1 0 0,0 0 0 16,-1-2 0-16,3 2 0 0,-2-1 0 0,0-1 0 16,-1-12 0-16,0 11 0 0,4 2 0 0,-3-6 0 0,1 4 0 15,0 0 0-15,-2-1 0 16,1 1 0-16,1-2 0 0,-2-9 0 0,0 11 0 0,2-2 0 16,-2-9 0-16,0 0 0 0,3 11-42 0,-3-11-60 15,0 0-26-15,0 0-5 0,0 0 0 0,0 10-16 0,0-10-4 16,0 0-11-16,0 0-10 0,0 0-26 0,0 0-76 0,0 0 79 15,0 0 99-15,0 0 49 0</inkml:trace>
  <inkml:trace contextRef="#ctx0" brushRef="#br2" timeOffset="-192044.12">32903 8102 910 0,'0'0'256'0,"0"0"-102"0,0 0-37 16,0 0-25-16,0 0 6 0,8 7 19 0,-8-7 67 0,0 0-65 15,0 0-119-15,11 2 0 0,-1 4 0 0,0 2 0 0,0 2 0 0,1-2 0 0,-3 0 0 16,3-3 0-16,3 2 0 0,-3-1 0 0,1 1 0 16,-1-1 0-16,2 1 0 0,-1-1 0 0,2 3 0 0,-4-3 0 15,-10-6 0-15,11 5 0 0,-1 3 0 0,-10-8 0 16,0 0 0-16,0 0 0 0,0 0 0 0,9 7 0 0,-9-7 0 16,0 0 0-16,0 0 0 0,0 0 0 0,6 9 0 0,-6-9 0 15,-1 10 0-15,-5 0 0 16,-2-3 0-16,-3 4 0 0,-1-3 0 0,-5 3 0 15,-3-1 0-15,4 0 0 0,1-4 0 0,2 1 0 0,-2 1 0 16,2-2 0-16,-2 4 0 0,3-5 0 0,3 2 0 0,9-7 0 16,0 0 0-16,0 0 0 0,0 0 0 0,0 0 0 15,0 0 0-15,0 0 0 0,0 0 0 0,0 0 0 0,0 0 0 16,0 0 0-16,0 0 0 0,0 0 0 0,0 0 0 0,0 0 0 16,0 4 0-16,4 0 0 0,3-2 0 0,4 1 0 0,4-4 0 0,3 1 0 15,3 0 0-15,1-4 0 0,-7 3 0 0,2-1 0 0,-4 2 0 16,2-2 0-16,-2 3 0 0,1-3 0 0,-3-2 0 0,-11 4 0 15,12-3 0-15,-12 3 0 0,0 0-52 0,10-5-194 16,-10 5-25-16,0 0-10 0,0 0-37 0,12-2-24 0,-12 2 73 16,0 0 135-16,0 0 67 0</inkml:trace>
  <inkml:trace contextRef="#ctx0" brushRef="#br2" timeOffset="-188934.19">31109 8700 649 0,'1'-10'113'0,"-1"10"-1"0,2-12 37 0,-2 1 20 0,0 11 5 0,0 0-16 16,0 0-30-16,0 0-46 0,0 0-47 0,0 0-24 16,0 0 9-16,0 0 11 0,0 0 10 0,0 0-10 0,0 0-6 15,0 0-14-15,2 3-6 0,-4 5 5 0,0 7-15 0,2 7 15 16,-3 8-20-16,0 2 20 0,0 7-20 0,-2 5 20 0,0-9-20 0,-2 0 20 0,2-3-10 15,0-2 6-15,0-2-17 0,0-3 16 0,2 0-15 0,2-4 20 16,1-5-20-16,-1 1 10 0,-1-2-5 0,2-2 5 16,2-2 0-16,-2-11 10 0,0 0-15 0,0 0 5 0,0 0-5 15,0 0-5-15,0 0 15 0,0 0 5 0,0 0-10 0,0 0 0 16,0 0-5-16,0 0-5 0,0 0-6 0,0 0 16 16,2 0-10-16,1-5 10 0,2-3-15 15,-2 0 10-15,1-10-11 0,2 0 21 0,1-5-15 16,0-3 10-16,-2 9-5 0,0 0 5 0,4-3 0 0,-1 2 10 15,-1 4-15-15,0 0 5 0,-1 3-5 0,4 0 25 16,-10 11 1-16,8-13-6 0,-8 13-9 0,10-7 14 0,-10 7-10 16,10-1 11-16,-10 1-6 0,9 0 5 0,-1 3-9 0,1 1 14 15,0 3-24-15,-4 3-1 0,-1 4 0 0,-2-2 0 16,1 1 0-16,-1-1 0 0,-2 4 0 0,3-1 0 0,-6-1 0 0,8 2 0 16,-1-1 0-16,-3 1 0 0,4-2 0 0,-1-3 0 0,0-1 0 15,2 2 0-15,0-2 0 0,-6-10 0 0,4 10 0 0,1-1-93 16,-5-9-30-16,0 0-20 0,0 0-31 0,5 10-51 15,-3-2-36-15,-2-8-41 0,0 0-16 0,0 0 114 0,0 0 102 16,0 0 51-16</inkml:trace>
  <inkml:trace contextRef="#ctx0" brushRef="#br2" timeOffset="-188595.62">31312 9071 966 0,'0'0'333'0,"0"0"-164"0,0 0-62 16,0 0-35-16,0 0 25 0,7-5 21 0,-7 5 0 0,0 0-51 0,13-1-67 0,-2 0 0 16,0-1 0-16,1 5 0 0,-2 1 0 0,2 3 0 0,-2-3 0 15,1 3 0-15,-11-7 0 0,8 5 0 0,2 0 0 16,-10-5 0-16,8 9 0 0,1-4 0 0,-9-5 0 0,0 0 0 16,8 8 0-16,-5 2-16 0,0 0-35 0,-3-1 10 15,0 1-6-15,-3 1 17 0,1 1 4 0,-6 2 26 0,2-3 0 16,-2 0-5-16,-1 1 10 0,-1 0-5 0,1-2 6 0,-1 0 4 0,-2-1 15 0,4-2 11 15,8-7-5-15,0 0-6 0,-12 9-14 0,5-3 4 16,7-6-10-16,0 0 1 0,0 0-6 0,0 0 0 0,0 0-11 16,0 0 6-16,0 0 10 0,0 0 0 0,0 0 1 0,0 0-17 15,0 0-4-15,0 0-26 0,2 5-31 0,3-1-30 0,0-3-47 16,3 0-40-16,4 0-36 0,0-3-16 0,4-2 6 16,2 0 14-16,-7-1-19 15,0 2 107-15,2-2 67 0,-3-2 33 0</inkml:trace>
  <inkml:trace contextRef="#ctx0" brushRef="#br2" timeOffset="-188294.59">31671 8885 941 0,'-8'-7'271'0,"8"7"-117"0,0 0-57 16,0 0-5-16,0 0 21 0,0 0 4 0,0 0-9 0,0 0-16 15,0 0-31-15,0 0-60 0,0 0-1 0,0 0 0 16,5-7 0-16,0 1 0 0,6 2 0 0,0 2 0 0,3 1 0 15,6 1 0-15,1-3 0 0,6-2 0 0,-9 2 0 16,-3-2-108-16,-1 0-25 0,-1 2-41 0,0-1-67 0,-13 4-40 0,0 0-47 0,0 0-40 16,0 0 161-16,0 0 103 0,0 0 52 0</inkml:trace>
  <inkml:trace contextRef="#ctx0" brushRef="#br2" timeOffset="-188094.08">31649 9013 1197 0,'0'0'368'0,"0"0"-174"0,0 0-61 0,0 0 0 15,0 0-111-15,0 0-22 0,0 0 0 0,0 0 0 0,0 0 0 16,2 5 0-16,5 0 0 0,3-4 0 0,2-1 0 0,4-3 0 16,2 0 0-16,3-5-98 0,8 2-122 0,-11 1-36 15,0-1-30-15,2 0-37 0,-3 1-35 0,2 0 105 0,0 2 126 0,-19 3 64 0</inkml:trace>
  <inkml:trace contextRef="#ctx0" brushRef="#br2" timeOffset="-187661.78">32046 8832 925 0,'0'0'256'0,"0"0"-174"16,0 0-10-16,0 0 40 0,0 0 47 0,0 0 10 0,0 0-41 16,0 0-36-16,0 0-40 15,0 0-52-15,0-9 0 0,4 7 0 0,1-3 0 0,2 6 0 16,8-1 0-16,1 1 0 0,3 0 0 0,3-2 0 16,-7 7 0-16,0-4 0 0,-1 1 0 0,1-2 0 0,-2 2 0 15,0 2 0-15,-2-1 0 0,-11-4 0 0,12 5 0 16,-12-5 0-16,10 2 0 0,-2 4 0 0,-8-6 0 0,0 0 0 15,5 9 0-15,-2 1 0 0,-3 0-36 0,-3 0-62 0,-5 1 27 16,0 3 19-16,-4-2 11 0,-2 2 0 0,2-2 0 0,-3-1 0 0,2 2 11 16,-1-1 15-16,-1-1 10 0,3 0-6 0,1 0 6 0,-2-1 0 15,1-3 5-15,0 0 0 0,2 0 20 0,2 0-10 16,8-7 11-16,0 0-26 0,0 0 5 0,-9 7-5 0,9-7 5 16,0 0 10-16,0 0 16 0,0 0-11 0,0 0 36 0,0 0-10 15,0 0 10-15,0 0-10 0,0 8 0 0,0-8 0 0,0 3 0 16,6 2 0-16,2 1-21 15,0-3-9-15,5-1-1 0,2 0-5 0,1-4 1 16,-2-3-37-16,-3 2-36 0,2 0-56 0,-1-2-25 0,-1 0-67 16,1-2-56-16,-2 2-72 0,-10 5-31 0,10-6 136 15,-1 1 119-15,1-4 60 0</inkml:trace>
  <inkml:trace contextRef="#ctx0" brushRef="#br2" timeOffset="-187129.3">32455 8720 905 0,'0'0'328'15,"6"-10"-216"-15,-1 0 0 0,-5 10 47 0,0 0 25 0,0 0-15 16,0 0-91-16,0 0-78 0,0 0 0 0,0 0 0 0,0 0 0 0,0 0 0 0,0 0 0 16,0 0 0-16,4 1 0 0,-5 4 0 0,-2 3 0 15,-2 8 0-15,-1 0 0 0,1 4 0 0,1 4 0 0,2 4 0 16,-3-6 0-16,2-2 0 0,1 0 0 0,1-5 0 0,1 5 0 15,-2 1 0-15,2-4 0 0,0-1 0 0,0-2 0 16,2 1 0-16,-2-15 0 0,0 15 0 0,0-3 0 0,0 1 0 16,0-13 0-16,0 0 0 15,0 0 0-15,0 0 0 0,3 10 0 0,-3-10 0 16,0 0 0-16,0 0 0 0,0 0 0 0,0 0 0 0,0 0 0 16,0 0 0-16,0 0 0 0,0 0 0 0,0 0 0 0,0 0 0 15,3-3 0-15,-1 1 0 0,3-5 0 0,0-3 0 0,4-3 0 16,-3-3 0-16,3-3 0 0,-3-1 0 0,-1 10 0 15,0-5 0-15,2 3 0 0,-2 1 0 0,1 1 0 0,-6 10 0 16,7-9 0-16,-2 1 0 0,-5 8 0 0,7-8 0 0,-7 8 0 0,0 0 0 16,0 0 0-16,0 0 0 0,0 0 0 0,0 0 0 0,0 0 0 15,0 0 0-15,10 0 0 0,-1 3 0 0,-2 0 0 0,1 2 0 16,-3 4 0-16,0 2 0 0,0 0 0 0,-1 4 0 0,-4-15 0 16,0 13 0-16,-1-4 0 0,2 3 0 0,2 1 0 15,-1-2 0-15,-1 3 0 0,2 0 0 0,-3 1 0 0,4-4 0 16,-3 2 0-16,-1-13 0 15,4 13 0-15,-3-2 0 0,-1-11 0 0,2 11 0 16,-2-11 0-16,2 10 0 0,-2-10 0 0,0 0 0 0,0 0 0 16,0 0 0-16,0 0 0 0,0 0 0 0,0 0 0 0,0 0 0 15,0 10-113-15,0-10-184 0,0 0-51 0,0 0-31 0,0 0-51 16,0 0 190-16,-5 6 120 0,5-6 60 0</inkml:trace>
  <inkml:trace contextRef="#ctx0" brushRef="#br2" timeOffset="-186875.47">32863 9012 1207 0,'0'0'486'0,"0"0"-205"0,0 0-208 0,0 0-73 16,0 0 0-16,0 0 0 16,0 0 0-16,0 0 0 0,0 0 0 0,0 0 0 0,0 0 0 15,0 0 0-15,0 0 0 0,10 3 0 0,-1 2 0 0,-4 5 0 16,2 0 0-16,-3 2 0 0,0 2 0 0,0 0 0 15,-3 6 0-15,0-4 0 0,2 1 0 0,0-3 0 0,1 2 0 16,1-4 0-16,-2 4 0 0,2 1 0 0,0-4 0 16,0 2 0-16,-3-3 0 0,4 1 0 0,-2-1 0 0,1 3 0 15,-1-4 0-15,-2 2 0 0,-2-13 0 0,0 0 0 0,0 0 0 0,0 0 0 16,0 0-47-16,0 0-439 0,-2 8-149 0,2-8 195 0,-5 8 220 16,5-8 110-16</inkml:trace>
  <inkml:trace contextRef="#ctx0" brushRef="#br1" timeOffset="-177809.91">29353 9711 787 0,'0'-1'220'0,"0"-5"-159"15,0-3 1-15,-2-2 51 16,1-2 15-16,1-4-16 0,1-4-40 0,-2 0-31 0,-6 11-5 16,0 0-11-16,0 1 11 0,7 9 10 0,-8-8 0 15,2 0 0-15,-3 2-26 0,2 1-9 0,-3 4-11 0,-4 0 0 16,4 1-10-16,-5 3 5 0,3 3 10 0,-5 6 0 15,0 1-10-15,1 5 10 0,-4-2-15 0,5 4 10 0,1 3-5 16,0 1 5-16,3-2 0 0,1-1 0 0,1-1-11 0,4 1-15 16,3-2 1-16,-1-2-1 0,3-3 6 0,4-3 0 0,-1 0-1 0,2-1 11 15,2-1 5-15,-7-9-5 0,8 3 15 0,2 1-5 0,-2 0 5 16,2-4-5-16,2 0 0 0,-2-1 0 0,1-4 0 16,-1-2 0-16,0 1 0 0,0-3 0 0,1 1 0 0,-2-3-10 15,-1-2 5-15,0-2 0 0,1 0-6 0,-2 1 16 0,2 0-15 16,-3 0 20-16,-1-1-10 0,3 2 6 0,-3 2-6 15,-5 11 0-15,0 0 10 0,0 0-5 0,0 0 0 0,0 0-5 0,0 0 0 0,0 0-10 16,0 0 15-16,0 0-5 0,2 1 15 0,-1 4-20 0,2 2 5 16,-6 7-5-16,2 0 15 0,0 7-15 0,-3 0 5 15,2 5-5-15,-2-9 5 0,0 2 0 0,2-1 10 0,-1 1-25 16,1 0-21-16,-1-2-10 0,-2 1-1 0,3 1 27 16,-3 1-11-16,0 0 0 0,0 0-10 0,-4 1 1 0,3-3-1 15,-1 2 0-15,0-1 0 16,0-2-10-16,-2 0-5 0,-1-2-26 0,0-1 0 0,4-3-5 15,-3 2 15-15,-2-5-5 0,2 0 11 0,9-8-1 16,-9 6 6-16,-3-4 10 0,4 1 4 0,8-3 27 0,-10 0 20 16,0-3 46-16,10 3 21 0,-11-2 35 0,11 2 11 0,-9-5 9 15,9 5 11-15,-10-5-5 0,10 5-20 0,-10-9-6 16,10 9-25-16,0 0-15 0,0 0-16 0,-5-8-5 0,0 0 0 16,3-2 0-16,-1 0-21 0,6-1 1 0,-1 0-16 0,3-3 0 0,4 4-5 15,-2-2 0-15,3 0 0 0,3-1 0 0,-1 0-10 0,3 0-36 16,2 0-41-16,-2-1-36 0,1 0-26 0,-1 2-19 0,5-1-1 15,-5 0-41-15,1-1-5 0,-2-3-47 0,-2 2 122 16,3 1 70-16,-2-1 35 0</inkml:trace>
  <inkml:trace contextRef="#ctx0" brushRef="#br1" timeOffset="-177239.68">29452 9612 582 0,'0'0'113'0,"0"0"-21"0,0 0 26 16,0 0 15-16,0 0 0 0,0 0-5 0,0 0-36 0,5-1-5 15,0 4-41-15,-2 5-10 0,-3 2-16 0,0 5-9 16,0-1-6-16,-1 5-5 0,-3 3 0 0,1-8 0 0,1 3 0 16,-1-3 0-16,1 0 0 0,1-2 0 0,-3 0 0 0,3 0 0 0,1-12 0 0,-2 11 0 15,2-11 0-15,0 0 0 0,-2 11 10 0,2-11-15 16,0 0 15-16,0 0-10 0,0 0 26 0,0 0-16 0,0 0 11 16,0 0-6-16,0 0 15 0,0 0-4 0,0 0-1 0,0 0-4 15,0 0-1-15,0 0 1 0,2-4-11 0,-2-3 6 0,2-2-11 16,3-3 0-16,-2-4-5 0,2-4-10 0,3-5 15 15,1-5-15-15,1 12 10 0,0 1 5 0,0-1 0 0,0 0-10 0,1 4-41 0,-1-1-10 16,0 4-32-16,1 1-14 0,-1 2-16 0,-10 8 6 0,9-7 4 16,-2 1-4-16,-7 6 14 0,10-4-4 0,-10 4 25 15,0 0 6-15,10-1 9 0,-10 1 11 0,9 0 15 0,-9 0 21 16,10-2 10-16,-10 2 5 0,0 0 0 0,0 0 0 0,7 4 0 16,3 0 10-16,0 3 5 0,-3 1 16 0,-2 2 15 15,-2-1 0-15,-3-9 20 16,0 0-4-16,5 12 5 0,-5-12-6 0,4 12 10 0,-1-1 17 15,-3-11-12-15,5 9 6 0,-5-9-5 0,8 9-5 0,0-2-6 16,2-4-4-16,0 0 9 0,2-2-14 0,-1-2-17 16,-1-1-4-16,2-2-31 0,-2-1 11 0,-10 5-16 0,8-6-5 15,1 1 10-15,1-3-5 0,-2 0 5 0,-8 8-5 0,6-9 0 16,-1-1-21-16,-4 1 1 0,2 0-6 0,-3 9 16 16,0 0-5-16,0 0 10 0,-3-9-10 0,1 0 20 0,2 9-5 0,-8-6-5 0,-2 2 0 15,0 3 0-15,-2 4 5 0,-2 1 0 0,-1 4-11 16,2 1 16-16,0 3-15 0,0-1 20 0,1 0-20 0,1 2 20 15,1-1-20-15,0-1 20 0,0-1-20 0,2 1 10 16,1-1-5-16,0 0 15 0,7-10-15 0,-5 9 5 0,5-9-5 16,0 0-5-16,-5 10 15 0,5-10-5 0,0 0 5 0,0 10-5 15,0-10-31-15,0 10-25 16,0-10-31-16,3 10-31 0,-1-2-15 0,3 1-10 0,2-2-11 16,-7-7-14-16,10 5-22 0,0 3-30 0,-2-4 31 15,2-1 94-15,-10-3 48 0</inkml:trace>
  <inkml:trace contextRef="#ctx0" brushRef="#br1" timeOffset="-176569.22">29798 9747 403 0,'10'-5'215'0,"-10"5"-56"0,0 0-46 0,0 0-11 0,0 0-15 15,0 0-31-15,0 0-30 0,9-6-31 0,-9 6 0 0,0 0 0 16,0 0 15-16,0 0-5 0,10-3 0 0,0-2-5 0,-10 5 0 16,7-6 0-16,3-1 0 0,0 1 10 0,-2-3-5 15,0 0 1-15,2 2-6 0,-2-2 0 0,-2-1 10 0,-6 10-5 16,6-9 0-16,-2-2-5 0,0 3 0 0,-2-5 0 15,-2 13 0-15,0 0 10 0,0-10-5 0,0 10 1 0,-2-10 14 0,2 10-10 0,0 0 1 16,0 0-11-16,0 0 0 0,-5-8-11 0,-3 3 6 0,1 2 0 16,-3 4 5-16,-1 2-10 0,1 4-6 0,-3 5-4 0,3-1-1 15,-1 1 21-15,1 2-10 0,0-3 10 0,0 4-5 16,3-2 5-16,-1 1-10 0,-1-3 15 0,2 2-5 0,4-2-5 16,1-1 0-16,2-10 10 0,-1 12-10 0,1-12 5 15,0 0-5-15,1 9 5 16,-1-9 10-16,4 9-15 0,-4-9 15 0,6 6-20 0,0-1 20 15,7 0-10-15,-2-4 5 0,0-1-5 0,4-3 0 0,0-2 0 16,-1-1 0-16,-2 0 10 0,3 2-15 0,0-4 15 16,0-2-10-16,1 0 6 0,1 0-6 0,-2 1-11 0,-2-3 16 15,0 2-5-15,-1-4 6 0,-2 4-6 0,0 0-11 16,-1 2 16-16,-9 8-5 0,0 0 6 0,0 0 4 0,0 0 15 16,0 0 1-16,0 0 10 0,0 0-21 0,0 0-4 0,0 0-1 0,0 0-5 0,0 0 0 15,0 0-15-15,2 2 5 0,-2-1-11 0,0 7 1 0,-2 2-26 16,-1 0 0-16,-2 3 5 0,-1 2 10 0,-3 3 6 15,9-18-1-15,0 0 11 0,0 0-5 0,-1 10 10 0,1-10-11 16,0 0 11-16,0 0-20 0,0 0 15 0,0 0 0 0,0 0 10 16,0 0 10-16,0 0-15 0,0 0 5 0,0 0-5 0,0 0 5 15,0 0 0-15,0 0 0 16,0 0 0-16,0 0 0 0,5 2 20 0,0-4 0 0,1-2-5 16,2-4 1-16,2 1-1 0,4-7-5 0,1 1 6 15,1-7-11-15,-5 6 10 0,2 1 0 0,0-2 27 0,2 0 9 16,0 0 10-16,0 1 1 0,1 2-11 0,-1 3-5 15,-1 2-5-15,-1 0-11 0,-13 7 6 0,12-3 0 0,-12 3 5 16,0 0 0-16,0 0 0 0,8 3-11 0,-3 5 6 0,0 1-10 16,-5 3 10-16,0 2 10 0,-2 1-10 0,-1 3-6 0,-2 1 1 0,-2-3-5 15,1-1-5-15,-1 0-21 0,4-3 0 0,-3 3 0 0,2-4 0 16,0 0 0-16,4-11 0 0,-5 11 0 0,5-11 0 0,-2 10 0 16,-1 0 0-16,3-10-31 0,-1 9-61 0,1-9-21 15,0 0-31-15,0 0-29 0,0 0-22 0,0 0-10 0,0 0-10 16,0 0-5-16,0 0 5 0,0 0-25 0,0 0 138 0,0 0 51 15,0 0 25-15</inkml:trace>
  <inkml:trace contextRef="#ctx0" brushRef="#br1" timeOffset="-176422.11">30466 9639 1155 0,'0'0'241'0,"0"0"-82"0,0 0 10 0,0 0 0 16,0 0-26-16,0 0-132 0,0 0-11 0,0 0 0 0,0 0 0 0,0 0-27 15,0 0-101-15,0 0-66 0,0 0-62 0,0 0-46 0,11 1-51 16,-11-1-62-16,0 0 229 0,0 0 93 0,11 0 46 0</inkml:trace>
  <inkml:trace contextRef="#ctx0" brushRef="#br1" timeOffset="-176252.87">30521 9790 1340 0,'-8'8'374'16,"8"-8"-144"-16,-10 5-127 0,1-1-103 0,9-4 0 0,0 0 0 15,0 0 0-15,0 0 0 0,-10 7 0 0,10-7 0 16,0 0 0-16,0 0 0 0,0 0 0 0,0 0 0 0,0 0 0 16,0 0 0-16,0 7 0 0,0 0-52 0,5-2-266 0,0 1-35 15,3 1-77-15,-1 1-17 16,-7-8 223-16,0 0 112 0</inkml:trace>
  <inkml:trace contextRef="#ctx0" brushRef="#br1" timeOffset="-175535.27">31066 9565 854 0,'3'-11'189'0,"-3"11"-56"0,0 0-30 0,0 0-1 0,0 0 16 16,0 0 35-16,0 0 11 0,0 0-36 0,0 0-26 0,0 0-101 16,0 0-1-16,0 0 0 0,2 1 0 0,-1 4 0 0,-1 7 0 0,-1 5 0 0,-1 5 0 15,-1-1 0-15,-2 7 0 0,3 4 0 0,-1-9 0 16,1-1 0-16,-2-2 0 0,1 1 0 0,2-2 0 0,0 0 0 15,-2-4 0-15,2 0 0 0,0-1 0 0,1-2 0 32,-3 1 0-32,3-13 0 0,3 12 0 0,-3-12 0 0,0 0 0 0,0 0 0 0,0 0 0 0,0 0 0 0,0 0 0 0,0 0 0 15,0 0 0-15,0 0 0 16,0 0 0-16,0 0 0 0,0 0 0 0,0 0 0 0,0 0 0 16,0 0 0-16,0 0 0 0,0 0 0 0,0-2 0 0,2-3 0 15,1-5 0-15,-1-1 0 0,3-6 0 0,2-1 0 16,1-5 0-16,-1-4 0 0,-2 12 0 0,5 0 0 0,-3 2 0 15,2 0 0-15,-2 1 0 0,1 5 0 0,-8 7 0 16,8-7 0-16,-8 7 0 0,10-5 0 0,2 3 0 0,-2 2 0 16,0 0 0-16,-10 0 0 0,11 2 0 0,-2 5 0 0,-1-1 0 0,0 1 0 15,-2 3 0-15,2 0 0 0,-3 0 0 0,1 1 0 0,-5 2 0 16,4-4 0-16,0 5 0 0,-5-1 0 0,3-1 0 16,-2-2 0-16,0 1 0 0,-2 0 0 0,2 0 0 0,-1-11 0 15,0 10 0-15,1-1 0 0,-1-9 0 0,2 10 0 0,-1 0 0 16,-1-10 0-16,0 0 0 0,1 10 0 0,-1-10 0 15,0 0 0-15,0 0 0 0,0 0 0 16,1 13 0-16,-1-13 0 0,0 0-1 0,0 0-193 16,0 0-11-16,0 0-41 0,0 0-30 0,0 0-67 0,0 0-77 15,0 0 239-15,0 0 90 0,0 0 46 0</inkml:trace>
  <inkml:trace contextRef="#ctx0" brushRef="#br1" timeOffset="-174987.1">31498 9741 807 0,'-20'2'241'0,"0"1"-144"0,11-3 1 16,9 0 24-16,0 0 11 15,0 0-35-15,0 0-52 0,0 0-41 0,0 0-20 16,0 0 5-16,0 0 15 0,0 0-10 0,0 0 5 0,0 0-5 15,0 0 5-15,0 0 0 0,0 0 20 0,0 0 11 0,0 0 20 16,3 0 5-16,2 5 5 0,1 0-20 0,4-2-10 0,0 1-11 16,6-1 11-16,-1 0-16 0,3 5 6 0,-18-8-6 0,0 0 6 15,6 6-5-15,-6-6-16 0,0 0 0 0,0 0 0 16,0 0 0-16,5 6 0 0,-5-6 0 0,2 9 0 0,0 0 0 0,-4 0 0 0,0 1 0 16,-3 2 0-16,-4-3-27 0,-1-1 2 0,0-2 5 15,1-2 15-15,-2-2 0 0,0 1 5 0,1 1-11 0,10-4 16 16,0 0-15-16,-10 1 20 0,-1 1-20 0,11-2 10 0,-10 1-5 15,10-1-5-15,0 0-36 0,0 0-21 0,0 0-25 0,0 0 26 16,0 0 9-16,0 0 16 0,0 0 10 0,0 0 6 16,0 0 4-16,0 0 11 0,0 0 5 0,0 0 5 0,0 0 0 0,0 4 0 0,2-1 0 15,3 2 0-15,3-2 0 0,2 0 10 0,1 2 26 0,3-3 5 16,-14-2 15-16,16 5 11 0,-16-5 9 0,10 1-14 16,0 2-21-16,-1 1-16 0,-9-4-4 0,0 0-1 0,0 0 1 15,10 5-11-15,-10-5 6 0,0 0-1 0,0 0 16 0,7 5-5 16,-7-5-26-16,0 0 0 0,0 0 0 0,5 7 0 15,-5-7 0-15,0 0 0 0,0 0 0 16,0 0 0-16,0 7 0 0,-2 2 0 0,-6 0 0 16,-2-2 0-16,-1 1 0 0,-3-1 0 0,-1-1 0 0,-1-1 0 15,16-5 0-15,-10 3 0 0,-1-1 0 0,-2 0 0 16,13-2 0-16,0 0 0 0,0 0 0 0,0 0 0 0,0 0-246 16,-10 1-103-16,10-1-70 0,0 0-88 0,-10 1 244 0,10-1 131 15,0 0 66-15</inkml:trace>
  <inkml:trace contextRef="#ctx0" brushRef="#br1" timeOffset="-173011.11">30594 9315 368 0,'0'0'87'0,"0"0"-52"0,0 0-9 0,0 0 5 0,0 0 35 16,0 0 21-16,0 0-5 0,0 0-10 0,0 0-21 0,0 0-26 16,0 0-4-16,0 0-6 0,-7 2-4 0,1 0-6 0,-3 6-5 15,3 0-10-15,-4 1 5 0,0 3 10 0,-2 3 0 0,-1 3-10 0,4-11 10 16,-4 0-5-16,3 1 5 0,1-2-5 0,1 2 0 0,-1-2 0 0,9-6 0 0,0 0 0 16,-10 6 0-16,10-6 0 0,0 0-10 0,0 0 15 0,0 0-15 15,-5 9 20-15,5-9-20 0,0 0 10 0,0 0-5 0,-6 8 5 16,6-8-11-16,0 0 16 0,-4 9-5 0,3 1 6 0,1 0-6 15,1-1 0-15,-1-9 0 0,5 8 0 0,-5-8 0 16,9 8 0-16,1-2 0 0,0-4 10 0,0 1 15 0,0-1 0 16,1 1 1-16,0-2 5 15,1-1-6-15,-2-4 1 0,-10 4-6 0,12-3 1 0,-1 1-1 16,-1 0-9-16,0-3 4 0,2 0 0 0,-4-3-4 16,-8 8 14-16,0 0-4 0,0 0-6 0,0 0 1 0,7-7-1 15,-7 7-5-15,6-9 6 0,-1 1-11 0,-1-2-10 16,-2-1 0-16,-2-1 0 0,0 1 5 0,0 0 0 0,-1 0 10 15,-3-1-5-15,3 0 0 0,-4 0-5 0,0 0 0 0,2 0 0 16,3 12 0-16,-5-12 0 0,-2-2 0 0,2 3 0 0,5 11 0 0,-6-10 0 16,6 10-21-16,0 0-30 0,0 0-21 0,0 0-30 0,-7-10-21 15,7 10-26-15,0 0-9 0,0 0-26 0,0 0-11 0,0 0 37 16,0 0 79-16,0 0 39 0</inkml:trace>
  <inkml:trace contextRef="#ctx0" brushRef="#br1" timeOffset="-172741.61">30599 9246 255 0,'0'0'118'0,"0"0"-47"0,12-1 22 0,5-1-7 16,-17 2 17-16,0 0-16 0,0 0-20 0,0 0-6 0,0 0 5 16,0 0 1-16,8 5-11 0,-1 2-10 0,3 3-5 15,-5-3 10-15,1 3-15 0,-1 2 5 0,0 1-5 0,-1 2 5 0,0-3-11 0,-2-1-4 16,-2 2-6-16,4-2 1 0,-3 4-1 0,3-3-9 15,-3 5 4-15,-1-4-20 0,3-2 5 0,-2 1 5 0,3 0-10 16,-2 0 15-16,-2-12-10 0,0 0-5 0,3 12 10 0,-1-2-15 16,1-2 10-16,-1 3-15 0,-2-11-31 0,4 11-21 15,-2 0-25-15,3-1-15 0,-5-10-11 0,0 0-15 0,4 10-16 16,-4-10 1-16,0 0-1 16,0 0-4-16,0 0-16 0,0 0 62 0,0 0 53 0,0 0 27 15</inkml:trace>
  <inkml:trace contextRef="#ctx0" brushRef="#br1" timeOffset="-172525.27">30831 9314 393 0,'0'0'97'0,"0"0"6"0,4-10 19 16,-4 10-4-16,0 0-5 0,0 0-31 0,0 0-21 0,0 0-25 15,0 0-11-15,0 0 17 0,0 0-12 0,0 0 1 0,0 0 0 16,0 4-16-16,-2 1 6 0,-3 1-16 0,0 5-10 0,-3 2 0 15,-2 7 10-15,-3 1-10 0,0 1 15 0,1-10-20 16,0 3 20-16,1 3-10 0,0-4 5 0,-2-1-15 0,5-3-47 0,0 0-25 0,-2 1-51 16,0-2-25-16,10-9-32 0,0 0-50 0,-7 12 10 15,-1-5 115-15,8-7 57 0</inkml:trace>
  <inkml:trace contextRef="#ctx0" brushRef="#br1" timeOffset="-172278.03">30879 9359 890 0,'0'0'133'0,"0"0"-62"0,0 0 32 16,0 0 24-16,0 0-24 0,0 0-31 0,0 0-57 0,0 0-10 15,0 0-10-15,0 0 5 0,7-8 0 0,-7 8 0 0,8-5 0 0,-8 5-10 0,0 0 15 16,10-5-15-16,-1 0 20 0,-2-1-20 0,3 1 20 0,0 3-10 15,-1 1 5-15,2 1-56 0,-11 0-36 0,11 0-41 16,-11 0-21-16,10 0-30 0,-10 0 5 0,0 0-41 0,0 0-20 16,10 5 87-16,-10-5 74 0,0 0 37 0</inkml:trace>
  <inkml:trace contextRef="#ctx0" brushRef="#br1" timeOffset="-172108.8">30856 9433 624 0,'0'0'163'0,"0"0"-96"0,0 0-16 0,0 0 20 15,0 0 22-15,0 0-12 0,0 0-29 0,0 0-32 0,0 0-25 0,2 9 10 0,1-8-15 16,5 5 10-16,2-1-26 0,2-1-46 0,3-4-50 0,4 4-52 16,1-7-41-16,-4 2-72 0,3 5 129 0,-3-4 79 0,4 1 39 15</inkml:trace>
  <inkml:trace contextRef="#ctx0" brushRef="#br1" timeOffset="-168422.68">31867 9896 326 0,'8'-10'118'16,"-8"10"-20"-16,0 0 9 15,0 0 21-15,0 0 10 0,0 0 5 0,0 0-10 0,0 0-15 16,0 0-10-16,0 0-27 0,0 0-9 0,0 0-20 0,0 0-6 16,0 0 35-16,0 0 12 0,0 0 4 0,0 0 0 0,0 0-86 15,0 0-11-15,0 0 0 0,0 0 0 0,0 0 0 16,0 0 0-16,0 0 0 0,0 0 0 0,0 0 0 0,0 0 0 15,0 2 0-15,-3 5 0 0,2 0-109 0,-8 3-39 0,2 6-41 16,-6-1-16-16,-3 2-30 0,1 2-6 0,5-10-45 0,10-9-52 0,-12 8 190 16,0 1 74-16,2 0 37 0</inkml:trace>
  <inkml:trace contextRef="#ctx0" brushRef="#br1" timeOffset="-167936.92">32157 9578 1187 0,'0'0'71'0,"0"0"-40"0,0 0 0 0,0 0 50 16,0 0-9-16,0 0 5 0,0 0-16 0,0 0-30 0,0 0-5 16,2 7-21-16,1-1 0 15,-6 5-5-15,2 4 0 0,-3 5 0 0,-2 4 0 16,-1 5 0-16,-2 3 0 0,3-8 10 0,1-1-25 0,1-2-21 15,0 2-10-15,3-2-1 0,-3-1 27 0,4-4 0 16,0-1 4-16,0-2 6 0,0 3 5 0,0-1 5 0,0-2 10 16,3-2-15-16,-3-1 5 0,0-10-15 0,0 0 30 0,1 11-20 15,-1-11 0-15,0 0-5 0,0 0-26 0,0 0 10 16,0 0-15-16,0 0 26 0,0 0-5 0,0 0 15 0,0 0 0 0,0 0-6 0,0 0 16 16,0 0-25-16,0 0 4 0,1 0 11 0,3-5-5 0,0-5 10 15,-1-2-5-15,2-4 5 0,2-6 0 0,-1-1 20 0,0-3 1 16,0 10 15-16,-1 0-11 0,3 2 21 0,-2-1-15 15,-2 4-1-15,-4 11-19 0,0 0 4 0,0 0-10 0,0 0 11 16,0 0 9-16,0 0 11 0,0 0 5 0,0 0 0 0,0 0 0 16,7-3 10-16,0 3-15 15,-2 4 5-15,0 4-16 0,2 2 1 0,-2 2-16 16,-2 4 6-16,2 3-11 0,-5-6-10 0,1 2 10 0,-1-2-15 16,0 3 20-16,0-1-10 0,0-3 5 0,-1 0-5 15,1 0 0-15,0-1 0 0,0 0 0 0,0-11-10 0,0 11-36 16,0-11-31-16,-2 9-61 0,1 1-47 0,1-10-40 0,0 0-15 15,0 12-37-15,0-12-35 0,0 0 115 0,0 0 99 0,-2 10 49 16</inkml:trace>
  <inkml:trace contextRef="#ctx0" brushRef="#br1" timeOffset="-167473.45">32282 9867 1202 0,'0'0'307'0,"0"0"-215"0,0 0-76 0,0 0 4 16,0 0 41-16,0 0 37 0,0 0 9 0,0 0-10 0,7-3-50 16,-7 3-47-16,9-3 0 0,-9 3 0 0,9-1 0 0,1 2 0 15,-10-1 0-15,11 6 0 0,-2-2 0 0,-9-4 0 16,7 10 0-16,-7-10 0 0,5 6 0 0,-5-6 0 0,8 10 0 16,-2-2 0-16,-6-8 0 15,4 9 0-15,-4-9 0 0,1 10 0 0,-2-1 0 0,1-9 0 16,-3 11 0-16,-2-3 0 0,-1 0 0 0,1 0 0 15,5-8 0-15,-9 8 0 0,2 0 0 0,7-8 0 0,0 0 0 16,0 0 0-16,0 0 0 0,-7 9 0 0,7-9-27 0,0 0-8 16,0 0 9-16,0 0-5 0,-5 8 6 0,5-8-1 15,0 0 6-15,0 0 20 0,0 0-21 0,0 0 16 0,0 0 5 16,0 0 5-16,0 10-10 0,3-2 10 0,-3-8-15 0,4 7 10 0,2 0 5 0,0 2 0 16,-6-9-10-16,9 6 10 0,-9-6 5 0,11 5 11 0,-2 5 10 15,-9-10 5-15,0 0 5 0,0 0 0 0,7 8-11 16,-7-8-29-16,7 7-1 0,-3 3 0 0,-4-10 0 0,0 0 0 15,0 0 0-15,4 11 0 0,0-1 0 0,-3 4 0 0,-1-14 0 16,0 0 0-16,-2 13 0 0,-1-4 0 0,-1 1 0 16,0 1 0-16,-5-2 0 15,1-2 0-15,0 1 0 0,8-8 0 0,-13 6 0 0,6 0 0 16,7-6 0-16,-10 4 0 0,0-2 0 0,10-2 0 0,0 0 0 16,-10 2 0-16,10-2-134 0,0 0-55 0,0 0-31 15,-9-2-26-15,-1 0-66 0,10 2-41 0,-9-5 56 0,4-1 149 16,3-7 74-16</inkml:trace>
  <inkml:trace contextRef="#ctx0" brushRef="#br1" timeOffset="-167220.01">32454 9815 1278 0,'0'0'108'0,"2"-10"-57"0,-2 10 21 16,0 0 30-16,0 0-5 0,0 0-15 0,0 0-5 0,0 0-10 16,0 0-1-16,0 0-19 0,7-7-47 0,-7 7 0 0,5-10 0 15,2 2 0-15,-7 8 0 0,11-4 0 0,-1 1 0 0,2-2 0 16,1 3 0-16,5 0 0 0,-3 2 0 0,1 0 0 16,-1 2 0-16,0 1 0 0,1-3-98 0,-16 0-20 0,13 2-36 15,-13-2-24-15,0 0-32 0,0 0-10 0,0 0-26 0,11 2-10 0,-1 1-51 0,-10-3 177 16,0 0 65-16,0 0 32 0</inkml:trace>
  <inkml:trace contextRef="#ctx0" brushRef="#br1" timeOffset="-167035.16">32483 9901 818 0,'-7'8'189'0,"7"-8"-107"0,0 0-31 0,0 0-5 0,0 0 11 15,0 0-6-15,0 0 5 0,0 0-10 0,0 0-10 0,0 0-11 16,-1 9-14-16,4 0-6 0,3-3 5 0,0-2-25 15,4-3 10-15,5-1-56 0,3 0-37 0,0-1-55 0,-3-3-32 16,-2-1-35-16,-2 4-36 0,5-2 11 0,-3 0 122 0,-13 3 62 16</inkml:trace>
  <inkml:trace contextRef="#ctx0" brushRef="#br1" timeOffset="-166618.58">32782 9764 894 0,'0'0'185'0,"0"0"-47"0,11-5 62 0,1 3 40 0,-1-1 11 16,-1 2-112-16,-10 1-139 0,9 1 0 0,2 2 0 16,-11-3 0-16,9 2 0 0,3 3 0 0,-2-3 0 0,0 1 0 15,-1-1 0-15,1 0 0 0,-10-2 0 0,10 4 0 0,-10-4 0 16,0 0 0-16,10 6 0 15,-3-1 0-15,3 0 0 0,-10-5 0 0,0 0 0 16,6 9 0-16,-1-2 0 0,-1 5 0 0,1-3 0 0,-5-9 0 16,0 11 0-16,-6-1 0 0,0 3 0 0,-2 0 0 0,-2 1 0 15,1-2 0-15,-2 1 0 0,-3 0 0 0,1 0 0 16,0 0 0-16,1-1 0 0,-3-1 0 0,1-3 0 0,-1 1 0 16,0 2 0-16,1-2 0 0,1 0 0 0,0-4 0 15,-1 1 0-15,14-6 0 0,-11 6 0 0,11-6 0 0,0 0 0 0,0 0 0 0,-12 6 0 16,12-6 0-16,0 0 0 0,0 0 0 0,0 0 0 0,0 0 0 15,0 0 0-15,0 0 0 0,0 0 0 0,0 0 0 0,1 4 0 16,6-2 0-16,3 1 0 0,7-3 0 0,-2 0 0 16,7 2 0-16,3-4 0 0,-1-1 0 0,-7 2 0 0,-3-3 0 15,0 2 0-15,-3-2 0 0,0 0-93 0,-11 4-76 0,13-6-15 16,-3 3-36-16,-10 3-26 0,11-3-25 0,-11 3-10 0,0 0-16 0,11-5 154 16,-11 5 71-16,0 0 36 0</inkml:trace>
  <inkml:trace contextRef="#ctx0" brushRef="#br1" timeOffset="-166080.22">33090 9632 1586 0,'9'-5'338'15,"-9"5"-297"-15,10-7-72 0,-10 7 15 0,0 0 11 0,0 0 20 16,0 0 27-16,0 0-12 0,0 0-9 0,0 0-16 0,0 0-5 15,9 2-10-15,-9-2 5 0,5 5 0 0,-4 3 15 16,0 7-5-16,-3 3 10 0,-2 1-20 0,0 5 5 0,2 3-5 0,-3-7 5 0,2 4 0 16,0-3 0-16,-1 2 0 0,1-5 0 0,2 2 0 15,0 1-10-15,-2-1 15 0,0-1-15 0,3-1 20 0,0-5 0 16,0 3-10-16,0-1 0 0,0 0-5 0,0-1 5 16,0-14 0-16,-3 14 10 0,3-3-5 0,0-11-10 0,1 11-21 15,-1-11-10-15,0 0-5 0,0 0-10 0,0 0 5 0,0 0 0 16,0 0 5-16,0 0 11 15,0 0-6-15,0 0-10 0,0 0 0 0,0 0-11 0,0 0 21 16,0 0-15-16,0 0 10 0,2 1-15 0,0-7-10 0,-2-2 20 16,4-5-1-16,0-3 22 0,3-5 10 0,2-2 10 15,-3 2 5-15,0 5 0 0,2-1 10 0,-3-1 26 0,1 3 25 16,3 3 26-16,-4 1-20 0,-5 11 9 0,6-10-24 16,0-5 9-16,-6 15-15 0,0 0 10 0,0 0 0 15,0 0-4-15,0 0-6 0,0 0-36 0,9-6 15 0,-9 6-9 16,0 0-1-16,0 0-9 0,0 0 24 0,14-3-15 0,-14 3 42 15,16 3-36-15,-16-3-21 0,0 0 0 0,0 0 0 0,16 9 0 16,-3-1 0-16,-2 5 0 0,0 2 0 0,5 4 0 16,-16-19 0-16,10 20 0 0,-10-20 0 0,2 24 0 0,-2-24 0 15,0 0 0-15,3 21 0 0,-5-4 0 0,3 6 0 0,-1-23 0 16,0 0 0-16,0 0 0 0,0 0 0 0,0 0 0 0,0 0 0 16,8 17 0-16,-8-17 0 0,0 0 0 0,0 0 0 15,0 0 0-15,0 0 0 0,0 0-108 0,0 0-174 0,0 0-25 16,0 0-62-16,0 0-29 0,0 0 106 0,-13 16 146 0,-1 0 73 15</inkml:trace>
  <inkml:trace contextRef="#ctx0" brushRef="#br1" timeOffset="-165686.28">33395 9918 808 0,'0'0'215'0,"0"0"-149"0,0 0 11 16,0 0 56-16,21 3 62 0,-21-3 4 0,0 0-25 0,21 2-21 16,-21-2-126-16,0 0-27 0,24 1 0 0,-24-1 0 0,0 0 0 15,23 9 0-15,-7-4 0 0,-16-5 0 0,15 12 0 0,2 1 0 16,-17-13 0-16,0 0 0 0,0 0 0 0,4 15 0 16,-4-15 0-16,0 0 0 0,12 16 0 0,-12-16 0 0,13 22 0 15,-13-22 0-15,0 0 0 0,5 21 0 0,-1-5 0 0,-4-16 0 16,0 0 0-16,0 19 0 0,-4-3 0 0,4-16 0 15,-8 21 0-15,8-21 0 0,-11 21 0 0,0-5 0 0,11-16 0 16,-16 10 0-16,2 3 0 0,14-13 0 0,0 0 0 0,0 0 0 16,-15 15 0-16,-5-7 0 0,20-8 0 0,0 0 0 15,0 0 0-15,0 0 0 0,-19 8 0 0,19-8 0 0,0 0 0 16,0 0 0-16,0 0 0 0,0 0 0 0,0 0 0 0,0 0 0 16,0 0 0-16,0 0 0 0,0 0 0 0,0 0 0 0,2 7 0 15,9 1 0-15,0-3 0 0,9-2 0 0,4 2 0 16,4-6 0-16,10 2 0 0,1-8 0 0,-12 3 0 0,-8 0 0 15,4 2-262-15,-23 2-209 0,27-8-173 0,-27 8 309 0,0 0 167 16,25-10 84-16</inkml:trace>
  <inkml:trace contextRef="#ctx0" brushRef="#br1" timeOffset="-160245.12">7249 8648 853 0,'0'0'164'0,"0"0"-123"0,0 0-35 0,1-13 14 15,-1 13 21-15,0 0 36 0,0 0 5 0,0 0 15 0,0 0 0 0,0 0-5 0,4-3 5 16,3 7-10-16,-1-1-10 0,2 7 0 0,-1 3-10 15,1 3-1-15,1 5-60 0,3 4-6 0,-3-4 0 0,-3 0 0 16,1 0 0-16,-2 0 0 0,0-1 0 0,0 0 0 0,0 0 0 16,-3-2 0-16,1-2 0 0,1 1 0 0,-3-1 0 15,4-3 0-15,0 1 0 0,-1 0 0 0,-1-5 0 0,-1 4 0 16,-3-3 0-16,1-10 0 0,0 0 0 0,-4 9 0 0,2 2 0 0,2-11 0 0,0 0 0 16,0 0 0-16,0 0 0 0,0 0 0 0,0 0 0 0,0 0 0 15,0 0 0-15,0 0 0 0,0 0 0 0,0 0 0 16,-7 1 0-16,0-2 0 0,-1-3 0 0,1-3 0 0,1-6 0 15,-1-1 0-15,7-2 0 0,-2-4 0 0,3 4 0 16,0 0 0-16,4 0 0 0,-1 0 0 0,2-1 0 0,1-2 0 16,-1 0 0-16,1 1 0 15,1 0 0-15,1 0 0 0,1 2 0 0,0-3 0 16,2 3 0-16,1 0 0 0,-1 2 0 0,3-2 0 0,0 2 0 16,-1 2 0-16,-1-2 0 0,2 2 0 0,-1 0 0 0,0 2 0 15,-2 0 0-15,2 4 0 0,-4-2 0 0,1 4 0 16,-11 4 0-16,12-5 0 0,-12 5 0 0,0 0 0 0,0 0 0 15,0 0 0-15,0 0 0 0,0 0 0 0,0 0 0 0,0 0 0 16,0 0 0-16,0 0 0 0,0 0 0 0,0 0 0 0,0 0 0 0,0 0 0 0,0 0 0 16,0 0 0-16,0 0 0 0,6 4 0 0,-6-4 0 15,0 0 0-15,0 0 0 0,0 0 0 0,0 0-200 0,0 0-143 16,0 0-41-16,4 6-71 0,-4-6 122 0,0 0 167 0,-2 5 83 16</inkml:trace>
  <inkml:trace contextRef="#ctx0" brushRef="#br1" timeOffset="-159875.29">7727 8838 281 0,'0'0'148'0,"0"0"-25"16,0 0-5-16,0 0-1 0,0 0 16 0,0 0-15 0,0 0 15 15,0 0 0-15,0 0 10 0,0 0 1 0,0 0-1 0,0 0 0 16,0 0-20-16,0 0-76 16,0 0-47-16,0 0 0 0,0 0 0 0,0 0 0 0,0 0 0 15,1 2 0-15,3 1 0 0,1-4 0 0,3-1 0 0,2 0 0 16,4-1 0-16,2 5 0 0,2-5 0 0,-8 3 0 15,0 0 0-15,1 1 0 0,-1 1 0 0,1-4 0 0,0 1 0 16,-1 1 0-16,2 0 0 0,-2-1 0 0,0 1 0 16,-10 0 0-16,10 0 0 0,0-3 0 0,-10 3 0 0,0 0 0 15,10 0 0-15,-10 0-47 0,0 0-193 0,0 0-27 0,0 0-9 0,0 0-61 0,0 0-37 16,0 0 121-16,0 0 126 0,0 0 64 0</inkml:trace>
  <inkml:trace contextRef="#ctx0" brushRef="#br1" timeOffset="-159643.38">7733 8921 0 0,'-8'7'915'0,"8"-7"-731"0,0 0-56 0,0 0-31 16,0 0-10-16,0 0 16 0,0 0 19 0,-3 13 27 0,3-13-31 16,0 0-16-16,0 0-60 0,0 0-42 0,2 5 0 0,4 1 0 15,4-4 0-15,3 1 0 0,1-2 0 0,4 2 0 16,2-2 0-16,0-2 0 15,-4 1 0-15,-2-2 0 0,2 4 0 0,-2-4 0 0,1 2 0 16,0-2 0-16,-1-1 0 0,-14 3 0 0,15-1 0 0,-3 1 0 16,2-2 0-16,-3-1 0 0,-11 3-62 0,11-2-271 15,-11 2-51-15,12-1-82 0,-12 1 65 0,0 0 200 0,0 0 101 16</inkml:trace>
  <inkml:trace contextRef="#ctx0" brushRef="#br1" timeOffset="-154574.58">8494 8498 828 0,'5'-10'205'0,"-5"10"-77"0,0 0-26 15,0 0 6-15,0 0 25 0,0 0 10 0,0 0 16 0,0 0-31 16,0 0-21-16,0 0-101 0,0 0-6 0,0 0 0 0,0 0 0 16,5 1 0-16,-1 6 0 0,0 3 0 0,-3 4 0 0,0 7 0 15,-2 4 0-15,0 5 0 0,-3 4 0 0,0-5 0 16,0 1 0-16,1 1 0 0,-1 0 0 0,1-2 0 0,1-2 0 16,-2-2 0-16,3-2 0 0,0-3 0 0,-2-1 0 0,3-6 0 0,0 2 0 15,0-1 0-15,0-2 0 0,0-12 0 0,0 0 0 0,1 10 0 16,-1-10 0-16,0 0 0 0,0 0 0 0,0 0 0 0,0 0 0 15,0 0 0-15,0 0 0 0,0 0 0 0,0 0 0 0,0 0 0 16,0 0 0-16,0 0 0 0,0 0 0 0,5 0 0 0,0-2 0 16,2-6 0-16,-1-2 0 0,0-6 0 0,2-2 0 15,0-5 0-15,2-3 0 16,-2 5 0-16,1 0 0 0,-1-1 0 0,2-1 0 16,-2 2 0-16,3-1 0 0,-2 3 0 0,2 2 0 0,-4 2 0 15,3 4 0-15,-2 2 0 0,-8 9 0 0,0 0 0 0,0 0 0 16,0 0 0-16,0 0 0 0,10-2 0 0,-10 2 0 15,9 2 0-15,-4 5 0 0,0 2 0 0,-2 5 0 0,2-1 0 16,0 4 0-16,0 4 0 0,-2-2 0 0,-2-1 0 0,0 0 0 16,2 0 0-16,-3-2 0 0,0 4 0 0,-3-1 0 0,1-6 0 0,-1 2 0 15,2 0 0-15,0 0 0 0,0-1 0 0,1 2 0 0,0-5 0 16,1 0 0-16,-1 1 0 0,0-12 0 0,2 13 0 16,-2-13 0-16,4 9 0 0,-4-9 0 0,0 0 0 0,3 10-98 15,-3-10-132-15,0 0-26 0,0 0-15 0,0 0-31 0,0 0-26 16,0 0 47-16,0 0 140 0,0 0 71 0</inkml:trace>
  <inkml:trace contextRef="#ctx0" brushRef="#br1" timeOffset="-154088.88">8816 8761 1007 0,'0'0'190'0,"0"0"-129"0,0 0-20 0,0 0 25 16,0 0 57-16,0 0 26 0,0 0 4 0,0 0-56 0,0 0-40 16,8-2-32-16,0 3 6 0,2 0 15 0,0 0-45 0,-2 4-1 15,3 1 0-15,0-1 0 0,2 4 0 0,-5-10 0 16,4 1 0-16,-1 1 0 0,-1 2 0 0,-10-3 0 0,0 0 0 16,11 3 0-16,-11-3 0 0,9 3 0 0,-9-3 0 0,0 0 0 0,6 7 0 0,-2-1 0 15,-5 7 0-15,-1-5 0 0,2-8 0 0,-3 12 0 16,-4 0 0-16,-1 0 0 0,-2 0 0 0,1-4 0 0,-2 1 0 15,2-2 0-15,0 2 0 0,9-9 0 0,0 0 0 16,0 0 0-16,-12 5 0 0,2-1 0 0,10-4 0 0,0 0 0 16,0 0 0-16,0 0 0 0,0 0 0 0,0 0 0 0,0 0 0 15,0 0 0-15,0 0 0 16,0 0-26-16,0 0-5 0,0 0 11 0,0 0 15 0,0 0 5 16,2 3-11-16,2-3 6 0,2 3 0 0,2-3 5 15,3 0 0-15,1-1 10 0,8-1-15 0,-2 4 25 0,-18-2-4 16,10 1 20-16,-1 3-11 0,-9-4-24 0,0 0-1 0,8 2 0 15,1 2 0-15,-9-4 0 0,0 0 0 0,0 0 0 0,0 0 0 16,6 7 0-16,-2 2 0 0,-3 0 0 0,-1 2 0 16,-2-2 0-16,-2 2 0 0,-3 0 0 0,-2 1 0 0,1-1 0 0,0-1 0 0,0-1 0 15,-1-3 0-15,1 3 0 0,8-9 0 0,-9 9 0 16,-1-3 0-16,-1-1 0 0,-1-2 0 0,4 0 0 0,8-3 0 16,-11 4 0-16,11-4-78 0,-12 2-188 0,12-2-41 0,0 0-41 15,0 0-36-15,-10-1 52 0,10 1 166 0,-8-4 83 16</inkml:trace>
  <inkml:trace contextRef="#ctx0" brushRef="#br1" timeOffset="-153750.8">9347 8494 976 0,'0'0'425'15,"6"-8"-225"-15,-6 8-52 0,0 0 16 0,0 0-30 0,0 0-134 16,0 0 0-16,0 0 0 0,0 0 0 0,0 0 0 16,0 0 0-16,0 0 0 0,0 0 0 0,0 0 0 0,-1 1 0 15,-2 3 0-15,-2 3 0 0,3 4 0 0,-2 0 0 0,-4 8 0 16,1 5 0-16,-1 2 0 0,6-7 0 0,-2 5 0 16,-2 1 0-16,-2 1 0 15,0 4 0-15,0 1 0 0,-2-4 0 0,0 1 0 0,-1 1 0 16,1 0 0-16,-1-2 0 0,-2 1 0 0,2 0 0 0,-1-5 0 15,3 1 0-15,-2-2 0 0,3-2 0 0,-1-1 0 16,3-2 0-16,-1-6 0 0,2 3 0 0,5-14 0 0,-4 11 0 16,4-11 0-16,0 0 0 0,0 0 0 0,0 0 0 0,0 0 0 15,0 0 0-15,0 0-16 0,0 0-266 0,0 0-14 16,0 0-27-16,0 0-35 0,0 0-52 0,0 0 229 0,-3-4 90 0,5-1 46 0</inkml:trace>
  <inkml:trace contextRef="#ctx0" brushRef="#br1" timeOffset="-153302.98">9414 8615 1043 0,'0'0'327'0,"0"0"-173"0,0 0-62 0,0 0-10 0,0 0 21 16,0 0 9-16,0 0 11 0,0 0-112 0,0 0-11 0,0 0 0 16,6 2 0-16,-2 1 0 0,1 7 0 0,-4 4 0 0,0 6 0 15,1 4 0-15,-5 4 0 0,-1 2 0 0,1-4 0 16,-1-1 0-16,1-1 0 0,2-2 0 0,-4-2 0 0,0 0 0 15,4-2 0 1,-2 2 0-16,2-5 0 0,1-1 0 0,-2-3 0 0,2-11 0 16,0 0 0-16,0 0 0 0,0 0 0 0,-3 11 0 0,3-11 0 15,0 0 0-15,0 0 0 0,0 0 0 0,0 0 0 0,0 0 0 16,0 0 0-16,0 0 0 0,0 0 0 0,0 0 0 0,0 0 0 16,0 0 0-16,5 1 0 0,-4-5 0 0,4-2 0 15,0-5 0-15,3-3 0 0,-1-4 0 0,1-3 0 0,2-4 0 16,-3 9 0-16,5 0 0 0,-4 0 0 0,0-2 0 0,2 5 0 0,0 0 0 15,-1 6 0-15,-9 7 0 0,0 0 0 0,8-8 0 0,-8 8 0 16,0 0 0-16,0 0 0 0,11-1 0 0,-3 5 0 0,-1 2 0 16,1 4 0-16,-4 1 0 0,1 1 0 0,-3 3 0 15,-1 3 0-15,-2-3 0 0,0-2 0 0,-2 0 0 0,1 0 0 16,-1 1 0-16,1 1 0 0,1 0 0 0,-2-2 0 16,2-2 0-16,0-1 0 15,1 3 0-15,0-13 0 0,1 12 0 0,-1-12 0 0,0 10 0 16,0-10 0-16,0 0 0 0,1 11 0 0,-1-11 0 0,0 0-26 15,0 0-169-15,0 0-15 0,0 0 0 0,0 0-10 0,0 0-10 16,0 0-21-16,0 0-20 0,0 0 54 0,0 0 108 16,0 0 55-16</inkml:trace>
  <inkml:trace contextRef="#ctx0" brushRef="#br1" timeOffset="-152886.38">9666 8870 736 0,'0'0'225'0,"0"0"-61"0,0 0-26 15,0 0 5-15,0 0-10 0,0 0-25 0,0 0-6 0,0 0-25 16,0 0 5-16,0 0-25 0,11-4 4 0,-11 4-40 0,0 0-21 16,11-1 0-16,-1 1 0 0,0 4 0 0,3-2 0 0,-2 3 0 0,-1 2 0 15,1 0 0-15,1-2 0 0,-2 0 0 0,0-1 0 0,-2-2 0 16,2 2 0-16,-10-4 0 0,0 0 0 0,0 0 0 0,10 5 0 16,0 0 0-16,-10-5 0 0,10 6 0 0,-2 1 0 15,-8-7 0-15,0 0 0 0,7 8 0 0,-2 1 0 0,-2 0 0 16,-3 3 0-16,-2-2 0 0,-1 1 0 0,-1-1 0 0,-1 0 0 15,-4-1 0 1,-1 1 0-16,2-2 0 0,-2 2 0 0,0-2 0 0,0 1 0 16,-2-1 0-16,2-2 0 0,0 1 0 0,10-7 0 0,0 0 0 15,-8 6 0-15,8-6 0 0,-9 9 0 0,9-9 0 16,0 0 0-16,0 0 0 0,0 0 0 0,0 0 0 0,0 0 0 16,0 0 0-16,0 0 0 0,0 0 0 0,0 0 0 0,0 0 0 15,0 0 0-15,0 0 0 0,0 0 0 0,0 0 0 0,0 5 0 16,0-5 0-16,4 4 0 0,1-3 0 0,2 0 0 0,2-1 0 0,5 0 0 15,-1-2 0-15,4-2 0 0,-7-1 0 0,1 4 0 0,0 0 0 16,-11 1 0-16,11-2 0 0,-1-3 0 0,-10 5-62 0,0 0-122 16,9-1-21-16,-9 1-25 0,0 0-11 0,0 0-25 0,0 0-41 15,0 0 31-15,0 0 138 0,0 0 69 0</inkml:trace>
  <inkml:trace contextRef="#ctx0" brushRef="#br1" timeOffset="-151582.83">10246 8710 1017 0,'0'0'302'0,"-7"5"-179"16,7-5-61-16,-8 11-1 0,8-11 42 0,0 0 45 15,0 0-15-15,0 0-35 0,0 0-98 0,0 0 0 0,0 0 0 16,4 6 0-16,2-2 0 0,2-3 0 0,4 1 0 0,3-5 0 15,4-1 0-15,4 0 0 0,0-4 0 0,-5 4 0 16,0 1 0-16,1 0 0 0,-3-1 0 0,2 4 0 0,1-3 0 16,-4 3 0-16,-2-4 0 15,0 3 0-15,-2 2 0 0,-11-1 0 0,11 0 0 16,-1 0 0-16,0 1 0 0,-10-1 0 0,0 0 0 0,0 0 0 16,9 3 0-16,-9-3 0 0,6 6-109 0,-6-6-49 0,0 0-37 15,0 0-14-15,0 0-37 0,0 0-10 0,0 0-20 0,0 0-16 16,0 0 139-16,-1 5 76 0,1-5 39 0</inkml:trace>
  <inkml:trace contextRef="#ctx0" brushRef="#br1" timeOffset="-151382.34">10180 8857 1023 0,'0'0'189'0,"-7"9"-51"0,7-9-5 0,-3 12 41 0,3-12 0 16,1 8 11-16,-1-8-154 15,7 5-31-15,-1 3 0 0,4-3 0 0,1 0 0 0,5 0 0 16,3-2 0-16,0-1 0 0,0-4 0 0,1 2 0 0,0-2 0 16,1 2 0-16,1-1 0 0,2-1 0 0,-2 1 0 15,1-1 0-15,-2 0-11 0,-1 0-270 0,-1-1-57 0,-3 1-62 16,-1-1-76-16,-3-2 205 0,-12 5 136 0,13-4 67 16</inkml:trace>
  <inkml:trace contextRef="#ctx0" brushRef="#br1" timeOffset="-150696.15">11091 8447 987 0,'0'0'225'16,"0"0"-82"-16,0 0-5 0,0 0 0 0,0 0 6 0,0 0-21 15,0 0-21-15,0 0-55 0,0 0-47 0,0 0 0 0,-2 0 0 16,-1 4 0-16,-2 5 0 0,2 7 0 0,-2 5 0 16,-2 6 0-16,-1 7 0 0,0 3 0 0,1-4 0 0,-1 3 0 15,1 1 0-15,-1-1 0 0,3-3 0 0,-1-1 0 16,1 0 0-16,1-2 0 15,0-3 0-15,2-6 0 0,1-1 0 0,-1-2 0 0,1-1 0 16,0-6 0-16,0 1 0 0,1-12 0 0,0 0 0 16,0 0 0-16,0 0 0 0,0 0 0 0,0 0 0 0,0 0 0 15,0 0 0-15,0 0 0 0,3 2 0 0,4-4 0 0,-2-1 0 16,1-5 0-16,3-3 0 0,-1-6 0 0,4-1 0 0,-1-6 0 16,-5 7 0-16,0-2 0 0,2 0 0 0,-1-2 0 15,0-1 0-15,1 3 0 0,0-5 0 0,-1 5 0 0,1-4 0 0,0 5 0 0,0-3 0 16,-1 3 0-16,1 5 0 0,1 1 0 0,-9 12 0 15,10-7 0-15,-2-4 0 0,-8 11 0 0,12-4 0 0,-12 4 0 16,0 0 0-16,11 0 0 0,-2 4 0 0,-1 5 0 0,1 0 0 16,-4 5 0-16,0 0 0 0,-2 7 0 0,-3-1 0 15,-2 3 0-15,4-3 0 0,-4 0 0 0,0 2 0 0,1-1 0 16,-3 2 0-16,3-4 0 0,-2 3 0 0,2-6 0 0,-3 0 0 0,3 2 0 16,0-4 0-16,-2 0 0 0,1-3 0 0,2-11 0 0,-2 12 0 15,2-12 0-15,0 10 0 0,0-10-221 0,0 0-35 0,0 0-30 16,0 0-11-16,0 0-31 0,0 0-9 0,0 0 176 0,0 0 80 15,0 0 41-15</inkml:trace>
  <inkml:trace contextRef="#ctx0" brushRef="#br1" timeOffset="-150342.06">11290 8801 848 0,'0'0'246'0,"0"0"-56"0,0 0 4 0,10-6 21 0,1 2 10 15,-11 4-96-15,0 0-129 0,10 2 0 0,0 0 0 0,-10-2 0 16,11 3 0-16,-1 3 0 0,-1 4 0 0,2-2 0 0,0-1 0 0,2 2 0 16,-2-4 0-16,2 0 0 0,-2 1 0 0,2-1 0 0,0 1 0 15,-13-6 0-15,10 5 0 0,-1 1 0 0,-2 1 0 0,2 0 0 16,-9-7 0-16,0 0 0 0,4 10 0 0,-3-1 0 16,0 3 0-16,-2-1 0 0,-3 0 0 0,-3 0 0 0,-2 2 0 15,-2-1 0-15,1-1 0 0,-2-2 0 0,0 2 0 16,-3-1 0-16,-1 0 0 0,1 0 0 15,0-1 0-15,1-2 0 0,2-1 0 0,-2 1 0 16,14-7 0-16,-15 5 0 0,4-3 0 0,11-2 0 0,0 0 0 16,0 0 0-16,0 0 0 0,0 0 0 0,0 0 0 15,0 0 0-15,0 0 0 0,0 0 0 0,0 0 0 0,0 0 0 16,0 0 0-16,2-1 0 0,3-2 0 0,3 0 0 0,0-1 0 16,4-1 0-16,1 0-1 0,7-4-158 0,3 3 6 0,-11 1-1 15,2 1-19-15,2-2-27 0,0 1-41 0,1-1-45 0,0 1-47 0,1 1 159 16,-1-3 87-16,-1 2 44 0</inkml:trace>
  <inkml:trace contextRef="#ctx0" brushRef="#br1" timeOffset="-150110.25">11836 8673 977 0,'0'0'424'0,"0"0"-234"0,0 0-83 15,0 0-15-15,0 0 36 0,0 0 1 0,0 0-129 0,0 0 0 16,0 0 0-16,0 0 0 0,0 0 0 0,0 0 0 0,0 0 0 16,4-6 0-16,4 5 0 0,-2 1 0 0,3 1 0 15,2 2 0-15,4 1 0 0,1 4 0 0,4-3 0 0,-6-5 0 0,-1 2-6 0,2-1-188 16,-1-1-16-16,0 0-51 0,-2 0-26 0,0-3-51 16,0-1-45-16,-12 4 199 0,0 0 92 0,0 0 46 0</inkml:trace>
  <inkml:trace contextRef="#ctx0" brushRef="#br1" timeOffset="-149909.74">11748 8829 1100 0,'-8'10'117'0,"8"-10"-96"0,0 0-11 16,0 0 41-16,0 0 31 0,0 0 15 0,0 0-15 0,0 0-20 15,2 8-27-15,3-2-19 0,2-1-11 0,7-3-5 0,2-1 0 16,6-1-41-16,5-1 10 15,3-6-5-15,-3 4 26 0,3 1-36 0,2-1-36 16,0 0-71-16,3-4-62 0,-3 2-26 0,3-1-30 0,0 6-26 16,-1-3 169-16,-1-2 64 0,-1-2 32 0</inkml:trace>
  <inkml:trace contextRef="#ctx0" brushRef="#br1" timeOffset="-149176.61">11849 8353 972 0,'9'-9'179'0,"-1"2"-72"0,-8 7 1 0,0 0 50 15,0 0 37-15,0 0 4 0,0 0-70 0,9-8-129 16,-9 8 0-16,0 0 0 0,0 0 0 0,0 0 0 0,0 0 0 0,6 4 0 0,-2 2 0 16,-3 8 0-16,-2 1 0 0,-1 7 0 0,-3 4 0 0,-4 5 0 15,-2 5 0-15,-1-5 0 0,0 3 0 0,-2-1 0 16,2 1 0-16,-2 2 0 0,-1-3 0 0,1 2 0 0,0-2 0 16,1-2 0-16,0-1 0 0,1-3 0 0,-1 1 0 15,2-5 0-15,0-2 0 0,2-2 0 0,-1-3 0 0,3-1 0 16,-1-1 0-16,8-14 0 15,0 0 0-15,0 0 0 0,-7 11 0 0,7-11 0 0,0 0 0 16,0 0 0-16,0 0 0 0,0 0 0 0,0 0 0 16,0 0 0-16,0 0 0 0,0 0 0 0,0 0 0 0,-2-2 0 15,4-2 0-15,0-1 0 0,3-7 0 0,0-2 0 0,0-8 0 16,3-1 0-16,-1-4 0 0,-3 6 0 0,1-3 0 16,0-2 0-16,0 1 0 0,0-2 0 0,0 2 0 0,-1-2 0 15,2 2 0-15,0 1 0 0,-1 5 0 0,3-4 0 0,-1 3 0 0,1 3 0 0,-1 0 0 16,0 2 0-16,2 4 0 0,0-2 0 0,-2 2 0 15,-7 11 0-15,0 0 0 0,0 0 0 0,0 0 0 0,9-5 0 16,-9 5 0-16,0 0 0 0,0 0 0 0,0 0 0 0,9 4 0 16,-4 4 0-16,-1 9 0 0,-3-1 0 0,-1 5 0 15,-5 4 0-15,1 3 0 0,-6 3 0 0,1-5 0 0,1-1 0 16,-1 1 0-16,1-2 0 16,-1 0 0-16,2-3 0 0,0-2 0 0,1-2 0 15,-1-3 0-15,2 1 0 0,-1-4 0 0,1-1 0 0,5-10 0 16,0 0 0-16,-4 7 0 0,-2 2 0 0,6-9 0 0,0 0 0 15,0 0 0-15,-4 9-103 0,4-9-204 0,0 0-62 0,0 0-40 16,0 0-21-16,-5 9 215 0,5-9 108 0</inkml:trace>
  <inkml:trace contextRef="#ctx0" brushRef="#br1" timeOffset="-148706.61">12115 8368 1836 0,'0'0'211'0,"0"0"-211"16,0 0 0-16,0 0 0 16,0 0 0-16,0 0 0 0,0 0 0 0,0 0 0 0,0 0 0 15,5 2 0-15,-5 7 0 0,-5 6 0 0,-2 5 0 0,-4 3 0 16,-3 5 0-16,-2 4 0 0,-1 6 0 0,4-7 0 16,1 2 0-16,2-4 0 0,-1 2 0 0,1 0 0 0,0 2 0 15,1-4 0-15,0-3 0 0,2-2 0 0,-1-2 0 16,-1 1 0-16,3-6 0 0,1-2 0 0,5-15 0 0,-4 11 0 15,4-11 0-15,0 0 0 0,0 0 0 0,0 0 0 0,0 0 0 0,0 0 0 0,0 0 0 16,0 0 0-16,0 0 0 0,0 0 0 0,0 0 0 0,0 0 0 16,0 0 0-16,0 0 0 0,4 1 0 0,1-4 0 15,1-5 0-15,7-6 0 0,-2-3 0 0,3-5 0 0,1-4 0 16,2-3 0-16,-3 4 0 0,0 2 0 0,1 0 0 0,0 4 0 16,1 0 0-16,1 5 0 0,-2 1 0 0,-1 3 0 15,0 4 0-15,-2 1 0 0,0 3 0 0,-2 4 0 0,-10-2 0 0,10 2 0 0,-3 4 0 16,1 3 0-16,-3 1 0 0,-2 4 0 0,1 0 0 15,-3 1 0-15,2 4 0 0,-3 1 0 0,-1 0 0 0,2-1 0 16,-1 0 0-16,0 1 0 0,-1-1 0 0,-1-2 0 16,1-1 0-16,0-2 0 0,0-1 0 0,-2 0 0 0,1-1 0 15,0-2 0-15,1 4 0 0,1-14 0 0,0 10 0 0,0-10 0 16,0 0 0-16,-1 10 0 16,1-10 0-16,0 0 0 0,0 0 0 0,0 0 0 15,-1 12 0-15,1-12 0 0,0 0 0 0,0 0 0 0,0 9 0 16,0-9-308-16,0 0-76 0,0 0 0 0,0 0-20 0,0 0 120 15,0 0 142-15,0 0 71 0</inkml:trace>
  <inkml:trace contextRef="#ctx0" brushRef="#br1" timeOffset="-148490.5">12499 8801 1284 0,'0'0'409'0,"0"0"-97"0,10-6-270 15,-10 6-42-15,5-10 0 0,-5 10 0 0,0 0 0 0,0 0 0 16,0 0 0-16,0 0 0 0,0 0 0 0,1 2 0 0,-2 6 0 15,0 0 0-15,-3 1 0 0,-2 2 0 0,2 5 0 0,-3 4 0 16,2 6 0 0,3-14 0-16,0 5 0 0,-1-3 0 0,3 3 0 0,-2-3 0 15,-1 0 0-15,3 0 0 0,2-2 0 0,-4 4 0 0,2-2 0 16,0 0 0-16,0-3 0 0,2 0 0 0,-2-11-32 16,0 0-305-16,-2 11-68 0,2-11-66 0,0 0 70 0,0 0 200 15,0 0 101-15</inkml:trace>
  <inkml:trace contextRef="#ctx0" brushRef="#br1" timeOffset="-148136.32">12834 8747 834 0,'0'0'137'0,"0"0"-24"16,0 0 40-16,0 0 52 0,-3-5 31 0,6 0-21 15,0-6-61-15,5 6-154 0,3 0 0 0,1 2 0 0,6-1 0 16,-1 8 0-16,-2-3 0 0,-1 0 0 0,2 4 0 15,2-2 0-15,-1 0 0 0,1 1 0 0,-1-2 0 0,1-4 0 16,-2 6 0-16,1-3 0 0,0 0 0 0,-4 2 0 0,0-3 0 16,-1 2 0-16,-12-2 0 0,0 0-21 0,0 0-302 15,12 1-35-15,-12-1-21 0,0 0-10 0,0 0 100 0,0 0 145 0,0 0 72 0</inkml:trace>
  <inkml:trace contextRef="#ctx0" brushRef="#br1" timeOffset="-147951.4">12844 8870 1217 0,'-13'8'456'0,"13"-8"-267"15,0 0-92-15,0 0-9 0,0 0-88 0,0 0 0 0,0 0 0 16,0 0 0-16,-2 5 0 0,5 3 0 0,4-2 0 16,3 2 0-16,6-2 0 0,2-1 0 0,5 1 0 0,3 4 0 15,-3-5 0-15,0-2 0 0,2-1 0 0,-2 2 0 0,-1-2-11 16,1 1-439-16,-2-3-119 0,1 0 60 0,-2-5 255 15,2 2 127-15</inkml:trace>
  <inkml:trace contextRef="#ctx0" brushRef="#br1" timeOffset="-147071.44">13614 8723 1079 0,'-10'-2'174'0,"10"2"-107"0,0 0-1 0,0 0 52 0,0 0 61 0,0 0 36 16,-3-6-66-16,6-1-149 0,2-1 0 0,2 0 0 16,7-6 0-16,2 4 0 0,4-5 0 0,2 4 0 0,0 0 0 15,-1 0 0-15,0-1 0 0,2 3 0 0,-2 2 0 0,1-1 0 16,1 3 0-16,-3 0 0 0,-2 0 0 0,1 2 0 16,0 1 0-16,-3 3 0 0,-1-1 0 0,-2 4 0 0,-4-2 0 15,0 3 0-15,-3 4 0 16,-1 1 0-16,-2 3 0 0,-3 1 0 0,-1-1 0 15,-4 5 0-15,-3 2 0 0,-2 1 0 0,-1 3 0 0,-3 3 0 16,-2-6 0-16,1 0 0 0,-2 4 0 0,0-7 0 16,1 5 0-16,0-6 0 0,0-2 0 0,1-5 0 0,0 2 0 15,-3 1 0-15,3-3 0 0,-2-3 0 0,2-6 0 16,-1 3 0-16,1-1 0 0,1-1 0 0,0-2 0 0,2-2 0 16,-1-1 0-16,3-2 0 0,10 5 0 0,-10-4 0 0,10 4 0 0,0 0 0 0,-8-10 0 15,8 10 0-15,0 0 0 0,-5-9 0 0,2 0 0 0,1-1 0 16,4 0 0-16,2 0 0 0,0 3 0 0,4-3 0 15,2 5 0-15,0 2 0 0,0 3 0 0,1 0 0 0,1 3 0 16,0 2 0-16,2 0 0 0,0 2 0 0,1 3 0 16,1-1 0-16,1-1 0 0,1 4 0 0,1-4 0 0,-3 1 0 15,1 3 0-15,2 0 0 0,-2-1 0 0,0-4 0 0,-1 2 0 0,0-4 0 16,-2 2 0-16,0-1 0 0,-2-1 0 0,-12-5 0 0,0 0 0 16,10 5 0-16,-10-5 0 0,0 0 0 0,0 0 0 15,0 0 0-15,0 0 0 0,0 0 0 0,0 0 0 0,0 0 0 16,0 0-226-16,0 0-490 0,0 0 163 0,0 0 277 0,0-2 138 15</inkml:trace>
  <inkml:trace contextRef="#ctx0" brushRef="#br1" timeOffset="-131593.92">28015 11270 0 0,'0'0'66'0,"0"0"-46"16,0 0 26-16,0 0-10 0,0 0 10 0,0 0-5 0,0 0 0 15,0 0 10-15,0 0-5 0,0 0 0 0,0 0-5 0,0 0 10 16,0 0-4 0,0 0 9-16,0 0 0 0,0 0 15 0,0 0-4 0,0 0 20 15,0 0-15-15,0 0 9 0,0 0-14 0,0 0 10 0,0 0-10 16,0 0 9-16,0 0-19 0,0 0-6 0,5-2 0 0,-5 2-15 16,0 0-6-16,0 0-9 0,0 0-21 0,0 0 0 0,0 0 5 15,0 0 0-15,0 0-10 0,0 0 10 0,0 0-5 16,0 0 6-16,0 0-6 0,0 0-11 0,0 0 6 0,0 0 10 15,0 0 0-15,0 0 21 0,0 8-6 0,0 0 6 0,0-8 4 0,-4 11-4 0,3-3-1 16,-3 5-4-16,-2-3-11 0,1 1 6 0,-2 10-11 0,4-7 0 16,0-1 5-16,-1 1-5 0,3 2 1 0,-3-1-6 0,1 1 0 15,1 1 0-15,1 2 0 0,1-2 0 0,-4 2 0 16,4-4 0-16,0 1 0 0,0-1 0 0,0 2 0 0,0-2 0 16,4-1 0-16,-3-1 0 0,-1 0 0 0,2 1 0 15,0-3 0-15,-1 0 0 16,3-1-11-16,-4-10 16 0,1 10-5 0,-1-10 6 0,0 10-6 15,0-10 0-15,0 0 0 0,2 11 0 0,-2-11 10 0,0 0 5 16,0 0 5-16,0 0 1 0,0 0-1 0,0 0 1 16,0 0-21-16,0 0 10 0,0 0-10 0,0 0 6 0,0 0-6 15,0 0-11-15,0 0-4 0,0 0-6 0,0 0-10 0,0 0-5 0,0 0 6 16,0 0 4-16,0 0-15 0,0 0 11 0,0 0-11 0,0 0 15 16,0 0-20-16,0 0 15 0,0 0-20 0,0 0 10 0,0 0-15 0,0 0-31 15,0 0-31-15,-2 1-50 0,-3-3-52 0,2-1-52 0,-4-3-12 16,-1-3 142-16,1 0 71 0</inkml:trace>
  <inkml:trace contextRef="#ctx0" brushRef="#br1" timeOffset="-130959.66">28000 11315 235 0,'-5'-13'71'16,"5"13"-9"-16,0 0 14 0,0 0 6 0,0 0 5 0,0 0-5 16,-5-10 0-16,5 10 0 0,0 0-20 0,0 0-22 15,0 0-24-15,0 0 9 0,0 0 6 0,0 0 10 0,0 0 10 16,0 0 5-16,0 0 6 0,-7-1-1 0,1 4 1 15,1 2-11-15,-4 2-5 0,3 4-5 0,-3 3 0 16,2 2-11-16,-2 1-14 0,4-6-1 0,-3 1-10 0,1-2 1 0,0-1-6 0,-1 4 10 0,1-3 5 16,-2 1-15-16,3-2 0 0,6-9-5 0,-8 10 15 0,2 1-15 15,6-11 5-15,0 0 5 0,0 0 0 0,0 0-10 16,-6 10 10-16,6-10-15 0,0 0 10 0,0 0-5 0,0 0 5 16,0 0-21-16,0 0 11 0,0 0 0 0,0 0-11 0,0 0 1 15,0 0-6-15,0 0 6 16,0 0-11-16,0 0 5 0,0 0-10 0,0 0 11 0,0 0-11 15,1-4-10-15,2-2 10 0,0-7-15 0,6 1 10 0,-3-3 16 16,7-5 4-16,-2-1 16 0,-5 7 0 0,-1 2 5 16,4-2 0-16,-1 4 0 0,-1-1 0 0,-7 11 10 0,7-10 5 15,-7 10 16-15,5-8 5 0,-5 8 5 0,0 0 0 16,9-10 0-16,-9 10 0 0,0 0-11 0,0 0 17 0,6-8-6 16,-6 8 5-16,0 0 5 0,0 0 5 0,0 0-15 0,10-3 10 0,-10 3-10 0,12-3 5 15,-2 2-5-15,0 2 0 0,-10-1 0 0,8 3 0 0,2 2-10 16,2 0-16-16,-12-5-9 0,11 7-6 0,-1 2 0 15,-4-2 0-15,3 2 0 0,-3 1 0 0,3-2 0 0,-3 1 0 16,-6-9 0-16,5 9 0 0,0 1 0 0,5-3 0 0,-4 1 0 16,2-1 0-16,-1-1 0 0,-7-6 0 0,0 0 0 15,5 8 0-15,-5-8 0 0,0 0 0 0,0 0 0 0,0 0 0 0,0 0 0 0,0 0 0 16,0 0 0-16,0 0 0 0,0 0 0 0,0 0 0 0,0 0 0 31,0 0 0-31,0 0 0 0,0 0-200 0,0 0-97 0,0 0-61 16,0 0-77-16,0 0 56 0,0 0 190 0,0 0 94 0</inkml:trace>
  <inkml:trace contextRef="#ctx0" brushRef="#br1" timeOffset="-113427.61">1684 10004 65 0,'-8'10'31'0,"8"-10"25"15,0 0 6-15,-2 11-5 0,-5-1-12 0,7-10-4 0,0 0 10 16,0 0 6-16,-2 10 25 0,3 0-1 0,3-2-4 0,-2-2 0 15,-2-6-20-15,9 7 24 0,4-2-24 0,2-4-1 16,0 1-15-16,0-2-11 0,-1-1 6 0,3-3-31 0,-2 3 11 0,3-3-16 16,0 2 25-16,-3-1-15 0,1 1 1 0,3-2-11 15,-3 1 10-15,0 3-5 0,-1-2 1 0,-1 0-17 0,-2-1 16 16,-2 1-15-16,4-1 30 0,-14 3-4 0,10 2-1 16,-10-2 11-16,0 0-6 15,0 0 6-15,0 0-16 0,0 0 16 0,0 0-6 0,0 0 16 16,0 0-11-16,0 0 11 0,0 0-10 0,0 0-21 0,0 0-5 15,0 0-5-15,0 0-36 0,0 0-41 0,0 0-30 0,0 0-32 0,0 0-19 16,0 0-47-16,0 0-113 0,0 0 103 0,0 0 110 0,0 0 55 16</inkml:trace>
  <inkml:trace contextRef="#ctx0" brushRef="#br1" timeOffset="-112878.19">2531 10057 189 0,'-12'-4'66'0,"4"4"-30"0,8 0-36 15,0 0 0-15,-9 7 25 0,9-7 11 0,0 0 0 0,0 0-11 16,0 0 6-16,0 0 5 0,0 6 15 0,0 0 16 0,5 5 10 16,5-3 15-16,2-5 5 0,6 5-35 0,-2-3-32 0,4-3-4 15,-3 1-6-15,-4-2-4 0,0 0-11 0,1 2 15 16,1 2 11-16,-4-3 20 15,0-1-26-15,3 1-9 0,-4 1-26 0,1 0 5 16,5-2 10-16,-6 1 0 0,4 0 0 0,-14-2-5 0,0 0 0 16,11 1 0-16,0 0 0 0,-11-1 10 0,0 0-15 0,0 0 15 0,0 0-20 15,0 0 10-15,0 0-26 0,0 0-45 0,0 0-31 0,0 0-52 16,0 0-36-16,0 0-25 0,0 0 8 0,0 0 104 0,0 0 51 16</inkml:trace>
  <inkml:trace contextRef="#ctx0" brushRef="#br1" timeOffset="-112224.35">4203 10026 153 0,'0'0'76'0,"5"-6"6"0,-5 6-15 0,4-9-1 0,-4 9-4 15,0 0 9-15,0 0 6 0,0 0-5 0,0 0-6 0,0 0-4 16,0 0-1-16,0 0-9 0,0 0-7 0,0 0-4 0,0 0-21 16,0 0 1-16,0 0-6 0,0 0-4 0,0 0-6 0,0 0-5 15,0 0 0-15,0 0-10 0,0 0 15 0,0 0-5 0,0 0 5 16,0 0-5-16,0 0 20 15,0 0 1-15,0 0 15 0,0 0 0 0,0 0 5 0,9-6-11 16,1 0 6-16,-1 5 20 0,3 1 6 16,1 1-27-16,-3-1 12 0,6 3-32 0,4 1 93 0,-4-4-21 15,1-1-11-15,3 0-40 0,-2-1-26 0,3 2 6 0,-1-1-11 0,1 0-10 16,-2 0 10-16,-2-2 5 0,3 3 21 0,2 2 5 0,0-1-6 16,-4-2-14-16,3-1-1 0,-1 0-4 0,3 2-11 15,0-1 0-15,-2-2 0 0,2 1 0 0,2-2 0 0,-2 1 0 0,3 1 0 16,-2 1 0-16,-4-3 0 0,-2 3 0 0,5-2 0 0,-5 0 0 15,-3 0 0-15,-3 1 0 0,-12 2 0 0,0 0 0 16,0 0 0-16,0 0 0 0,0 0 0 0,0 0 0 0,0 0 0 16,0 0 0-16,0 0 0 0,0 0 0 0,0 0 0 0,0 0 0 15,0 0 0-15,0 0 0 0,0 0 0 0,0 0 0 0,0 0 0 16,0 0 0-16,0 0 0 16,0 0-11-16,0 0-168 0,0 0-36 0,0 0-46 0,0 0-41 15,0 0-62-15,0 0 6 0,3-5 179 0,-4 0 90 0</inkml:trace>
  <inkml:trace contextRef="#ctx0" brushRef="#br1" timeOffset="-102095.74">29105 11723 96 0,'0'0'52'0,"0"0"14"0,0 0-4 16,0 0 14-16,0 0 1 0,0 0 5 0,0 0 10 0,0 0 5 15,0 0-5-15,7 2 26 0,-4-3-10 0,-1-4 4 0,1-4-30 16,-1-4 0-16,1-1-15 0,-1-2-11 0,0-1-10 15,-4 7-5-15,2-2 10 0,-2 1-5 0,1 1-10 0,-1-1 0 16,2 11-31-16,-5-10 10 0,2 0-15 0,-2-1 6 0,0 3-6 16,5 8 0-16,0 0 0 0,-9-7 0 0,-1 1 10 0,3 1-5 0,7 5 0 15,-10 0-5-15,1 1 0 0,-2 4 0 16,2-1 0-16,-1 7 0 0,3 0 0 0,2 4 0 0,0 3 0 16,0-2 0-16,1 4-10 0,4-1 15 0,0 6-5 0,0-2 5 0,0 3-5 0,0-3-10 15,5 2 15-15,-4 2-5 0,4-3 5 0,-1 4-5 0,0-3 0 16,-2 2 0-16,3-7 0 0,0 6 0 0,-2-3 10 15,-1-3 15-15,2-1 1 0,-1-4-1 0,-1 3-4 0,-1-2-1 0,4 0-9 16,-4-6-6-16,2 5 5 0,-3-15-15 0,2 13 15 16,1-2-20-16,-3-11 20 0,0 12-10 0,0-12 6 0,0 0-17 15,0 0-15-15,0 0-30 0,0 0-5 0,0 0-6 0,0 0-15 16,0 0-30-16,0 0-11 0,0 0-26 0,0 0-4 0,0 0-21 16,0 0-26-1,-3 0-35-15,-3-4 18 0,0-1 108 0,-3-4 55 16</inkml:trace>
  <inkml:trace contextRef="#ctx0" brushRef="#br1" timeOffset="-101911.65">28899 11874 659 0,'-6'-7'292'0,"6"7"-93"0,0 0-19 0,0 0 4 0,0 0-20 16,0 0-6-16,0 0-25 0,0 0-55 0,0 0-78 0,-2-13 0 0,2 13 0 15,0-9 0-15,3 2 0 0,2-2 0 0,3 3 0 0,2 1 0 16,5 1 0-16,1 0 0 0,2 5 0 0,-3-1 0 0,-2 0 0 15,2 1-175-15,3-2-40 0,-2 2-25 0,1 0-26 16,-3 2-16-16,1-2-25 16,0-2 26-16,0 1 140 0,-2 1 71 0</inkml:trace>
  <inkml:trace contextRef="#ctx0" brushRef="#br1" timeOffset="-101380.24">29321 11785 895 0,'-6'-2'322'0,"6"2"-122"0,0 0-36 0,0 0-6 15,0 0-15-15,0 0-30 0,0 0-62 0,0 0-50 0,0 0-1 0,0 0-1 0,0 0-9 0,0 0 10 16,0 0 5-16,0 0-10 0,0 0 0 0,0 0 0 0,0 0 5 15,0 0 0-15,0 0 10 0,0 0-5 0,1 3 1 0,2-2-6 16,-1 2 0-16,2 0 0 0,9 4 0 0,4-5 0 0,-1 2 0 16,-16-4 0-16,16 5 0 0,-16-5 0 0,0 0 0 0,0 0 0 15,0 0 0-15,0 0 0 0,0 0 0 0,7 6 0 0,-7-6 0 16,3 7 0-16,-1 2-32 0,-4 2 2 0,-3-1 4 16,-2 0 6-16,-2 1-1 0,-2 0 1 0,-1-4 10 0,0-2 5 15,0 2-6 1,-1-3 6-16,3-2-10 0,-1 2-1 0,11-4 6 0,0 0 15 15,0 0-10-15,0 0 5 0,0 0-26 0,-10 4-15 16,10-4-15-16,0 0 15 0,0 0 21 0,0 0 5 0,0 0 10 16,0 0 0-16,0 0 5 0,0 0 0 0,0 0 0 0,0 0 0 0,0 0 0 0,0 3 0 15,5 0 0-15,0 1 20 0,5-4 0 0,1 3 16 16,3 1-11-16,2-3 22 0,4 0-17 0,-10-1-9 0,-10 0-16 16,10 2 5-16,0-1-15 0,0 3 15 0,-10-4-10 0,10 1-5 15,-2 1 10-15,-8-2-5 0,10 5 16 0,-5 5-1 0,-5-10 16 16,0 0 5-16,0 0-16 0,0 0 1 0,0 0-6 0,3 9 16 15,-3-9-6-15,-3 6-24 0,0 2-1 0,-4-2 0 0,-1 3 0 16,-2-3 0-16,-2 1 0 0,-2-4 0 0,1-2 0 16,2 1 0-16,1 2 0 15,10-4 0-15,-13 4 0 0,13-4-47 0,0 0-60 16,-12-1-47-16,12 1-35 0,-10 0-57 0,-1-3-66 0,11 3-57 16,0 0 57-16,0 0 156 0,-10-4 78 0</inkml:trace>
  <inkml:trace contextRef="#ctx0" brushRef="#br2" timeOffset="-95440.36">29074 11117 449 0,'4'-11'46'0,"-4"11"-15"16,0 0 25-16,0 0-4 0,0 0 9 0,0 0-15 0,0 0-10 15,0 0-31-15,0 0-5 0,0 0-5 0,0 0 5 0,0 0 0 16,2-10 20-16,-2 10-10 0,4-10 32 0,-4 10-6 0,0 0 10 16,0 0-5-16,0 0 10 0,0 0 5 0,4-9 5 0,-4 9 11 15,0 0 15-15,0 0 0 0,0 0 0 0,0 0-5 0,0 0-20 16,0 0-22-16,0 0-14 0,0 0-16 0,0 0-4 16,0 0-6-16,0 0 0 0,-3 2 10 0,-2 3-15 0,-1 4 5 15,-3 2 5-15,2 6-10 0,-5 4 15 0,3 2-20 16,-6 4 10-16,7-7-5 0,1-3 5 0,2 0 0 0,0 2-11 15,1-3 16-15,3 2-5 0,-3-1-5 0,4-1 0 0,0-5 10 16,0 4 0-16,4 2 11 0,-3-4-11 0,-1-13 0 0,5 12-5 16,0-3 10-16,0 1-5 0,1-1 0 0,2 0 5 15,-2 0-5-15,-6-9-10 0,6 8 0 0,3-1 0 16,-3 0 15-16,-6-7-15 0,5 9 5 0,-5-9 5 0,0 0-10 16,0 0 5-16,6 8-5 0,-6-8 5 0,5 9-10 0,-5-9-5 15,0 0-16-15,0 0-15 0,0 0-31 0,0 0-5 0,0 0-25 16,0 0-6-16,0 0-20 0,0 0-26 0,0 0-25 0,0 0-26 15,0 0-30-15,-5 0 74 0,0 0 83 0,-2-6 41 16</inkml:trace>
  <inkml:trace contextRef="#ctx0" brushRef="#br2" timeOffset="-95257.47">28912 11287 715 0,'0'0'287'0,"0"0"-102"0,0 0-11 0,0 0-5 16,0 0-31-16,0 0-10 0,0 0-42 0,0 0-9 0,0 0-15 15,0 0-36-15,0 0-26 0,0 0 0 0,0 0 0 0,0 0 0 16,0 0 0-16,4-5 0 0,2 4 0 0,3-1 0 16,2 0 0-16,4 1 0 0,1 6 0 0,9-7-88 0,1-1-55 15,-7 3-10-15,-3 0-37 0,-1 1-15 0,0-2 6 0,1 1-6 16,-16 0-15-16,14-5-26 0,-3 9 47 0,1-4 99 16,-12 0 50-16</inkml:trace>
  <inkml:trace contextRef="#ctx0" brushRef="#br2" timeOffset="-94891.47">29238 11277 874 0,'0'0'205'0,"0"0"-46"0,0 0-16 16,0 0 16-16,0 0-21 0,0 0-36 0,0 0-46 15,0 0-25-15,0 0-21 0,0 0 6 0,0 0-1 0,0 0-5 16,0 0-4-16,10 5 4 0,0-1-5 0,0 5 0 0,-10-9 5 15,10 2-15-15,-3 4 5 0,4 1 5 0,-1-4-10 0,0 4 5 0,-10-7-5 0,10 2 5 0,2 3 10 16,-4-1-5-16,4 4-10 0,-12-8 10 0,0 0-5 16,0 0 6-16,7 8 4 0,-7-8-5 0,3 9 0 0,0 2-15 15,-2 0 15-15,-5-1-15 0,1 0-1 0,3-10-9 0,-7 11 20 16,-5-4 0-16,4 2 5 0,-1-4-15 0,9-5 15 16,0 0-5-16,-10 6-5 0,10-6 10 0,-9 6-15 0,9-6 10 15,0 0-5-15,0 0 5 0,0 0 0 0,0 0 10 0,0 0-5 0,0 0 0 16,0 0 5-16,0 0-5 0,0 0 11 0,0 0-11 0,1 7 0 15,2 0 5 1,3-3-15-16,3 1 5 0,3 0-5 0,0 0 5 16,6-4 0-16,-2 0 0 0,-4 2-10 0,1-5-67 15,-13 2-66-15,12 2-108 0,-2-2-97 0,-10 0-108 0,10 0 106 0,-10 0 175 0,0 0 87 16</inkml:trace>
  <inkml:trace contextRef="#ctx0" brushRef="#br3" timeOffset="-87442.42">30015 11276 291 0,'0'0'87'0,"0"0"-21"0,0 0 6 16,0 0 15-16,8 9 31 0,-8-9-6 0,0 0-20 0,5 5-10 15,5-3-25-15,-4-2-6 0,-6 0 0 0,10-2-5 0,-1-2 0 0,-3-7-5 0,4 2 0 16,-4-1 10-16,2 2-5 0,-2-1 10 0,0 0-9 0,-1-1-1 15,3 0-16-15,-2 3-4 0,0-2-6 0,-6 9 1 16,5-11-11-16,-4 0-4 0,3-3 24 0,-3 2 6 0,-1 12 10 16,0-12 15-16,0-1 1 0,-2 1-47 0,2 12 21 15,0 0-41-15,-3-14 35 0,-2 4-35 0,5 10 11 0,-6-8-11 16,6 8 5-16,-5-7 0 0,5 7-11 0,0 0 6 16,-10-3-21-16,3 3 16 0,-3 0 10 0,-3 2-5 0,4 4 5 15,-1 3-15-15,2 2 10 0,-1 2 0 0,1 0-6 16,0-2-4-16,3 2 5 0,0 0 5 0,0 0-6 15,0 2 6-15,2-2-10 0,-2 1-1 0,3 1-4 16,-1-2-11-16,1 5 5 0,-3 0-9 0,4 0-1 0,-3 0-5 16,4 0 21-16,-1 0-11 0,1 2 0 0,-2-2 21 0,0-1-5 15,2-2 15-15,-1 1-5 0,1 0 5 0,0 3 0 0,-2-7 0 16,2 0-11-16,0 3 16 0,0-15-5 0,0 12 6 0,0-12-6 16,0 0 0-16,0 0 0 0,0 0 0 0,0 0-11 0,0 0 6 15,0 0-21-15,0 0-5 0,0 0-20 0,0 0-15 0,0 0-31 16,0 0-26-16,0 0-26 0,0 0-19 0,0 0-11 15,0 0-26-15,0 0-30 0,0 0 140 0,0 0 48 0,-1 0 23 16</inkml:trace>
  <inkml:trace contextRef="#ctx0" brushRef="#br3" timeOffset="-87242.17">29858 11277 700 0,'-10'0'195'0,"10"0"-88"16,0 0-25-16,0 0 10 0,0 0-5 0,0 0 10 0,0 0 11 15,0 0-1-15,0 0 1 0,0 0-26 0,0 0-1 0,0 0-24 16,0 0-6-16,1-1-20 0,2 4-6 0,4-1-4 16,7-1-21-16,1-1 0 0,5-1-5 0,2-1 5 0,10 0-21 15,-14 1-40-15,4 1-47 0,-4 0-66 0,0-2-31 16,-2 3-40-16,1-1-21 16,-3 0-26-16,1 1-51 0,-15-1 187 0,10 1 78 0,-10-1 39 15</inkml:trace>
  <inkml:trace contextRef="#ctx0" brushRef="#br3" timeOffset="-87016.98">30200 11317 946 0,'0'0'276'0,"0"0"-107"0,0 0-36 0,0 0-10 0,0 0 0 16,0 0-21-16,0 0-40 0,0 0-27 0,0 0-34 0,7 8 9 15,-7-8 0-15,0 0 0 0,0 0-4 0,10 8 4 16,-5 1-5-16,2 1 0 0,-4 1-5 0,-1 3 0 0,1-1 0 15,-1 2 0-15,-4 1 0 0,1-3 0 0,-1 0 0 16,2 2 10-16,-2-2-15 0,2-13 5 0,-3 15-5 16,3-2 5-16,-2 1 0 0,2-3 0 0,0-11-31 15,-1 11-56-15,1-11-46 0,1 11-87 0,-1-11-46 0,0 0-77 0,0 0-77 0,0 0 157 16,0 0 131-16,0 0 66 0</inkml:trace>
  <inkml:trace contextRef="#ctx0" brushRef="#br3" timeOffset="-77029.15">28748 11305 234 0,'0'0'92'0,"10"-10"6"15,-10 10-16-15,0 0 15 16,0 0-10-16,0 0 0 0,0 0-15 0,0 0-16 0,0 0-31 15,0 0 6-15,10-9-10 0,-10 9 4 0,0 0-4 0,0 0-1 0,0 0 0 0,0 0-9 0,0 0 4 0,0 0 0 16,0 0 6-16,0-9-1 0,0 9 1 0,-1-8-11 16,-4 0-4-16,0 1 4 0,-4-2 5 15,9 9-5-15,-8-6 6 0,-7 0-21 0,-3 0 5 16,7 3 5-16,-1-1 10 0,-2 1-5 0,-2-1 16 0,-3-1-16 16,3 0 21-16,-3-1-1 0,3 2 1 0,-7-1-16 0,5 1 11 15,-4-2 5-15,2 1 20 0,0 0-5 0,-1 0 0 16,4 4-15-16,-6-4-6 0,6 4-4 0,-2-3 9 0,2 2 6 15,2-1-5-15,-2 1 5 0,2 2-11 0,2-3 1 16,13 3-6-16,-12-2-9 0,2-3-6 16,10 5 5-16,0 0-5 0,0 0 1 0,-10-1-6 0,10 1 0 15,0 0 0-15,0 0-11 0,0 0 6 0,0 0 10 0,0 0-10 0,0 0 5 0,0 0-5 16,0 0-5-16,0 0-16 0,0 0 0 0,0 0-20 0,0 0 5 16,-11-2-15-16,11 2 10 0,0 0 0 0,0 0 5 0,0 0-20 15,0 0-21-15,0 0-15 0,0 0 15 0,0 0-11 0,0 0 12 16,0 0 4-16,0 0 11 0,0 0-6 15,-8-5-5-15,8 5-5 0,0 0 11 0,0 0 4 0,0 0 6 16,0 0 19-16,0 0 1 0,0 0 5 0,0 0 6 0,0 0 5 16,0 0 15-16,-5-7-6 0,5 7 11 0,0-8 0 15,0 8-5-15,0-8 15 0,5-2-5 0,-1 4 5 0,3-3 5 16,6 0 36-16,-3 2 0 0,-10 7 5 0,10-4 10 16,-2-2-9-16,1 1 19 0,-9 5-9 0,6-5 4 0,-6 5-4 15,10-6-11-15,-10 6-5 0,0 0-5 0,0 0-10 0,0 0-16 16,0 0 1-16,0 0-21 0,0 0 5 0,0 0 5 15,0 0 0-15,0 0-10 0,0 0 0 0,-5-6 0 0,0 3 5 16,-3 2 0-16,-5 0 10 0,-4 2 15 0,-4-1 21 0,0 2 10 16,-4 2 16-16,6 0-15 0,2-2-17 0,-2 1-14 15,3-1-16-15,1 1 16 0,0-1-6 0,0 1 16 0,4-1 0 16,11-2-16-16,-11 4-9 0,11-4-11 0,0 0 0 0,0 0 0 16,0 0 0-16,-10 4-11 0,10-4 16 0,0 0-5 15,0 0 6-15,0 0-6 0,0 0-11 0,0 0 16 0,-4 6-5 0,3 1 6 16,1 3-6-16,1-2 0 0,4 0 0 0,0 2 0 15,6-1 0-15,-1-2-11 0,-10-7 16 0,0 0-15 16,7 7-21-16,1 0-61 0,-3-2-41 0,4 2-25 0,-9-7-27 0,6 9 1 16,0-1-36-16,-6-8 0 0,3 11 92 0,-1 0 64 15,-2-11 32-15</inkml:trace>
  <inkml:trace contextRef="#ctx0" brushRef="#br3" timeOffset="-67301.91">3468 11098 843 0,'0'0'200'0,"0"0"-139"0,0 0-45 0,0 0-26 16,0 0-1-16,0 0 11 0,0 0-10 0,7 13 10 0,-7-13-5 15,0 0 5-15,11 9 0 0,-3-5 0 0,2 1 10 16,0-5-15-16,-10 0 5 0,13 1-5 0,2-1-5 0,-4 2 15 15,4-2-5-15,-15 0-5 0,10-1 10 0,5 2-15 0,-4 1 10 16,4-2-5-16,-5 0 15 16,0-2-15-16,5 0 15 0,-5 2-20 0,1 1 10 0,-1-1-5 15,2-4 5-15,1 3 10 0,-1-1-5 0,3 0 0 0,-4 0 5 16,3-1-5-16,2 1 1 0,0-2 4 0,-1 1-5 16,4-1 10-16,-2 5 0 0,3-2-14 0,0 1-1 0,1-1 5 15,-1-2 0-15,5 3 10 0,-4 0-10 0,1 0-10 16,0-1 10-16,-1 0 16 0,1-3 4 0,-2 3 1 0,2 1 35 15,-2-2-40-15,5 1 10 0,-1-4-31 0,-1 3 15 0,2-1-10 16,2 1 10-16,1-1-10 0,-2 1 11 0,1-2 9 0,-1 2 11 16,1 0-16-16,2 2 1 0,0-1-26 0,-2 1 5 0,3 0 15 15,-1 0-15-15,2 3 16 0,-2-1 15 0,1 3 10 16,0-4 5-16,1 2-16 0,0-2-24 0,3 1-6 16,-2 1-5-16,2 1 5 0,0-3-11 0,-2-1 16 0,1 4 5 15,-2-3 11-15,0 1-11 0,-1 1-15 0,-3-2 10 0,2 2 15 0,-1-2 6 0,3 1-11 16,-1 3 1-16,0 0-11 0,0-1 10 0,1 0-20 0,0 1 5 15,0-2-5-15,0 4 15 0,2-5 5 0,-1 3 6 16,-1-3 20-16,3 0-10 0,-1-1-1 0,-1 0-19 0,2 0-6 16,-2 1 5-16,-1-2 5 0,2 0 6 0,-1 1-5 15,0 0-16-15,0 0 0 0,-2 2 0 0,2-3 0 0,0 0 0 16,-1 1 0-16,2 0 0 0,0-1 0 0,1 0 0 16,1 2 0-16,-2-2 0 15,1 0 0-15,1-2 0 0,2 1 0 0,0 2 0 0,-3-2 0 16,3 0 0-16,-1-2 0 0,3 2 0 0,0 0 0 0,-1 1 0 15,1-1 0-15,-2-2 0 0,3 2 0 0,1-2 0 16,-3 2 0-16,2 0 0 0,-1-1 0 0,0 0 0 16,-1-3 0-16,0 3 0 0,1-2 0 0,-2 3 0 0,3-3 0 0,-3 2 0 0,1-2 0 15,0 0 0-15,-1 3 0 0,-1-3 0 0,2 2 0 0,-3-1 0 16,-2 2 0-16,1-1 0 0,5 0 0 0,-3 1 0 16,3-1 0-16,-3 0 0 0,3-1 0 0,-1-2 0 0,2 1 0 15,1 1 0-15,-1 1 0 0,-1-2 0 0,-2 1 0 16,1-1 0-16,2 1 0 0,-1 3 0 0,-2-1 0 0,-1-1 0 15,2-1 0-15,0 2 0 0,-3 0 0 0,3-2 0 0,-1 2 0 16,-2-2 0-16,0 0 0 0,1-1 0 0,-2 0 0 16,-2 2 0-16,3-2 0 0,0 2 0 15,-1-2 0-15,2 3 0 0,-1-3 0 0,0 3 0 16,1 1 0-16,0-2 0 0,2 2 0 0,-2-1 0 0,4 1 0 16,0-2 0-16,-1 1 0 0,-2-2 0 0,0 2 0 0,3-3 0 15,-3 0 0-15,0 1 0 0,-2-1 0 0,1 1 0 0,-1 1 0 16,0-1 0-16,1 0 0 0,0-1 0 0,-1 4 0 15,0 0 0-15,-1 0 0 0,3-1 0 0,-4 1 0 0,2 1 0 16,0-1 0-16,1 3 0 0,0-3 0 0,2 1 0 0,-1-1 0 16,-1 0 0-16,5 0 0 0,-3-1 0 0,1 1 0 0,-2 0 0 15,3 0 0-15,-1-2 0 0,-1 4 0 0,0-2 0 16,0 1 0-16,2 0 0 0,-1-2 0 0,-1 2 0 0,1-2 0 16,0 1 0-16,0 0 0 0,1 0 0 0,0-1 0 15,-2 2 0-15,2-1 0 0,3 1 0 0,-3 1 0 16,1 0 0-16,1 0 0 0,1-1 0 0,0 1 0 15,1 0 0-15,-1-1 0 0,0 2 0 0,1-1 0 0,1 0 0 0,0-1 0 0,0-1 0 0,-2 4 0 0,4-3 0 16,-1 4 0-16,-3-4 0 0,4 3 0 0,-4-2 0 16,1 2 0-16,2 0 0 0,-2-2 0 0,0 3 0 0,-1-4 0 15,2 1 0-15,0 0 0 0,-1-1 0 0,2 1 0 16,1 0 0-16,0 0 0 0,0-2 0 0,4 3 0 0,-2-2 0 16,1 0 0-1,1 1 0-15,0-1 0 0,-1-1 0 0,0 0 0 0,1 0 0 16,0 1 0-16,3 0 0 0,-3 1 0 0,0 1 0 15,3-1 0-15,-3 0 0 0,1 2 0 0,1-2 0 0,-3 2 0 16,-1-2 0-16,3 0 0 0,-2-2 0 0,0 0 0 16,2 1 0-16,-2 1 0 0,1 0 0 0,4-2 0 0,-1-2 0 15,0 5 0-15,2-1 0 0,-1 2 0 0,1-3 0 0,0 1 0 0,0-1 0 0,-1 1 0 16,1 2 0-16,0-3 0 0,-2 4 0 0,1-4 0 16,-1 1 0-16,-1-1 0 0,2 1 0 0,0-2 0 0,-1 0 0 15,-1 0 0-15,2-2 0 0,0 3 0 0,1-2 0 16,2 3 0-16,-5 0 0 0,4 0 0 0,-4 2 0 0,2-2 0 15,0 2 0-15,-2-3 0 0,-1 4 0 0,0-2 0 16,0-1 0-16,0 1 0 0,2-1 0 0,-4 1 0 0,2-2 0 16,0 3 0-16,0-2 0 0,0 1 0 0,2-2 0 0,-3-1 0 0,0 2 0 0,3-2 0 15,-3 2 0-15,0-2 0 0,-1-3 0 0,-1 3 0 16,-2 1 0 0,2 1 0-16,-3-1 0 0,-2 1 0 0,3 0 0 15,-1 0 0-15,-1 3 0 0,2-4 0 0,0 2 0 0,-1-3 0 16,2 0 0-16,0 0 0 0,-1 0 0 0,1-2 0 0,2 4 0 0,-3-1 0 15,1-1 0-15,0 2 0 0,0-3 0 0,0 2 0 16,5-1 0-16,-5 2 0 0,2-1 0 0,1-2 0 0,2-1 0 16,-2 2 0-16,1 2 0 0,0-2 0 0,-4 1 0 15,5-1 0-15,-3-1 0 0,0 2 0 0,3-1 0 0,-3 0 0 16,-1 0 0-16,2 0 0 0,-2-1 0 0,1 1 0 16,0 2 0-16,-1-1 0 0,-2 1 0 0,3 0 0 0,-3-3 0 15,2 3 0-15,1 1 0 0,0-1 0 0,-1 0 0 16,3 0 0-16,-4 1 0 0,3-3 0 0,1 3 0 15,-1 0 0-15,0-2 0 0,-1 0 0 0,-1 0 0 16,-1 1 0-16,2-1 0 0,-1 0 0 0,-1 2 0 0,2-3 0 16,-2-2 0-16,-1 4 0 0,2-2 0 0,-2-2 0 15,0 2 0-15,0 2 0 0,-3-4 0 0,-1 5 0 0,1-4 0 16,0 1 0-16,-3 0 0 0,-1 0 0 0,2 0 0 16,-3 0 0-16,-2-2 0 0,1-1 0 0,0 0 0 0,-1 1 0 15,-2 0 0-15,-2 0 0 0,-1 0 0 0,-1-3 0 0,-3 5 0 16,0-3 0-16,-4 6 0 0,-2-5 0 0,-2 0 0 0,0 3 0 15,-5-2 0-15,0 5-27 0,-15-4-366 0,0 0-78 0,0 0-103 16,0 0 283-16,0 0 145 0,4-8 73 0</inkml:trace>
  <inkml:trace contextRef="#ctx0" brushRef="#br3" timeOffset="-55110.05">15506 10980 567 0,'0'0'41'0,"0"0"-41"0,0 0 6 0,0 0 4 0,0 0 5 0,0 0-5 0,0 0-4 16,0 0-6-16,0 0 0 0,0 0 10 0,0 0 5 0,0 0-15 16,0 0 0-16,1 6 5 0,5-2 0 0,2 3 10 15,3-2 0-15,4 0-4 0,3-2-6 0,6 0 5 0,1 1 5 16,-6 0 6-16,1 1-1 0,1-3 1 0,2 3 10 16,1 0-6-16,4-2-19 0,-3 0 4 0,2 1-10 15,1-4 5-15,-2 4-5 0,4-3 0 0,-1 0 0 0,-1 0 0 16,1-1 10-16,2 2-15 0,2-4 15 0,-2 5-20 0,1-3 20 15,1 1-10-15,-1-1-5 0,1-1 0 16,0 1 0-16,0 0 15 0,-1 1-5 0,0-2 11 16,-1 0-1-16,0-3-5 0,-2 0-15 0,1-1 10 0,-3 2-5 15,2-2 6-15,-2-4-6 0,-1 3 0 0,2-2 0 0,-3 2 0 0,0 1 0 0,-3 0 0 0,1 0 0 16,-3-3 0-16,-2 4 0 0,0-4 10 0,-2 3-5 0,-1 0 10 16,-1-1 0-16,0 0-4 0,-4 0 4 0,0 0-20 15,-2-2 5-15,-8 8 15 0,8-8 5 0,-1-5-4 0,-1 1-11 16,-2-1-15-16,0 2 5 0,0-3 10 0,-2 0-10 15,-2 0 15-15,-1-1-20 0,0 3 10 0,-3-2-5 0,-1-1 5 16,0-3-11-16,-1 0 6 16,-2 1 0-16,0-1 5 0,-2 2 0 0,-2-2 0 15,1 4-10-15,-3-3 5 0,1 3 0 0,-1-1 5 0,-2 0-10 16,-1-1 15-16,2-1-15 0,-2 2 10 0,0-5-5 16,-1 3 5-16,1 1 10 0,0-2-15 0,-1 5 5 15,0-4-5-15,3 3 15 0,-2-3-15 0,0 4-6 0,0-1 11 16,-3-1 0-16,1 2-5 0,2-2 0 0,-1 2 10 15,-3 0-10-15,4 2 5 0,-5-3-5 0,2 3 5 0,2 0-21 0,-3-1 11 0,1 4-21 0,-3-3 11 16,2 4-6-16,-2-3-15 0,1 3 21 0,-4-3-6 16,-3 1 0-16,2 3 11 0,-2-1 5 0,0 3 10 0,-1-3 0 15,-1 3-10-15,2 5 5 0,1 2 0 0,0 2 15 0,-3-2-26 16,0 4 21-16,3 0-10 0,0 4 0 0,0 3 10 16,1-3-5-16,-1 3 16 0,1 2-1 0,4 2-5 0,0 3-4 15,-1 2 4-15,0-1-15 16,3 0 15-16,-3 3-20 0,2-1 10 0,2-1-5 15,-1 6 15-15,-2-4 5 0,2 2 5 0,2-1 1 0,-2 0-11 16,2 4 6-16,1-2 9 0,0 0-10 0,1-4 6 0,2 1-6 0,2 0 6 0,-2-1-1 0,3-2 11 16,-1-1-6-16,3-2-9 0,1-1-11 0,2 1 5 15,2-1-5-15,-1-2 1 0,3-1 4 0,3-15-15 0,-1 15 5 16,1-2-5-16,0-1-6 0,1 0-14 16,-1-12-62-16,3 12-51 0,2-2-108 0,2-3-33 0,3 0 140 15,1-3 69-15</inkml:trace>
  <inkml:trace contextRef="#ctx0" brushRef="#br3" timeOffset="-47301.63">17204 11016 675 0,'0'0'40'0,"-10"6"-14"0,10-6-16 0,0 0-4 0,0 0-17 16,0 0 16-16,0 0-15 0,0 0 10 16,0 0 5-16,0 0 0 0,1 5 1 0,2-1-6 0,6-3 0 15,1-1 0-15,3 1 0 0,6 0 0 0,1 1 0 16,3 1 0-16,-9-1 0 0,3 0 0 0,-2 2 0 0,1-1 0 16,-1 0 0-16,0-2 0 0,4-1 0 0,-3 1 10 15,1 2-5-15,1-4 0 0,-1 1-5 0,2-2 0 0,0 1 0 16,1-1 0-16,1-1 10 0,0 2-5 0,2-3-10 15,-2 1 0-15,1-2 0 0,2-2 15 0,0 2-5 0,2-1 1 16,1-1-6-16,0-3 0 0,-1 1 0 0,2 2 0 16,1-4 0-16,-1-1 0 0,-1 1 0 0,-2 0 0 0,0 0 10 15,-1-3-5-15,1 1 0 0,-2-1 5 0,0 4-15 0,-2-2 15 0,0-4-10 16,0 2 6-16,-2-1-6 0,2 0 10 0,-3-2-5 16,-1-2 20-16,1-2-4 0,-3 0-6 0,-3-1-20 0,1 1 10 15,-1 0-5-15,-1-1 6 0,1 1-17 0,-5 3 16 0,3-2-5 0,-4 1-5 0,2 1 10 0,-1-2-5 16,-3-4 6-16,0 3-6 0,-2-1 0 0,0 0 0 15,-4-2 0-15,4 2 0 0,-6-3 0 0,0 1 0 0,2 0 10 16,-2-3-15-16,-1 3 15 0,0-1-20 0,-1-1 10 16,-2 0-5-16,2 1 5 0,-3-1 10 0,2-1-26 0,-3 3 21 15,1 1-10-15,0-2 0 0,-1 4 0 0,0 0 0 16,0 1 5 0,-2 2-10-16,-1 6 5 0,0-3 0 0,-4 0 5 0,0 4-11 15,-2 1 6-15,-2 3 0 0,-1 0 5 0,-1 2 0 16,-2-1 0-16,-2 4 0 0,-2 2 0 0,-2 2 0 0,0 2 0 15,-3 1-10-15,-1 1 5 0,-1-1 0 0,2 4 5 16,0 1 0-16,3 5 0 0,-1-4 0 0,2 2 0 0,1 1 0 16,3 1-11-16,-2 5 16 0,1 0-15 0,-1 2 20 0,0-1-10 15,0 0 6-15,0 5-17 0,0 3 6 0,-3-1 10 0,2 1 10 0,0 0 6 0,3 4-11 0,0 1 16 16,0 7-16-16,1-5 11 0,1 3-6 0,3-1-15 16,1 2 0-16,0 3 5 0,1-4 0 0,2-2 1 0,6-2 4 15,1-1-5-15,2 4 0 0,2-5-5 16,1-2 0-16,5-4 10 15,4 1-15-15,-1-2-5 0,1-3-11 0,6 1-40 0,-2-2-42 16,3-1-60-16,5-1-57 0,-2-1 15 0,-2-1 103 0,5-2 51 0</inkml:trace>
  <inkml:trace contextRef="#ctx0" brushRef="#br3" timeOffset="-31735.88">18406 11807 721 0,'5'9'117'0,"-5"-9"11"0,9 8 67 0,2-5 4 0,0-1-50 15,2-2-52-15,-2 0-51 0,3-2-5 0,-1 2-26 0,2-4-4 16,3 0-1-16,-2 2-5 0,0-2-10 0,3 3 20 16,-2-3-20-16,5 1 0 0,-4-4-5 0,2 1-5 0,2 2-31 15,-1 1-21-15,-1-1-35 0,1-3-32 0,0-1-9 16,-2 2-16-16,0 0 11 0,-3 1-21 16,-1-1-25-16,-4-1-31 0,-11 7 64 0,0 0 80 0,11-7 41 15</inkml:trace>
  <inkml:trace contextRef="#ctx0" brushRef="#br3" timeOffset="-31427.5">18681 11643 225 0,'0'0'91'0,"0"0"1"16,0 0-10-16,0 0-10 0,0 0-5 0,0 0-27 15,0 0 1-15,0 0-5 0,0 0 5 0,0 0-10 0,-10 2-16 16,0 0 1-16,0 2-21 0,-2-2 5 0,2 3-5 15,-1 3 15-15,-1-1-5 0,-2 3 0 0,0-1 5 0,-1-1 5 0,0 5-4 0,0-3 14 16,0 1 6-16,2 0 0 0,-1-4 4 0,1 3 1 16,2-1 5-16,2 1-10 0,-2-3-6 0,0 3-4 0,11-10-1 0,-9 8 1 15,9-8-11-15,0 0 6 0,-7 10-1 0,7-10 5 0,0 0-9 16,0 0 4-16,-5 10 0 0,5-10 6 0,-1 10-11 16,2-2 26-16,0 1-11 0,5 1 16 0,3-5-15 0,2 2-11 15,3-2-9-15,0-1 4 0,-2-2-5 0,3 2-10 16,1-1 0-16,1-1 10 0,-1 2-10 0,0 0-47 0,1 2-30 15,2-4-30-15,-3-1-47 16,1 1-35-16,-4 1-36 0,1 0-52 0,-1-2 88 16,-13-1 97-16,0 0 48 0</inkml:trace>
  <inkml:trace contextRef="#ctx0" brushRef="#br3" timeOffset="-29707.76">13109 12120 408 0,'-8'-7'98'0,"8"7"14"16,0 0-9-16,0 0-6 0,0 0-46 15,0 0-5-15,0 0-20 0,0 0-11 0,0 0 1 0,0 0 19 16,0 0 6-16,0 0 15 0,0 0 11 0,0 0-10 0,0 0 4 0,0 0-5 0,0 0 5 0,0 3-9 16,3-2-17-16,2 4 1 0,4 5-21 0,6-6 6 0,3 2 5 15,5 0-1-15,3 4 1 0,-7-6 5 0,1-3 4 16,3 0-14-16,-1 2-1 0,3 0-15 0,1 0 1 0,2-1 4 16,0-3-5-16,4 0 0 15,-1 2-5-15,3-2 0 0,-2 0 0 0,2-1-41 0,-1 0-92 16,1-2-66-16,-3 0-93 0,2 3-61 0,-5 0-28 15,-1 0 190-15,0-4 96 0</inkml:trace>
  <inkml:trace contextRef="#ctx0" brushRef="#br3" timeOffset="-22984.91">19851 11580 577 0,'4'-12'262'0,"-4"12"-140"16,4-15-25-16,-4 15 16 0,0 0 10 0,3-10 15 0,-3 10-41 16,2-10-15-16,-2 0-41 0,0 1 0 0,0 9-26 0,-2-13-4 0,2 13-1 15,-1-13-5-15,0 2 0 0,0-3-5 0,1 14 0 0,-3-9 0 16,1-3 0-16,-1 2 0 0,3 10 10 0,0 0-15 16,-5-8 5-16,5 8-5 15,-8-6 5-15,-1 3 0 0,-1 4-10 0,-1 3-5 0,-4 4-16 16,0 3 5-16,-3 2 11 0,1 5 10 0,-2 2 15 15,-1-1-15-15,1 2 5 0,-1 1-5 0,0 1-5 0,3-1 15 16,2 0-5-16,0-1 5 0,5 1-5 0,1-1 0 0,0-2-10 16,3 0 5-16,2-4 0 0,3 1 5 0,0-3 0 15,1-13 0-15,4 11 0 0,-1-4 0 0,4 3 0 0,0-3 10 16,3-2-5-16,0-2 10 0,1-1 0 0,2-2 16 0,-1 0 5 16,1-3-6-16,2-1-4 0,-1-2-6 0,-1-3 1 15,2 2-11-15,-1-2 6 0,2 1-21 0,-5-1 15 0,2-3-10 16,-1 2 5-16,0-2-5 0,-4 4 0 0,1-6 0 0,1 2 0 0,-5-1 0 15,3-2 0-15,-3 3-21 0,1-5 1 0,-1 4-16 0,0-2 31 16,-2 2 0-16,0-1 0 16,1 2 10-16,-4 12-15 0,0 0 10 0,0 0-5 0,0 0 5 15,0 0-11-15,0 0-4 0,0 0 5 0,0 0 5 0,0 0 5 0,0 0-10 0,0 0 5 0,0 0 0 16,0 0 5-16,0 0 0 0,0 0 0 0,0 0 0 0,0 0 0 16,0 3 0-16,0 6 0 0,0 0-11 0,0 6 6 0,0 2 0 15,0 3 5-15,0 2 10 0,1-7-15 0,1-3 5 0,2 2-5 16,0 1 5-16,0-3 20 0,-1 1 11 0,4-2 10 15,-2-1 0-15,1-1 0 0,1 3-21 0,0-3 1 0,-1 1-6 16,1-3-5-16,-7-7 16 0,9 6-6 0,-9-6 6 0,9 10-6 16,-9-10 1-16,9 5-21 0,-9-5 10 0,0 0-20 0,0 0 20 15,10 4-20 1,-10-4-11-16,0 0-45 0,0 0-21 0,0 0-46 16,0 0-26-16,8-1-30 0,0-2-41 0,-2-4-41 15,-1 0-67-15,-5 7 69 0,0 0 135 0,3-7 67 0</inkml:trace>
  <inkml:trace contextRef="#ctx0" brushRef="#br3" timeOffset="-22338.64">20324 11523 424 0,'6'-9'169'0,"1"-1"-16"0,-7 10-4 0,10-6 25 15,-10 6-26-15,0 0-5 0,6-6-30 0,-6 6-5 0,0 0-27 16,0 0-9-16,0 0-31 0,0 0-11 0,0 0-19 0,0 0-6 16,0 0-5-1,0 0 0-15,0 0 10 0,0 4-15 0,-4 1 5 0,-1 5-36 16,-5-2 0-16,-4 6-10 0,1 3 5 0,-7 1 0 0,1 3 0 0,2-8 11 0,0 0 4 0,2 0 16 0,2-1 5 16,0-1 5-1,2-4 0-15,2 1-10 0,-1 2 15 0,10-10-26 16,0 0 26-16,-7 8-20 0,7-8 25 0,-6 9-20 0,6-9 10 15,0 0-15-15,0 0 20 0,0 0-5 0,1 10 5 0,3-1-5 16,1-5 0-16,3 1 0 0,5 0 10 0,-2-2 5 16,4-3-4-16,2-1 4 0,-3-3 21 0,0 1-5 0,2 2 10 15,-1-1 5-15,0 0-21 0,1 1 1 0,-1-1-21 0,0 1 0 16,0-1-5-16,1 2 10 0,-2-1-15 0,0 1 15 0,2-1-10 0,-2 0 6 16,1 1-17-16,0 0 16 0,-3 1-5 0,2-1 6 15,-2-1-17-15,1 1 16 0,-13 0-5 16,10 2 6-16,-10-2-6 0,0 0 0 0,0 0 10 0,0 0 26 15,10-1 15-15,-10 1 0 0,0 0 5 0,0 0-20 0,0 0 5 0,7-8-35 0,-7 8-6 0,5-6 0 16,-2-3 0-16,-3 9 0 0,-1-9 0 0,1 0 0 16,-5-2 0-16,-2-2 0 0,0 3 0 0,7 10 0 0,-8-8 0 0,1-2 0 15,-2 0 0-15,3 0 0 0,-3 1 0 0,3 1 0 0,0-4 0 16,-2 3 0-16,1 0 0 0,7 9 0 0,-8-9-1 16,8 9-76-16,-6-7-25 0,0-1-16 0,6 8-15 0,0 0-15 15,0 0-31-15,0 0-46 0,-8-8-57 0,8 8-50 0,0 0 107 16,0 0 112-16,0 0 57 0</inkml:trace>
  <inkml:trace contextRef="#ctx0" brushRef="#br3" timeOffset="-21936.53">20609 11516 1002 0,'0'0'200'0,"9"-3"-62"0,-9 3 5 15,0 0-10-15,0 0 10 0,7-2-35 0,1-5-21 0,-3 1-41 16,-1-1-15-16,-4 7-21 0,5-11-4 0,-2 1-6 16,-3 10 0-16,5-13 0 0,2 6 0 0,-2-2 0 0,2 2 0 15,1-1 0-15,1 2 0 0,0-1 0 0,1-2 0 0,1 2 0 16,-2-1 0-16,0 4 0 0,-9 4 0 0,8-3 0 16,-8 3 0-16,0 0 0 0,0 0 0 0,0 0 0 0,10-4 0 15,-10 4 0-15,0 0 0 0,9-3 0 0,1 5 0 0,0 1 0 16,-10-3 0-16,8 7 0 0,0 3 0 0,1-2 0 15,-3 2 0-15,-1 1 0 0,1 0 0 0,-1 2 0 0,-1 0 0 16,0 0 0-16,2-3 0 0,-1 3 0 0,0 2 0 0,5-1 0 16,-6 0 0-16,2-2 0 0,2 0 0 0,-2-2 0 15,3 2 0-15,-1-1 0 0,-3-1 0 0,0-3 0 0,2 2 0 16,1-3 0-16,-1 0 0 0,0 3 0 0,-7-9 0 16,5 8 0-16,2-4 0 0,3 1 0 0,-10-5 0 0,10 5 0 15,-10-5 0-15,0 0 0 0,0 0-62 0,0 0-77 0,0 0-24 16,0 0-11-16,0 0-10 0,0 0-11 0,0 0-5 0,0 0-4 15,0 0-21-15,0 0-11 0,0 0 103 0,0 0 67 16,0 0 33-16</inkml:trace>
  <inkml:trace contextRef="#ctx0" brushRef="#br3" timeOffset="-21624.37">21052 11316 398 0,'0'0'190'0,"0"0"-88"0,0 0 6 16,0 0 4-16,0 0 21 0,0 0-5 0,0 0-10 16,0 0-31-16,0 0-16 0,0 0-9 0,0 0-11 0,0 0 5 15,-4 1-9-15,-2 3-2 0,-2 6 7 0,-3 1 4 0,-1 5 5 16,-3 1 1-16,-2 3-1 0,-3 5-14 0,6-5-47 16,0-3 0-16,1 1 0 0,1 0 0 0,-2 1 0 0,0-2 0 15,1 3 0-15,0-3 0 0,2-2 0 0,1 0 0 0,0-1 0 16,0 1 0-16,0-4 0 0,4 1 0 0,-2-3 0 15,8-9 0-15,-7 11 0 0,7-11 0 0,-6 9 0 0,6-9 0 16,0 0 0-16,-7 10 0 0,7-10 0 0,0 0 0 0,0 0 0 16,0 0 0-16,0 0 0 0,0 0 0 0,0 0 0 15,0 0 0-15,0 0-37 0,0 0-116 0,0 0-37 0,0 0-50 16,0 0-41-16,0 0-52 0,0 0-72 0,0 0 201 0,0 0 102 16,0 0 51-16</inkml:trace>
  <inkml:trace contextRef="#ctx0" brushRef="#br3" timeOffset="-19573.58">21174 11698 0 0,'0'0'367'0,"0"0"-254"15,0 0-10-15,0 0-17 0,0 0 12 0,0 0-1 0,0 0-5 16,0 0-5-16,0 0-15 0,0 0-6 0,4-5 6 0,-4 5-5 16,4-5-1-16,1-2 5 0,3-5-4 0,-3-1 0 15,-5 13-6-15,0 0 1 0,0 0 9 0,0 0-14 0,0 0-6 16,5-14-10-16,-5 14 0 0,0 0 0 0,0 0-11 0,0 0-29 16,0 0-1-16,0 0 0 15,0 0 0-15,0 0 0 0,0 0 0 0,3-11 0 0,-3 11 0 16,0 0 0-16,0 0 0 0,0 0 0 0,0 0 0 0,0 0 0 15,0 0 0-15,0 0 0 0,0 0 0 0,0 0 0 0,0 0 0 0,0 0 0 16,0 0 0-16,0 0 0 0,0 0 0 0,0 0 0 0,0 0 0 0,0 0 0 0,0 0 0 0,0 0 0 16,0 0 0-16,0 2 0 0,2 5 0 0,0 0 0 0,-2 2 0 15,-2 4 0-15,2 3 0 0,-3 3 0 0,1 7 0 16,2-15 0-16,-2 2 0 0,1-2 0 0,1 1 0 0,0-12 0 16,0 0 0-16,0 0 0 0,1 9 0 0,-1-9 0 0,0 10 0 15,0-10 0-15,0 0 0 0,0 0 0 0,0 0 0 16,0 0 0-16,0 0 0 15,0 0 0-15,0 0 0 0,0 0 0 0,0 0 0 0,0 0 0 16,2 10 0-16,-2-10 0 0,0 0 0 16,0 0 0-16,0 0 0 0,0 0 0 0,0 0 0 0,0 0 0 15,0-3 0-15,0 1 0 0,2-8 0 0,-2-1 0 16,-2-2 0-16,2-3 0 0,0-1 0 0,0-4 0 0,0 21 0 16,0-11 0-16,0 11 0 0,0 0 0 0,0 0 0 0,0 0 0 15,0 0 0-15,0 0 0 0,0 0 0 0,0-12 0 0,0 12 0 0,0 0-78 0,0 0-106 0,0 0-56 0,0 0-37 16,0 0-35-16,0 0-41 0,-2 2 51 0,-1 1 151 15,0 2 76-15</inkml:trace>
  <inkml:trace contextRef="#ctx0" brushRef="#br3" timeOffset="-18932.45">21262 11168 373 0,'-10'7'159'0,"10"-7"-47"0,-13 6-15 0,13-6 36 0,0 0 16 16,0 0 15-16,0 0-31 0,0 0-36 0,0 0-26 0,0 0-19 15,0 0-17-15,0 0-9 0,0 0 15 0,0 0 0 0,0 0 5 16,0 0-5-16,-1-3-11 0,0 0-4 0,3-2-16 15,1-5-4-15,3-3-6 0,3 0 0 0,-1-4 10 0,5-2-5 16,-7 6 0-16,0 1-5 0,2-3 0 0,-1 1 10 16,1 1-15-16,-5-2 15 0,5-1-10 15,-3-2-5-15,1 2 10 0,-1 0-5 0,0 0-5 0,0 0 0 16,-1 0 10-16,1 3-10 0,-3 1 15 0,-2 12-20 16,4-11 10-16,-4 11-5 0,0 0-5 0,0 0 15 0,0 0-15 15,0 0 20-15,0 0-20 0,0 0 10 0,0 0 5 0,0 0-10 0,0 0 15 0,0 0-20 0,1 0 20 0,1 6-10 16,-4 1-5-16,0 7 10 0,-1 2-5 0,1 5 5 0,-6 5-15 15,2 4 15-15,1-8-5 0,-1 1 5 0,0 1-5 16,1 0-10-16,-2 0 15 0,4-2-15 0,-2-2 20 0,0 0-20 16,1-4 10-16,3 0-5 0,-2-3 5 0,1 2 0 15,-1-3 0-15,3-12 0 0,0 11 0 0,0-11 0 0,0 12 0 16,0-2 0-16,0-10 0 16,3 11 0-16,-3-11 0 0,0 0-11 0,0 0-25 0,0 0-15 15,0 0-10-15,0 0-11 0,0 0-5 16,0 0-5-16,0 0-10 0,0 0-5 0,0 0 5 0,0 0-15 15,0 0-6-15,0 0-10 0,0 0 10 0,0-1-4 0,0-3-1 0,1-1-25 0,0-6-21 0,-1-4 77 0,0-5 44 16,-1-2 21-16</inkml:trace>
  <inkml:trace contextRef="#ctx0" brushRef="#br3" timeOffset="-18655.67">21293 10841 219 0,'5'-10'72'0,"0"-2"-1"15,-5 12-9-15,5-13 9 0,2 4 6 0,2-2 15 0,-9 11 6 16,11-10 4-16,-2 3-10 0,2 2-5 0,0 0 5 0,2 0-15 15,-2 4 5-15,0-2-26 0,3 6 16 16,-3-1-21-16,2 2 10 0,-1 0-4 16,1-1-6-16,-1 4-5 0,1 1-16 0,-2 1-14 15,-11-9-1-15,10 9 0 0,1 1-4 0,-2 1-6 0,1 1 5 0,-4-1-5 0,-2 3 1 16,0-3 4-16,-2 2-5 0,-2-1 10 0,-1-2-10 0,-4 4 1 16,0-3-17-16,0 1 16 0,-1-2-5 0,-3 2 6 15,1 0 4-15,0-2-5 0,-2 2 0 0,0-2-5 0,0 1 0 16,-2-2 0-16,2 1 0 0,2-4 0 0,-2 0 0 0,0 1 0 15,1-2 0-15,9-5 0 0,-9 7 10 0,9-7-5 0,-8 2-20 16,-2 1-36-16,10-3-31 0,0 0-25 0,-8-2-22 16,8 2-39-16,-11-1-52 0,2-1-41 0,9 2-52 0,-9-8 47 15,2 2 133-15,-1-3 67 0</inkml:trace>
  <inkml:trace contextRef="#ctx0" brushRef="#br3" timeOffset="-8284.88">13195 13083 393 0,'-10'0'31'0,"-1"0"-16"0,11 0 11 0,-11-1-1 0,0-1 11 16,11 2-10-16,0 0-1 0,-11-5-14 0,11 5 4 0,-9-5 11 15,-1 2-1-15,10 3 1 0,0 0-6 0,-10-9-10 0,10 9 6 16,0 0-1-16,0 0 16 0,0 0-6 0,-8-6 1 0,8 6 5 15,0 0-6-15,0 0 1 0,0 0-16 0,0 0 6 16,0 0-21-16,0 0 25 0,0 0-25 0,0 0 30 0,0 0-9 16,0 0-1-16,0 0 11 0,0 0 4 0,0 0-10 0,2-8 1 0,-2 8-6 0,3-5 6 15,4-3-1-15,3 3 1 16,2-1 10-16,8 2-6 0,0 2 1 0,4 1-16 16,-7-1-4-16,1-3 14 0,2 3-10 0,0-3 11 0,-2 2-16 0,5-2 10 0,-3 0-10 0,1 1 11 15,1-1-21-15,1 0 15 0,-1-3-10 0,0 6 5 0,1-5-5 16,-1 1 10-16,-3 0-5 0,0 0 10 0,0 1 0 15,-2 1 6-15,0 2-1 16,-1-3-9-16,0 4-16 0,-2-1 10 0,-2 1-5 16,1 1 5-16,-13 0 5 0,13 1-15 0,-13-1 15 0,12 2-10 15,-12-2 6-15,10 1-6 0,-10-1 0 0,10 0 0 0,-10 0-11 16,0 0 16-16,0 0-5 0,0 0 6 0,0 0 14 0,0 0 0 16,0 0 6-16,0 0 5 0,0 0 5 0,0 0-16 0,0 0-20 15,0 0 5-15,0 0-5 0,0 0-5 0,0 0 0 16,0 0 0-16,0 0-16 0,0 0 21 0,-3 1-15 0,-3 0 15 15,-3 2-15-15,-5-2 20 0,-3 0-5 0,-4-1 5 0,-4 0-5 0,-4 3 0 16,9-1-10-16,-1 1 15 0,0-2-5 0,-2 0-5 0,0 4 0 16,-1 0 10-16,-1 0 0 0,1 0 0 0,0 2 5 0,2-2-5 15,0 0 1-15,0 2-6 0,2-5 10 0,3 3-5 16,1-3 10-16,1-2 0 0,2 0-4 0,13 0 14 0,0 0-15 16,0 0 1-16,0 0-11 0,0 0-10 0,0 0 5 0,0 0 0 0,0 0-6 0,0 0 16 15,0 0-15-15,0 0 10 0,0 0 5 0,0 0-10 0,0 0 15 16,0 0-20-16,0 0 0 0,0 0-11 0,4 3-20 0,5-3 0 15,2 1-36-15,3-3-10 0,4 0-46 0,4 4-46 16,5-2-72 0,-10 0-97-16,2-4 100 0,1 0 124 0,1 2 62 15</inkml:trace>
  <inkml:trace contextRef="#ctx0" brushRef="#br3" timeOffset="-4410.69">17197 12913 388 0,'0'0'107'0,"-10"-2"-81"0,10 2 0 0,0 0 20 0,0 0 0 0,0 0-21 16,0 0-4-16,0 0-26 0,0 0 5 0,0 0 5 15,0 0 0-15,0 0 0 0,0 0-5 0,0 0 0 0,0 0 0 16,0 0 0-16,2-5 0 0,4 1 0 0,4 2-10 0,2-5 15 16,5 6-5-16,7-5-5 0,2-5 10 0,6 3 5 15,-8 2 10-15,2 1 1 0,2-1-11 0,3 2 6 0,0-3-11 16,2 3-10-16,3 3 10 0,3 0-5 0,-2-1 5 0,3 2-5 15,0 0 0-15,2 3 10 0,-3 1-15 0,0-2-16 16,1-1-35-16,-3 2-5 0,-1 1-16 0,0-3-20 0,-1 3-26 16,0-4-66-16,-2 2 110 0,2-2 39 0,-4 0 20 15</inkml:trace>
  <inkml:trace contextRef="#ctx0" brushRef="#br3" timeOffset="1144.72">13418 14273 1028 0,'20'6'158'0,"1"3"-163"0,-4-6-26 0,1 1 6 15,-3-2 20-15,0-2 5 0,1 2-5 0,1-2 0 0,5 2 0 16,1-2-46-16,7 1-47 0,1-2-55 0,3-1-62 0,4-2-62 16,3-2 121-16,2 0 78 0,1-3 39 15</inkml:trace>
  <inkml:trace contextRef="#ctx0" brushRef="#br3" timeOffset="9412.83">14783 12343 511 0,'0'0'15'0,"0"0"-20"0,0 0 0 0,0 0 0 16,0 0 46-16,4 11 0 0,-1-1 10 0,5-3 0 0,4 1-5 16,5-2 0-16,3-1 15 0,6-1-19 0,4-4 4 15,1 5-31-15,4-2 6 0,4 4-6 0,3-4-5 0,5 2 6 16,3-1-11-16,3 0 0 16,0-1-5-16,6-1 0 0,0 1 10 0,1-1-15 0,-4-1 15 15,1 3-20-15,1-2-31 0,-2 2-36 0,-5-1-30 0,1 0-21 0,-3-3-11 0,-4 0-4 0,-1 1 0 0,-4-1 18 16,-3 1 62-16,-4-2 32 0</inkml:trace>
  <inkml:trace contextRef="#ctx0" brushRef="#br3" timeOffset="9747.41">14963 12928 649 0,'2'10'11'0,"-2"-10"-16"16,0 0-6-16,6 10 6 0,2-4-10 0,2 0 10 0,1-1 0 16,4-5 15-16,3 0-15 0,3-2 15 0,4 2-20 0,5-1 20 15,2-1-20-15,2 0 10 0,5-2 5 0,0 2 0 16,5-1-21-16,1 1-56 0,-1-1-20 0,3-2-46 16,1 3-18-16,2 1 78 0,2 1 39 0</inkml:trace>
  <inkml:trace contextRef="#ctx0" brushRef="#br3" timeOffset="24096.13">10847 15426 117 0,'0'0'10'0,"-10"-2"-15"0,-2 2 25 0,2-5 11 0,10 5 20 15,0 0-4-15,-8-3-22 0,8 3-4 0,0 0-26 0,0 0 15 16,0 0-20-16,0 0 10 0,0 0 5 0,0 0 20 16,0 0 0-16,0 0-9 0,0 0 9 0,0 0 6 0,0 0 10 15,0 0 0-15,0-2 0 0,6-3 10 0,1 0 6 0,5 0-17 16,-1 5 1-16,8 0-15 0,-1 0-1 0,9-1-4 16,-10-3-11-16,2 0-15 0,2-1 10 0,3 1-5 0,2 2 6 15,3-2-6-15,-1-1 20 0,2 3 11 0,0-1-1 16,5 3-14-16,1-1-11 0,1 0 15 0,0-2 1 0,4 3 4 15,2 3 6-15,-1-3 5 0,2 2-16 0,-2-2 11 0,4 4-11 0,-2-3 16 0,2 2-10 0,0-2-1 16,-1 1 6-16,-1 2-5 0,3-4-1 0,-2 3-4 0,0-2-1 16,-2 0 21-16,0 2-10 0,0-2-1 0,0-1 1 0,0-4-5 15,-3 4-1-15,-1 0-14 0,-1 0 35 0,2 0-5 16,-2-2 10-16,-2 2-21 0,0 0-14 0,0 3-1 0,-3-1-10 16,0-1 11-16,0-1-11 0,-2-1 0 0,0 2-15 15,-3-4 15-15,-2 2-5 0,0 0 5 0,-3-3-5 0,-1 0 0 16,-5 1 10-16,0 0-5 0,-4 3-10 0,0-1-31 15,-13 1-35-15,11-4-31 0,-11 4-6 16,0 0 0-16,0 0 6 0,0 0-31 16,0 0-36-16,0 0-46 0,0 0-61 0,0 0 41 0,0 0 117 15,0 0 59-15</inkml:trace>
  <inkml:trace contextRef="#ctx0" brushRef="#br3" timeOffset="26332.71">12961 12763 137 0,'-4'-11'72'0,"-2"-3"-15"15,-2 1-7-15,-4 0-29 0,4 6-11 0,8 7-10 16,-10-9 10-16,0 2 5 0,-1 1 6 0,-1-1-1 0,-1 2 1 16,1-2 10-16,-3 1 5 0,0 0 15 0,1 1 5 0,0-4-15 15,-2 2-10-15,1-3-1 0,-1 0 6 0,0 0-5 16,-1 1-16-16,0-3-20 0,-3-1 10 0,3 1-5 0,0-3 6 16,-1 1-6-16,0-2 0 0,2-1 10 0,0-3-5 0,-1 4 0 0,1-6-15 15,3-2 15-15,-1 2-5 0,1-3-5 0,3-1 0 0,0-3 0 16,3-2 5-1,1 0 10-15,1 0 5 0,1-1 5 0,4 0 1 16,0-2-1-16,1 1 1 0,4 1-1 0,1-2-19 0,3 4 9 16,1 2-10-16,0 2 25 0,0 2-15 0,5 1 21 0,0-1-21 15,5 4-9-15,-1 2 4 0,2-2 5 0,1 1-10 0,5 1 0 16,0-1-5-16,0 0 5 0,2 2 0 0,-3 2 0 0,2 3 0 16,-1 1 0-16,0-1 0 0,0 4 0 0,-1 3 10 15,-1 0-5-15,0 2 0 0,0 2-15 0,-1-1 5 0,2 3 10 16,-4 0-10-16,0 2 5 0,-4-1-5 0,1 4 15 15,-1-1-5-15,-5 0-20 0,0 3-26 0,1-3-26 0,-4 3-30 16,-10-8-36-16,6 8-31 0,-6-8-15 0,5 8 8 0,-2 2 85 16,-4 0 43-16</inkml:trace>
  <inkml:trace contextRef="#ctx0" brushRef="#br3" timeOffset="34719.95">13771 15256 0 0,'0'0'209'0,"0"0"-117"0,-9 4-5 0,9-4-36 0,0 0-5 15,0 0-31-15,0 0 6 0,0 0 5 0,0 0 30 0,0 0 6 16,0 0 14-16,0 0-9 0,0 0-1 0,0 0-4 0,0 0-11 15,0 5-5-15,4-3-26 16,2-2-9-16,4 4-1 0,4-3-5 0,1-1 10 16,6 3-10-16,1-2 21 0,-5-1-16 0,0 4 11 15,1-2-6-15,2-2-5 0,1 0 6 0,-1 0 9 0,-2 0 11 16,4 3 5-16,-2-2-10 0,1 0-16 0,1-2-9 0,-2 2 4 0,0-1-5 16,1 0 0-16,-1-1-5 0,2-3 0 0,-2 3 0 15,2-3 0-15,-2 2 0 0,0-1 0 0,0 3 0 0,-1-1-10 16,1 0 5-16,0-2-21 0,-2 6 5 0,0-3-15 0,-1 1-10 0,0 0-10 15,-2-1-5-15,0 0-11 0,-3 3-5 0,0-1 6 16,1-3 4-16,-13 1 6 0,12 0-11 0,-2 0-25 0,-10 0-16 16,0 0-30-16,10 0-41 0,-10 0 107 0,0 0 39 0,0 0 19 15</inkml:trace>
  <inkml:trace contextRef="#ctx0" brushRef="#br3" timeOffset="35220.65">15625 15197 286 0,'0'0'107'0,"0"0"-15"0,0 0 6 0,0 0-32 16,0 0 11-16,0 0-16 0,0 0 6 0,0 0-6 0,0 0-9 0,0 0 4 0,0 0-10 15,2-3-21-15,4 3-4 0,5 1-16 0,7-6 10 16,2 7-10-16,8-4 1 0,6 4-6 0,5-1 10 0,-8 0-5 0,3 0 0 15,0 1-5-15,1 0 0 0,2 2 0 0,0 2 0 16,4-6-31-16,0 4-56 0,3-1-36 0,-1-1-40 0,4 3-42 16,-2-4-46-16,2 3 98 0,1-6 76 0,-1 5 39 0</inkml:trace>
  <inkml:trace contextRef="#ctx0" brushRef="#br3" timeOffset="44591.21">17017 14003 168 0,'-9'3'92'0,"9"-3"5"0,0 0 11 0,0 0 9 16,-10 5-4-16,10-5-5 0,0 0-16 0,0 0-15 15,0 0-1-15,0 0-9 0,0 0 9 0,0 0 1 0,0 0 5 16,-5 9 0-16,5-9 10 0,0 0 6 0,0 0 4 0,0 0-30 16,3 8-16-16,0-5-5 0,4 0-26 0,1 4 1 0,2-7-11 15,3 3-4-15,2-1-6 0,1-4-5 0,-6 1-10 16,3 2 15-16,-2 3-5 0,1-1 5 0,1 0-5 0,-2-1-21 15,0 0-20-15,-2 2-25 0,1-1-21 0,-10-3-41 16,10 4-20-16,-10-4-26 0,10 3-5 0,-10-3-6 0,0 0-30 16,0 0-15-16,0 0-36 0,0 0 143 0,0 0 62 0,0 0 30 15</inkml:trace>
  <inkml:trace contextRef="#ctx0" brushRef="#br3" timeOffset="44831.47">16925 14131 501 0,'-7'10'199'0,"7"-10"-127"0,0 0 10 0,0 0 46 0,0 0 31 16,-1 13-11-16,1-13-25 0,0 0-16 0,3 7-15 0,3 0-5 0,3 3-36 15,3-3-25-15,2-4-11 0,3 2-10 0,3-4 1 0,0 1-6 16,-2-1 0-16,0 0 0 0,2-2-11 0,0 1-25 0,0 2-56 15,-1 0-41-15,-2-2-56 0,0 1-41 0,-4-1-57 0,2 0-66 16,-2-1 118-16,-13 1 117 0,0 0 59 0</inkml:trace>
  <inkml:trace contextRef="#ctx0" brushRef="#br3" timeOffset="45701.93">17787 14026 434 0,'0'0'184'0,"0"0"-71"15,0 0-16-15,0 0-10 0,0 0 0 0,0 0-15 0,0 0-26 0,0 0-16 0,0 0-19 0,0 0-6 16,0 0-5-16,10-3 0 0,-10 3 0 0,0 0 0 0,9-3 0 15,-2-2 0-15,1 1 0 0,-3-4 0 0,-5 8 20 0,0 0 1 16,2-11 15-16,-1-1 0 0,-1 12 5 0,-1-12-11 0,-1 2-14 16,-1 1-1-16,3 9-20 0,-6-9 15 0,6 9-10 0,-6-8-5 15,-4 1 10-15,1 5-15 0,-1-1 20 0,-1 3-20 16,0 3 20-16,-2 1-30 0,2 1 4 0,-4 3-9 0,5 1 4 16,-3 1 11-16,1 1-5 0,1 3 20 0,-2-2-15 15,2 3 20-15,1 1-10 16,2-1-5-16,0 1 0 0,2 0 0 0,-1-1 5 0,5-1 0 15,-1-1 0-15,2-1-11 0,1-3 6 0,1 4 0 16,-1-13 5-16,0 0 10 0,0 0 5 0,4 10 16 16,-4-10-5-16,6 7 20 0,2 1-5 0,-2-3 15 0,4 0-10 0,1 0 10 15,0-4-9-15,2-2-12 0,-2-1-19 0,2 0-1 0,-3 1 21 16,2-3 15-16,-2-1 10 0,3-1-9 0,-2 1-17 16,0-1-19-16,0-2-11 0,0-1-5 0,1 1 0 0,-2-3 0 0,-2 2 0 0,0-2 10 15,-1 2-15-15,1-2 15 0,-2 1-20 0,-6 10 20 16,4-10-10-16,-4 10-5 0,0 0-10 0,5-10-6 0,-5 10 1 15,4-9-11-15,-4 9 5 0,0 0 1 0,0 0-6 0,0 0 5 16,0 0 1-16,0 0 5 0,0 0 10 0,0 0-6 0,0 0 11 16,0 0 10-16,0 0-10 15,0 0 5-15,0 0-5 0,0 0 15 0,3 2-15 0,0 3 5 16,-3 1-5-16,1 2 5 0,0 5 0 0,2 2 0 16,-2 1-10-16,3 0 15 0,-4-16-5 0,4 11 5 15,-4-11-5-15,5 6 0 0,2 3 10 0,-7-9 15 0,8 9 1 16,-8-9 10-16,0 0-11 0,7 3-9 0,-7-3-11 0,9 7-5 15,-9-7 10-15,0 0-15 0,0 0 5 0,9 5-15 0,-9-5-41 16,0 0-47-16,0 0-50 0,0 0-62 0,0 0-51 0,0 0-52 16,0 0-60-16,0 0 217 0,0 0 80 0,0 0 41 0</inkml:trace>
  <inkml:trace contextRef="#ctx0" brushRef="#br3" timeOffset="47937.36">18179 13763 383 0,'0'0'112'0,"0"0"-19"0,-3-10 9 0,3 10 16 15,0 0-6-15,0 0-4 16,0 0-36-16,0 0-27 0,0 0-19 0,0 0-6 0,0 0 1 15,0 0 10-15,0 0-6 0,0 0 1 0,0 0-16 0,0 0-4 0,2 1 4 0,-1 3-15 0,0 6 15 16,0 5-20-16,1 5 20 0,-1 4-20 0,-1 6 20 0,1 4-10 16,-3-8-5-16,-1 0 10 0,1 0-15 0,-1-3 20 0,1 0-10 15,-1-2-5-15,2-1 10 16,0-2-5-16,-1 1 5 0,2-3-15 0,0-2 15 16,0-2-15-16,0-12 20 0,0 12-10 0,0-12-5 0,3 12 0 15,-3-12 0-15,0 0 5 0,1 11 0 0,-1-11 10 0,0 0 5 16,0 0 5-16,0 0 11 0,0 0 5 0,0 0-6 15,0 0-4-15,0 0-6 0,0 0 1 0,0 0-1 0,5 2-9 16,1-4-6-16,1-2 5 0,0-3-15 16,-1-2 15-16,2-5-10 0,-1-1 16 0,2-5-21 0,-4 4 5 15,-1 3 5-15,1-1-10 0,0 0 5 0,0 1-5 0,1-2 5 0,-1 1 10 0,0 2 5 16,1 2 16-16,-6 10-6 0,0 0-9 0,6-9-1 0,1-1-10 16,-7 10 11-16,6-7-11 0,-6 7 10 0,0 0 0 0,0 0-5 15,0 0 6-15,10-4-11 0,-10 4 10 0,7 0-10 16,-7 0 11-16,8 4-11 0,1 1 0 0,-2 1-5 0,-1 1 0 15,1 3 0-15,-1 4 0 0,-4-2 0 16,1-2 0-16,-2 2 10 0,3 0-15 0,-2 0 5 16,0-1-5-16,1 2 15 0,0 2-5 0,-1-3 11 0,3-1-11 15,-1 1 20-15,0-3-15 0,-4-9 11 0,4 10-16 16,-2 0 1-16,-2-10 14 0,0 0-10 0,4 11 1 0,-4-11-11 16,0 0 10-16,0 0-5 0,2 9 0 0,-2-9-5 0,0 0 0 15,0 0 0-15,0 0-10 0,0 0-26 0,2 10-26 16,-2-10-35-16,0 0-26 0,0 0-25 0,0 0-21 0,0 0-10 0,0 0-26 0,0 0-20 0,0 0-15 15,0 0-37-15,0 0 170 0,0 0 53 0,0 0 27 16</inkml:trace>
  <inkml:trace contextRef="#ctx0" brushRef="#br3" timeOffset="48299.19">18533 14092 680 0,'0'0'215'0,"0"0"-26"0,0 0-10 0,0 0-10 15,0 0-46-15,0 0-21 16,0 0-40-16,0 0-11 0,0 0-31 0,0 0-9 0,0 0-11 16,0 0 10-16,0 0 5 0,0 0 5 0,0 0-9 15,0 0-6-15,0 0 15 0,0 0 1 0,0 0 25 0,0 0-15 16,0 0 10-16,0 0-16 0,7 2-24 0,-7-2-1 0,5 5 0 15,-2 4 0-15,2-1 0 0,-1 5 0 0,-4-1 0 0,0 3 0 16,-1 5 0-16,1-9 0 0,0 0 0 0,-1-1 0 16,1-10 0-16,0 11 0 0,1-2 0 0,-1-9 0 0,1 12 0 15,-1-12 0-15,0 0 0 0,3 10 0 16,-3-10 0-16,0 0 0 0,0 0 0 0,0 0 0 0,5 9 0 16,-5-9 0-16,0 0 0 0,0 0 0 0,0 0 0 0,0 0 0 0,0 0 0 0,0 0 0 0,0 0 0 15,0 0 0-15,0 0-154 0,0 0-230 0,0 0-77 16,3-1-117-16,1-2 343 0,-4 3 117 0,4-3 59 0</inkml:trace>
  <inkml:trace contextRef="#ctx0" brushRef="#br3" timeOffset="49684.97">18450 13724 582 0,'-10'7'241'15,"10"-7"-77"-15,-8 7-5 0,8-7-1 0,0 0-10 0,0 0-25 16,0 0-26-16,0 0-40 0,0 0-22 0,0 0-14 0,0 0-1 0,0 0 11 0,0 0-16 15,0 0 16-15,0 0-21 0,0 0 11 0,0 0 5 16,0 0-21-16,0 0 10 16,0-2-5-16,3-1 11 0,2-4-1 0,2-3-9 0,3-4-6 15,1-2 15-15,2 0-19 0,-1-3-1 0,-4 6 0 0,-1-4 0 0,0 3 0 0,0 0 0 16,-1 0 0-16,2 1 0 0,-2-2 0 0,0 1 0 0,1 2 0 16,0 2 0-16,-7 10 0 15,6-9 0-15,-6 9 0 0,0 0 0 0,0 0 0 0,0 0 0 16,0 0 0-16,0 0 0 0,0 0 0 0,0 0 0 15,0 0 0-15,8 0 0 0,-2 3 0 0,-1 4 0 0,0 4 0 16,0 4 0-16,-3 4 0 0,0-1 0 0,-1 7 0 16,-4-5 0-16,2 2 0 0,-3-3 0 0,2 2-32 0,1 1-9 15,-1-1 21-15,2 0 0 0,-2-3 4 0,2-1-15 0,-1-2 16 16,-1 1-5-16,2-1 4 0,-2-3-4 0,-1 1 10 0,3-13-16 16,-3 11 5-16,3-11-4 0,0 0-16 0,-2 11 0 15,2-11-15-15,0 0 0 0,0 0-6 0,0 0-20 0,0 0-30 16,0 0-1-16,0 0-10 0,0 0-5 0,0 0 11 0,0 0-27 0,-4 0-14 15,0-1-52-15,0-5 64 0,-1-4 73 0,1-5 37 0</inkml:trace>
  <inkml:trace contextRef="#ctx0" brushRef="#br3" timeOffset="49924.82">18558 13478 337 0,'0'0'92'16,"4"-10"21"-16,2 0-6 0,-6 10 26 0,6-9-10 0,3 3-16 15,0 0-15-15,1-1-20 0,0 1-5 0,1 4-6 16,0-1 1-1,1 3-1-15,-2-1 0 0,1 2 1 0,0 3-11 0,0-1 15 16,-1 4-14-16,0 0-12 0,0 2 7 0,2-1-17 16,-3 1 11-16,1 3-5 0,-2-2-5 0,-2 3-6 0,2-3 6 15,-5 1 5-15,1-1-25 0,-3 1-11 0,-1-11 0 0,0 12 0 16,-1-1 0-16,-1-1 0 0,-1 0 0 0,3-10 0 16,-6 11 0-16,0-1 0 0,-2-2 0 0,-2 2 0 15,0-4 0-15,-1-1 0 0,0 0 0 0,-2 0 0 0,3-1 0 16,-1-2 0-16,1 0-78 0,0-2-167 0,0 1-63 0,10-1-60 0,-11 1-87 0,1-1 158 0,0-2 149 15,10 2 74-15</inkml:trace>
  <inkml:trace contextRef="#ctx0" brushRef="#br3" timeOffset="55691.34">14324 15190 408 0,'0'0'139'0,"0"0"-1"0,0 0 16 15,-10 0 9-15,10 0-30 0,0 0-25 0,0 0-21 0,0 0-6 16,-9-2 1-16,9 2-10 0,0 0-5 0,0 0-26 16,0 0-11-16,0 0-29 0,0 0-1 0,0 0 5 0,0 0 30 15,0 0 6-15,0 0 15 16,0 0 1-16,0 0-6 0,0 0-15 0,1 0 0 0,2 0-10 15,3 0-26-15,5-1 0 0,2-3 0 0,3 3 0 0,5 4 0 16,3 2 0-16,-7-2 0 16,1-2 0-16,2 2 0 0,-2-2 0 0,2 3 0 0,-1-3 0 15,-1 0 0-15,-2 4 0 0,0-3 0 0,2 5 0 0,-5-6 0 0,1 4 0 0,0-3 0 16,-2 1 0-16,2-1 0 0,1 1 0 0,-4-3 0 16,2 2 0-16,-1 1 0 0,-12-3 0 0,13 1 0 0,-2 1 0 0,-11-2 0 15,11 2 0-15,-11-2 0 0,0 0 0 0,0 0 0 0,0 0 0 16,9 0-119-16,-9 0-44 0,0 0-42 0,0 0-46 0,10 0-66 15,-10 0-62-15,0 0 72 0,9-4 154 0,-2 0 76 0</inkml:trace>
  <inkml:trace contextRef="#ctx0" brushRef="#br3" timeOffset="56230.54">16004 15116 311 0,'-10'-1'123'16,"0"6"-10"-16,0 0 35 0,1 0 11 0,9-5-1 0,0 0-40 15,0 0-21-15,-8 8-5 0,8-8-15 0,0 0-5 0,0 0 10 16,0 0 10-16,0 0 21 0,0 0-6 0,0 5-10 16,3 3-20-16,3-3-66 0,3 0-11 0,5 0 0 0,3 0 0 15,4 0 0-15,3-3 0 0,-5-2 0 16,1 1 0-16,1 0 0 0,1-1 0 0,1 0 0 16,1 0 0-16,-2-1 0 0,2 1 0 0,-1-1 0 0,1 1 0 0,-4 1 0 0,1 2 0 0,2-1 0 0,-5-1 0 15,-1 4 0-15,-1-2 0 0,-2-1 0 0,-14-2 0 16,13 4 0-16,0 0 0 0,-13-4 0 0,0 0 0 0,0 0 0 15,0 0 0-15,0 0 0 0,0 0 0 0,10 5 0 0,-1 1 0 16,-9-6 0-16,0 0-119 0,0 0-75 0,0 0-31 16,0 0-36-16,0 0-47 0,0 0-55 0,0 0 74 0,0 0 145 15,0 0 72-15</inkml:trace>
  <inkml:trace contextRef="#ctx0" brushRef="#br3" timeOffset="57649.28">19186 13654 741 0,'4'-11'159'0,"-4"11"-52"16,0 0-4-16,0 0 9 0,0 0-4 0,0 0-11 15,0 0-20-15,0 0-1 0,0 0-9 0,-1 1 0 0,-3 4-16 16,-1 6-5-16,-4 5-5 0,0 6 0 0,-2 4 0 0,-3 7 0 0,1 5 0 0,4-4-10 15,0-1-31-15,-1 3 0 0,0-4 0 0,0 1 0 0,3-1 0 16,-1-1 0-16,2-1 0 0,1-7 0 0,0 3 0 16,5-2 0-16,0-2 0 0,3-2 0 0,-5-3 0 0,6 1 0 15,0-2 0-15,-2-1 0 0,2-2 0 0,-2 1 0 16,1-2 0-16,-1 1 0 0,5-3-144 0,-7-10-51 0,5 10-45 16,-5-10-41-16,0 0-42 15,0 0-35-15,5 8 105 0,1 1 126 0,-6-9 64 0</inkml:trace>
  <inkml:trace contextRef="#ctx0" brushRef="#br3" timeOffset="58852.42">19526 13416 0 0,'4'-10'194'0,"-4"10"-87"0,5-10 1 0,2 0 19 16,-7 10 17-16,7-8 4 0,-7 8 0 0,0 0-15 15,0 0-15-15,8-6-21 0,-8 6-20 0,0 0-10 0,0 0 4 16,0 0 17-16,0 0 19 0,0 0-10 0,8-2 6 0,1 4-37 16,-9-2-20-16,5 6-45 0,-1 2-1 0,1 5 0 0,-4 6 0 15,0 2 0-15,-2 5 0 0,-1-1 0 0,-1 2 0 16,1-1 0-16,0 0 0 0,0-1 0 0,-2-2 0 0,2-1 0 15,2-1 0-15,-3 0 0 0,1-1 0 16,0 0 0-16,0-5 0 0,2-1 0 0,-1 1 0 16,1-3 0-16,0 0 0 0,0-12 0 0,0 0 0 0,0 0 0 0,0 0 0 0,1 11 0 0,-1-11 0 15,0 0 0-15,0 0 0 0,0 0 0 0,0 0 0 0,0 0 0 16,0 0 0-16,0 0 0 0,0 0 0 0,0 0 0 16,0 0 0-16,0 0 0 0,-3-1 0 0,5-7 0 15,-1 1 0-15,-1-4-6 0,2-4-4 0,0-2 5 16,0-6-5-16,2-7 5 0,0 16 0 0,1-3 5 0,0 1 10 15,0 1-15-15,1-2 5 0,-2 6-16 0,-4 11 11 16,5-12 10-16,1 4 0 0,-6 8 1 0,0 0-6 0,0 0 10 16,0 0-5-16,0 0 0 0,0 0-5 0,0 0 10 15,0 0-5-15,9-5 1 0,-9 5-6 0,8-1 0 16,-8 1 0-16,8 4 0 0,-1 1 0 0,0 4 0 0,1 1 0 16,-3 5 0-16,0 1 0 0,-2-1 0 0,-4 1 0 0,1-2 0 0,0 5 0 15,1-3 0-15,-1 1 0 0,1-1 0 0,0-1 0 16,1 1 0-16,1-1 0 0,1 0 0 0,-3-1 0 0,0-1 0 15,-1-13 0-15,0 13 0 0,0-13 0 0,0 0 0 0,-2 10-6 16,2-10-81-16,0 0-31 0,0 0-25 0,0 0-16 16,0 0-25-16,0 0-10 0,0 0-21 0,0 0-26 15,0 0-25-15,0 0 49 0,0 0 108 0,0 0 55 0</inkml:trace>
  <inkml:trace contextRef="#ctx0" brushRef="#br3" timeOffset="59237.49">19786 13626 634 0,'9'-5'184'15,"-9"5"10"-15,0 0-4 0,0 0-6 0,9-3-36 0,2 2-5 16,-2 3-4-16,1-1-26 0,-10-1-26 0,11 5-56 0,0 0-31 16,-1 1 0-16,0-2 0 0,0 0 0 0,1-2 0 15,1 1 0-15,-1-1 0 0,-1 2 0 0,-1 1 0 0,-9-5 0 16,12 2 0-16,-1 2 0 0,-11-4 0 0,8 6 0 0,-8-6 0 0,0 0 0 0,0 0 0 15,0 0 0-15,0 0 0 0,4 9 0 16,-2 1 0-16,-2 0 0 16,-5-1 0-16,1 0-1 0,-3 0-24 0,-2 2 4 0,0-3 11 15,9-8 5-15,-6 11 5 0,-3-5 0 0,9-6 0 0,-7 6-10 0,7-6 5 0,-8 9 0 0,8-9 5 16,0 0 0-16,-8 4 0 0,8-4-11 0,0 0-4 16,0 0 15-16,0 0-10 0,0 0 10 15,0 0-5-15,0 0 5 0,0 0 0 0,0 0-11 0,0 0 16 16,0 0-5-16,0 0 6 0,0 0-6 0,2 3 0 0,2-1 0 15,3-1 0-15,2-5 0 0,4 4 10 0,0-1-15 16,5-3-6-16,1 1-20 0,-19 3-25 0,0 0-5 0,10 0-26 16,1-2 15-16,-3 1-30 0,-8 1-16 0,0 0-51 0,0 0-10 15,0 0-21-15,10 0-30 0,-10 0-10 0,0 0 53 0,0 0 94 16,0 0 46-16</inkml:trace>
  <inkml:trace contextRef="#ctx0" brushRef="#br3" timeOffset="59600.41">19337 13979 445 0,'-2'10'230'16,"2"-10"-51"-16,0 0 15 0,0 0 31 0,1 7-4 0,4 3-17 16,1-5-24-16,7 2-42 0,-1-4-107 0,5-1-31 0,3 0 0 15,3-2 0-15,-1 0 0 0,3 0 0 0,4-5 0 16,3 3 0-16,1 0 0 0,2 1 0 0,2-3 0 0,3 1 0 16,-1-2 0-16,1 2 0 0,2 3 0 0,-4-5 0 15,-1 2 0-15,2 0 0 0,-4 0 0 0,0 1 0 0,-3 0 0 16,-2 1 0-16,-4-1 0 0,-4 0 0 0,0 0 0 0,-4 1 0 0,-5-1 0 0,0 1 0 0,-13 1 0 0,0 0-52 15,0 0-60-15,0 0-11 0,0 0-36 0,0 0-15 0,0 0-10 16,0 0-11-16,0 0-5 0,0 0-15 0,-2 1-46 16,-2-2 75-16,-3 4 93 0,-4 2 46 0</inkml:trace>
  <inkml:trace contextRef="#ctx0" brushRef="#br3" timeOffset="60026.56">19750 14011 578 0,'0'0'255'16,"0"0"-81"-16,-9 6-20 0,9-6-11 0,-6 9-20 0,1-3-10 15,5-6-32-15,-7 9-19 0,7-9-16 0,-4 10-26 16,-1-2 1-16,1 3-16 0,2 1 0 0,0 3 5 0,0-3-5 0,1 0 1 0,-2 2-6 16,2-2 0-16,-2 4 0 15,1-1 0-15,-1-1 0 0,2-2 0 16,0 0 0-16,-3 5 0 0,3-5-11 0,-1 1 6 0,0-5 10 15,2-8 0-15,0 12 1 0,-2 0-6 0,2-12 0 0,0 0 0 0,0 0 0 0,0 0 0 16,0 0 0-16,0 0 0 0,0 0 10 0,0 0-5 0,0 0 0 16,0 0 5-16,0 0-15 0,0 0 15 15,0 0-10-15,0 0-5 0,0 0 10 0,0 0-15 0,0 0 10 16,4 0-15-16,3-2 20 0,-1-7-5 0,2 3 5 0,-1-6-5 16,3-1-10-16,1-5 15 0,2 1 5 0,-6 5 10 15,1 1 22-15,1-1-12 0,1 2 1 0,0 1-11 0,0 1 1 16,0 2-11-16,-10 6-4 0,0 0-6 0,0 0-11 0,10-8 6 15,-10 8 0-15,0 0 15 0,0 0-15 0,0 0 15 16,0 0-10-16,0 0 16 0,10 0-1 0,-10 0-5 0,7 5-4 16,-2 0-6-16,0 5 0 0,-3 0 0 0,2 1 0 15,-3 2 0-15,-1 2 0 0,-1-3 0 0,1-12 0 0,0 0-16 0,-1 12-30 16,1 0-21-16,0-1-30 0,0-1-16 0,0-10-30 16,0 0-20-16,0 0-17 0,0 0-35 0,-1 11-5 0,1-11-31 15,0 0-5-15,0 0 116 0,0 0 70 0,0 0 35 0</inkml:trace>
  <inkml:trace contextRef="#ctx0" brushRef="#br3" timeOffset="60256.21">19937 14197 383 0,'0'0'164'0,"0"0"-16"16,0 0-20-16,8-6 0 0,-1 0-15 0,-7 6-16 0,0 0 0 15,0 0-40-15,0 0-7 0,0 0-34 0,0 0-6 0,9-2-10 0,-1 4 10 0,-1 1-15 0,-1 5 15 0,-2-1-20 16,1 6 10-16,-1-1-5 0,0 2 15 0,-4-14-5 15,1 11 1-15,-1 0-6 0,1 1 0 0,0 0 0 0,-1-12 0 16,1 12 0-16,-1-1 0 0,0-11 0 0,0 10-11 0,0-10-4 16,0 0-16-16,0 11-15 0,0-11-10 0,0 10-5 15,0-10-11-15,0 0-25 0,0 0-6 0,0 0-35 0,0 0 10 16,0 10-46-16,0-10 0 0,0 0 21 0,0 0 76 0,0 0 39 16</inkml:trace>
  <inkml:trace contextRef="#ctx0" brushRef="#br3" timeOffset="60618.78">19519 13881 690 0,'-11'1'148'0,"0"3"-20"0,0 1 5 0,11-5 11 0,-13 6-21 15,3 1-21-15,0 3-25 0,3-1-31 0,-3 1-5 16,2 2-16-16,1 2 11 0,-1 3-11 0,3-1 1 15,-1 2-6-15,1 0 1 0,1 2-11 0,0 2-4 16,3 0-17-16,-1-1 16 0,0-2-15 0,2 0 20 0,2 0-10 16,-1-4-45-16,1 1-32 0,1-4-36 0,-2 0-15 15,3-3-31-15,-4-9-25 0,5 13-36 0,-3-5-36 0,-2-8-41 16,5 10 139-16,0-1 79 0,0 3 39 0</inkml:trace>
  <inkml:trace contextRef="#ctx0" brushRef="#br3" timeOffset="60941.78">20178 13774 603 0,'10'0'179'0,"3"0"-31"15,-13 0 26-15,8 1 10 0,2 4-14 0,0-2-47 16,-1 3-36-16,-9-6-11 0,8 7-9 0,2 3-11 0,2 0-10 15,-6 1-26-15,4 2 1 0,-2 0-16 16,2 6 1-16,-3-2 14 16,3-2-20-16,-2 5 5 0,-2-1-10 0,1-1 15 0,-2 2-5 15,-1 1 1-15,0-1-6 0,1-1 0 0,-4 2 0 0,2-4 0 0,0 5 0 0,-3-2 0 0,-2 0 0 16,1-1 0-16,-2-2 0 0,-1 3 0 0,1-4-11 16,-2 3-15-16,-2-2-10 0,0 0 16 0,-1 1 10 0,2-2-11 15,-2 1-20-15,-1-2-15 0,-1 0-36 0,1-1 5 0,-1-2-25 16,1 0-11-16,9-12-36 0,-12 9-36 0,2 1-20 15,1-4-51-15,-1-2-30 0,10-4 176 0,-10 0 60 0,-1 0 30 16</inkml:trace>
  <inkml:trace contextRef="#ctx0" brushRef="#br3" timeOffset="61342">20274 13748 450 0,'4'-10'219'0,"-4"10"-80"0,1-10-7 0,-1 10 7 0,3-10-16 16,-3-2-21-16,0 12-46 0,1-13-20 0,2 1-16 16,0 1-9-16,2-3-6 0,2 2-5 0,1-3 20 0,2 0-20 15,0-1 16-15,0 1-16 0,3 3 5 0,-2-6 5 0,1 1 5 0,-2-3 16 0,0 0 5 16,2 0 5-16,0 2 0 15,-2 0 0-15,-1-1-11 0,-2 2 17 0,0 5-17 16,-1 1 1-16,-6 11 0 0,0 0-16 0,0 0 6 0,0 0-16 16,0 0 10-16,0 0-10 0,0 0 11 0,0 0-1 0,0 0-5 0,0 0 6 15,5 2-11-15,-4 5 10 0,3 1-10 0,-4 7 1 16,0 2-6-16,-3 5 0 0,2 1 0 0,0 7 0 16,-2-10 10-16,1-2-15 0,-2 5 15 0,2-3-20 15,2-2-11-15,-3 4-25 0,1-2-10 0,-1-1-16 0,-1 1 16 16,2-3-6-16,-1 0-4 0,1-2 10 0,-2 0-6 0,2-4-5 15,2-11 1-15,-4 13-1 0,4-13-15 0,-1 11-10 16,1-11-20-16,0 0-27 0,0 0-24 0,0 0-6 0,0 0 10 16,0 0 11-16,0 0 25 0,0 0 59 0,0 0 32 0,-5-4 16 15</inkml:trace>
  <inkml:trace contextRef="#ctx0" brushRef="#br3" timeOffset="61596.73">20422 13416 383 0,'0'0'123'0,"2"-13"4"0,1 3 12 0,0 0 25 0,4 2-11 15,-7 8-10-15,0 0-25 0,7-7-10 0,2 1-16 16,1 5 15-16,1-3-4 0,-2 4-6 0,3 0-30 16,-1 3-16-16,2 1-10 0,-4-2-21 0,-9-2-9 0,10 2-11 15,-10-2 0-15,10 3 0 0,0 2 0 0,-10-5 0 0,10 4 0 16,-10-4 0-16,8 7 0 0,-8-7 0 0,0 0 0 0,8 6 0 16,-3 2 0-16,-1 0 0 15,-4-8 0-15,1 10 0 0,-1-1 0 16,0 1 0-16,-4 0 0 0,0-1 0 0,4-9 0 0,-7 8 0 15,-1 0 0-15,2-2 0 0,-4 1 0 0,0 0 0 0,1-3 0 0,-1 1 0 0,-1-1-11 0,11-4-133 16,-9 4-60-16,-1 1-47 0,0-1-71 0,-1-3-78 16,1 0 42-16,10-1 179 0,-10 1 90 0</inkml:trace>
  <inkml:trace contextRef="#ctx0" brushRef="#br3" timeOffset="62151.68">20760 13894 495 0,'0'0'225'0,"0"0"-25"0,0 0 5 0,0 0-6 16,0 0-14-16,0 0-37 0,0 0-35 0,0 0 0 0,0 0-11 15,0 0-40-15,0 0-62 0,0 0 0 0,0 0 0 0,0 0 0 16,2 3 0-16,3-1 0 0,7-2 0 0,0-2 0 0,5 2 0 16,5 1 0-16,1-5 0 0,6 3 0 0,-10-1 0 15,1 2 0-15,-3 0 0 0,2-5 0 0,-2 5 0 0,0-2 0 16,0 4 0-16,2-2 0 0,-4-2 0 0,-3 4-73 16,-12-2-152-16,14 0-20 0,-4 5-16 0,-10-5 5 0,0 0-16 15,0 0-14-15,13-5 71 0,-13 5 108 0,0 0 53 0</inkml:trace>
  <inkml:trace contextRef="#ctx0" brushRef="#br3" timeOffset="62493.77">21396 13648 818 0,'7'-12'215'0,"-7"12"-87"0,0 0 25 16,0 0 1-16,0 0 4 0,0 0-40 0,0 0-21 0,0 0-45 16,0 0-27-16,0 0 1 0,0 0-6 0,0 0 16 0,0 0 0 15,0 0-25-15,0 0-11 0,0 0 0 0,0 0 0 0,7 2 0 16,-3 1 0-16,0 5 0 0,-4-1 0 0,0 4 0 0,0 6 0 16,0 4 0-16,0 5 0 0,-2-10 0 0,0 2 0 15,1 1 0-15,-1 1 0 0,1 0 0 0,-3-2 0 0,1 1 0 16,0-1 0-16,-1 2 0 0,3-4 0 0,-4 1 0 15,3-4 0-15,-1 0 0 0,1-3 0 0,2-10 0 0,0 0 0 16,0 0 0-16,-3 9 0 0,3-9 0 0,0 0 0 0,0 0 0 16,0 0 0-16,0 0 0 0,0 0 0 0,0 0 0 0,0 0-21 15,0 0-174-15,0 0-35 0,0 0-46 0,0 0-42 0,0 0-50 16,0 0 48-16,0 0 160 0,0 0 80 0</inkml:trace>
  <inkml:trace contextRef="#ctx0" brushRef="#br3" timeOffset="63013.17">21582 13335 178 0,'8'-6'118'0,"-8"6"-1"0,0 0 1 0,11-3-10 0,-11 3 5 0,9 2 4 16,2-1-15-16,-1 0-10 0,1 4-10 0,-2 1-10 16,0 2-5-16,-1 0-6 0,1-1-10 0,1-1-5 15,-2-1 5-15,2 5-4 0,-2-2-1 0,2 1 5 0,0 1-5 0,0-1 10 0,0 2-10 16,-2 0 0-16,3 3 5 0,-2-1-4 0,1 2-12 0,-2 4 1 15,0-1-10-15,1 3-11 0,1 2-9 0,-3 1-6 16,1 0 0-16,-2 0 0 0,0-1 0 0,3 1 0 0,1 3 0 16,0-3 0-16,-4-2 0 0,4-2 0 0,-1 2 0 0,2-1 0 15,-1-1 0-15,0 0 0 0,0-6 0 0,-5 4 0 0,2-3 0 0,-2 0 0 16,2 0 0-16,-2-2 0 0,-2 2 0 0,1-2 0 16,-3-1 0-16,3 2 0 0,-4-1 0 0,0 1 0 0,0-14 0 15,0 12 0-15,-4 2 0 0,3 0 0 0,-4-1 0 0,0 6 0 16,0-4 0-1,-4 0 0-15,2-2 0 0,-3 2 0 16,1 0 0-16,-2 0 0 0,0-3 0 0,1 0 0 0,0-1 0 16,-3 0 0-16,1 0 0 0,-3 0 0 0,4-5 0 0,-4 2 0 0,0-1 0 15,0 1 0-15,1-1-42 0,-2-1-70 0,3-1-32 0,-2-1-9 16,0-1-21-16,-1-1-26 0,2-1-25 0,-2 2-36 16,-3-2-36-16,2-2 77 0,-2-2 110 0,2 1 55 0</inkml:trace>
  <inkml:trace contextRef="#ctx0" brushRef="#br3" timeOffset="66377.62">6913 9190 311 0,'6'9'6'0,"-6"-9"-1"0,0 0 15 0,8 5 26 0,0-1-10 0,1-3 5 0,-9-1 5 0,16 1 10 15,-2-2 6-15,-2 1-1 0,3 0-20 0,2-3 0 16,1 2-5-16,2 0 5 0,2 2 0 0,0-2 0 0,1 2 10 16,3-3 5-16,-1 0-15 0,1 1-11 0,0 2-9 15,2-2-1-15,0 0-9 0,1-2 14 0,0 2-15 16,-1 0 11 0,2-2-6-16,2 2 6 0,-4-1-11 0,1-1 6 0,0 1-1 15,-3-1 5-15,1 2 1 0,-3-2-11 0,-1 1 6 0,-4-2-1 0,1 2 15 0,-1 2-15 0,-3-1 6 16,-1-1 5-16,0 0-1 0,-2 1-9 0,-13 1-11 0,11-2-5 15,-11 2 10-15,0 0-15 0,0 0 15 0,0 0-10 0,0 0 6 16,0 0-6-16,0 0 0 0,0 0 10 0,0 0-5 0,0 0 0 16,0 0-15-16,0 0-26 0,0 0-15 0,0 0-21 0,0 0-15 15,0 0-31-15,0 0-4 0,0 0-17 0,0 0-19 16,0 0-27-16,0 0-45 0,0 0 56 0,0 0 87 0,0 0 44 16</inkml:trace>
  <inkml:trace contextRef="#ctx0" brushRef="#br3" timeOffset="71101.46">17494 15126 132 0,'0'0'61'0,"0"0"1"0,0 0 5 16,0 0-16-16,0 0-16 0,0 0 1 0,0 0 0 15,0 0 15-15,0 0-4 0,0 0-1 0,0 0-6 0,2 2 1 0,2-2 0 16,1 2-10-16,4-2 5 0,3 0 10 0,4-2 0 16,2 1 0-16,1-4-5 0,-9 4-11 0,1 1-4 0,0-3-6 15,0 3 1-15,0-1-1 0,-1 1 1 0,4 0-1 0,1-2 1 16,0 2-1-16,4 0 1 0,-4 1-11 0,2-1 16 16,1 2-16-16,1-2 21 0,-2-2-21 0,-1 2 21 0,3-3-11 15,0 1 6-15,-1 0-6 0,1 0-10 0,-1-3 6 16,0 3-21-16,0 2 15 0,-1-3 0 0,1 3 0 0,-3-2-4 15,2-1-17-15,-2 2 16 0,0 0-5 0,0-2-5 16,-1-2 0-16,1 5 10 0,0-1-10 0,0 0 15 16,-2 1-10-16,1-2 6 0,2 4-6 0,-1-1-11 0,2 0 16 15,-2 2-15-15,0-2 10 0,1 0-5 0,0-1 5 0,1 0 0 0,0 0 10 0,1 3-5 0,1-3-10 16,1 0 10-16,0-3-5 0,1 3 6 0,1 0-6 0,-1-2 10 16,1 2-5-16,2 0 10 0,-2 1 0 0,0-1-4 0,0-1 4 15,2 1 0-15,1 0-4 0,0 1 4 0,0-2-10 16,0 1 21-16,0-3-16 0,0 3 1 0,-2 0-1 0,3 0-5 15,-2 0 20-15,0 0-15 0,1 0 1 0,-1-2-1 16,1 2-15 0,-1 0 15-16,1-2-10 0,-1 2 6 0,1-2-6 0,1-1 0 15,-1 3 0-15,1-2-11 0,-1 1 6 0,-1-1 10 16,1 0 0-16,0 0 1 0,-2-1-17 0,0 3 16 0,1-1-15 16,-2 1 20-16,1-1-10 0,-1 0 6 0,1-1-6 15,-1 1 0-15,2 1 0 0,-3-1 10 0,0 1 15 0,2-1 11 0,-2-1-16 0,0 2 1 16,1 0-6-16,-1 0-5 0,-2 0 6 0,0 0-1 15,1 0-5-15,-1 0-4 0,1 0-6 0,-1 3 10 0,-2-1-15 16,3 0 5-16,-2-1-5 0,-1 1 15 0,2 0-15 16,-2-1 15-16,1 3-10 0,-1-4-5 0,1 0 0 0,1 0 0 15,-2 0 15-15,1 2-15 0,-4-2 5 0,1 1-5 16,2-2 5-16,-2 2 10 0,1-1-15 0,-1 2 15 0,-1-2-20 16,3 0 10-16,-1 0 5 0,-1 0-10 0,0 0 5 0,0 3-5 15,-2-1 5-15,2-2 10 0,-2 0-5 0,2 2 0 0,-1 0-15 0,-1-2 5 16,2 4 10-16,0-4-10 15,0 1 15-15,-2-1-10 0,0 3 5 0,0-2-5 16,0 0 0-16,2-1 0 0,-4 0 10 0,2 0-15 0,-2 0 15 16,1 3-20-16,2-2 10 0,-3-1-5 0,2 1 15 0,-1-1-15 15,-1 3 5-15,3-2 5 0,-1 0-10 0,0 2 15 0,0-1-10 16,-2 0 26-16,3-2-6 0,0 0 6 0,-3 0-6 16,1 1-9-16,2-1-6 0,0 0-5 0,-3-1 0 0,3 1 0 15,-2 0 0-15,4 0 0 0,-1 0 0 0,0 0 0 16,4-2 0-16,-3 2 0 0,2 0 10 0,1 0-15 0,-2-1 5 15,0 0-5-15,2 2 5 0,-1-2 0 0,2 1 0 16,-2 0 10-16,0 0 1 0,-1 1-11 0,2-1 0 0,-2 0 0 16,1 0 0-16,1 1 0 0,-2 2 0 0,2-2 0 15,-3-1 0-15,3 0 0 0,-3 2 0 0,2 0 0 16,-7-1 0-16,-11-1 0 0,16 0 0 0,-2 0 0 0,1 0 0 16,0 0 0-16,-4 0 0 0,1 1 0 0,2-2 0 15,2 1 0-15,-3 0 0 0,1 2 0 0,-1-2 0 0,2 3 0 16,0-3 0-16,0 1 0 0,0 0 0 0,-2-1 0 0,0 3 0 15,-3-2 0-15,2-1 0 0,-1-1 0 0,-1 1 0 16,-10 0 0-16,0 0 0 0,0 0 0 0,0 0 0 0,0 0 0 16,0 0 0-16,0 0 0 0,0 0-52 0,0 0-102 0,0 0-35 15,0 0-26-15,0 0-30 0,0 0-32 0,0 0-40 0,0 0 18 16,0 0 149-16,0 0 75 0</inkml:trace>
  <inkml:trace contextRef="#ctx0" brushRef="#br3" timeOffset="81788.22">10450 14901 270 0,'-9'-5'11'0,"0"-3"65"0,-1 2 42 0,10 6 30 0,0 0-30 0,0 0-31 16,0 0-30-16,0 0-32 0,0 0-14 0,0 0-32 0,0 0 21 16,0 0-5-16,0 0 20 0,0 0-10 0,0 0 21 0,0 0-16 0,0 0 11 0,0 0-16 0,0 0 10 15,0 0 0-15,3-9 6 0,4 4-11 0,3 5-15 0,3 5 10 16,4-1-15-16,3 1 10 0,4 0 5 0,2-1-10 16,-7 0-36-16,3-1-46 0,-3-1-6 0,-1 1-19 0,-1-2-11 15,-2 3-15-15,1-2 5 0,0 2-26 16,1-3 88-16,-5 0 35 0,3-1 18 0</inkml:trace>
  <inkml:trace contextRef="#ctx0" brushRef="#br3" timeOffset="82196.77">10679 14853 281 0,'9'-5'51'0,"-9"5"-10"0,0 0 10 0,0 0 20 0,0 0-4 16,0 0-21-16,0 0-25 0,0 0-6 0,0 0-10 0,0 0 1 16,0 0-6-16,0 0 0 0,0 0 0 0,0 0 0 0,0 0 0 15,0 0-11-15,0 0 16 0,0 0-5 0,0 0 26 16,0 0-16-16,5 4 10 0,-1 1-15 0,2 2 11 0,-5 2-11 16,1 3 10-16,-2-1-10 0,0-11 1 0,-4 10 4 15,4-10-5-15,0 0-10 0,-1 15 10 0,1-15 5 0,0 0 0 16,-4 9-4-16,-1-3-6 0,1 4-11 15,4-10-35-15,-6 10-51 0,-4-3-62 0,-1 1-41 16,-1 1 57-16,-1-3 72 0,0-3 35 0</inkml:trace>
  <inkml:trace contextRef="#ctx0" brushRef="#br3" timeOffset="82584.6">10382 15647 337 0,'0'0'56'0,"0"0"-10"0,0 0-5 0,0 0 0 16,0 0-21-16,0 0-9 0,0 0-11 0,0 0 10 0,0 0-5 15,0 0-10-15,3 5 10 0,6-3 5 0,1 1-9 0,3-3-1 0,5 0 5 0,3-3-21 0,1-2-10 0,6 4-35 16,-11-4-11-16,1 4-30 0,1-3-21 0,-2 3 31 0,2-3 46 16,-4 3 23-16</inkml:trace>
  <inkml:trace contextRef="#ctx0" brushRef="#br3" timeOffset="82827.22">10603 15560 0 0,'0'0'143'0,"-1"10"-82"0,1-10-15 0,1 11 10 0,2 1-31 16,3-3 11-16,-6-9-15 0,0 0 4 0,8 6-4 0,0-1-1 16,2 3-9-16,-10-8 14 0,0 0-4 0,0 0-6 15,9 5-9-15,-9-5 4 0,0 0-5 0,0 0 10 0,0 0 0 16,0 0-4-16,0 0-6 0,0 0-5 0,0 0 10 0,0 0-5 15,0 0-20-15,-3 6-6 0,0-1-25 0,-3-1 5 16,-6 1-15-16,0 1-10 0,-4 0-22 0,-4-1-19 0,-3 1 23 16,8-3 42-16,1 4 21 0</inkml:trace>
  <inkml:trace contextRef="#ctx0" brushRef="#br3" timeOffset="83313.2">10934 16121 148 0,'0'0'92'0,"0"0"5"16,-10 0 0-16,10 0-5 0,0 0-15 0,0 0-10 0,0 0-16 15,0 0-16-15,0 0-19 0,0 0-1 0,0 0 0 0,0 0-4 16,0 0 14-16,0 0-15 0,0 0 21 0,0 0 10 15,0 0 16-15,0 0 14 0,0-5-14 0,4 5 4 0,3-2-5 16,3-1 6-16,6 3 9 0,3-3 6 0,7 1-5 0,6-1 4 16,-7 4-9-1,2 1 0-15,3-2-37 0,4 2 6 0,4-4-16 0,2 2 16 16,3-3-21-16,2 3 6 0,5-2-16 0,2-3 11 16,3 0-1-16,5 4 5 0,0-1-19 0,5 0 9 0,0 2-10 0,4 0-5 0,1 0 10 0,-1 2-15 15,1 1 20-15,-3-1-10 0,1 1 5 0,-5-1-26 0,0 1-51 16,-7 4-61-16,-1-1-56 0,-3 1-57 0,-4 0-35 15,-1-1-72-15,-2-1 28 0,-5 0 163 0,-1 0 81 16</inkml:trace>
  <inkml:trace contextRef="#ctx0" brushRef="#br3" timeOffset="90500.39">14027 16274 60 0,'0'0'36'0,"0"0"-10"15,0 0-1-15,0 0-14 0,0 0 14 0,0 0-15 0,0 0 21 0,0 0 10 0,0 0 16 0,0 0-17 16,0 0 1-16,0 0-5 0,0 0 5 0,0 0 0 0,0 0 0 15,0 0 0-15,0 0 0 0,0 0 0 0,0 0-11 16,0 0 6-16,0 0-10 0,2 0-1 0,3-1 6 16,3 2-5-16,3-2-11 0,5 1 11 0,4-7-16 0,0 9 1 15,-7-4 9-15,0 4-10 0,0 1 21 0,0-6-11 0,2 3 16 16,-2 0-11-16,2 3 1 0,0-1-6 0,0 1 11 16,1-5 5-16,0 4-5 0,1-2 5 0,-1 2 10 0,0-2 0 15,-1 0 10-15,2 0-10 0,2-2 0 0,-3 2-15 16,3-2-6-16,0 2-14 0,1-1 4 0,2-1 0 15,-1 2 6-15,2-5-11 0,2 5-4 0,0-2 4 16,0 2-5-16,1-1 0 0,0 0 15 0,0 1-10 16,3 0 11-16,0 2-6 0,-2-2-4 0,2 0 4 0,0 0-10 0,1-1 10 0,-2 2 0 15,1 1-4-15,0-2-6 0,1 0 5 0,0-2-5 16,0 4-10-16,-2 0 10 0,1 1-5 0,1-1 16 0,1 1-21 16,-1-3 15-16,-1 2-10 0,0 1 5 0,0-3 5 15,1 3-5-15,0-1-10 0,0-4 10 0,-1 2-5 16,-1 0 6-16,0 2-6 0,2-2 0 0,-2 0 20 0,-1 0 0 15,-1 0 16-15,-1 3-21 0,1-2 6 0,-2-1-16 16,-3 0 11-16,1 3-1 0,-4-6-5 0,-1 3 16 0,-1-1-16 16,-1 0 1-16,1-1-11 0,-2 2 0 15,-1 0 0-15,0-2 0 0,-1 2 0 0,3-1 0 0,0 1 0 16,0-2 0-16,2-1 0 0,-2 1 0 0,0-3 0 16,1 5 0-16,0-7 0 0,-1 4 0 0,-1-2 0 0,1 1 0 0,0 2 0 15,1-2 0-15,0 0 0 0,2-1 0 0,0 0 0 16,0 3 0-16,0-1 0 0,1 2 0 0,0 0 0 0,0-2 0 15,1 3 0-15,-2 0 0 0,2 0 0 0,-4 0 0 16,1 0 0-16,-1 0 0 0,-1 0 0 0,0 0 0 0,-3 0 0 16,5 3 0-16,-2-3 0 0,1 1 0 0,1 0 0 0,-1-1 0 15,3 0 0-15,-1 0 0 0,4 0 0 0,-3 0 0 16,0 0 0-16,2-2 0 0,1 2 0 0,-2-3 0 0,-1 6 0 16,1-6 0-16,-1 3 0 0,-1 3 0 0,1-2 0 15,0 0 0-15,0-1 0 0,-1 3 0 0,0-1 0 16,-1-2 0-16,-2 0 0 0,1 3 0 0,-2-1 0 0,-1-2 0 15,-2 4 0-15,-11-4 0 0,0 0 0 0,12 0 0 0,-12 0 0 0,0 0 0 0,0 0 0 16,0 0 0-16,12 1 0 0,-12-1 0 0,0 0 0 0,0 0 0 16,0 0 0-16,0 0 0 0,0 0 0 0,0 0 0 0,0 0-1 15,0 0-101-15,0 0-21 0,0 0-26 0,0 0-40 0,0 0 0 16,0 0-26-16,0 0 0 0,0 0-31 0,0 0-30 16,0 0 105-16,0 0 85 0,0 0 43 0</inkml:trace>
  <inkml:trace contextRef="#ctx0" brushRef="#br3" timeOffset="93093.82">17638 16116 0 0,'0'0'30'0,"0"0"-35"0,0 0 35 15,3 7 11-15,1-1 31 0,2-2-5 0,-6-4-21 0,9 4-6 16,1-2-14-16,2-2-1 0,1-5-4 0,-2 0-1 16,-1 2 1-16,-1 0-11 0,3-1-4 0,1 1-6 0,0-2 10 15,1 0 15-15,1 0 11 0,2 3-5 0,2-1-6 16,1 0-4-16,1 1-1 0,-1-3-9 0,3 2 4 16,1 0-10-16,-1-1 11 0,1 1-11 0,3-4 0 0,1 5-5 0,-2-2 10 0,3 3-5 0,1-2 20 0,0 3-15 15,1 0 11-15,0-1-16 0,3 2 21 0,3-2-6 0,1 1 6 16,0 0 5-16,4-3 5 0,2 1 15 0,4 2-15 15,2 0 4-15,2-3-14 0,1 3-1 0,2 0-4 0,6 0-1 16,0 3 11-16,3-2 15 0,-2 0 11 0,2-1-16 0,0 0 0 16,1 4-16-16,1 0 11 0,-1 1-11 0,-2-2 1 15,3 5 5-15,-1-3 5 0,3 0-16 0,-1 4 11 0,0-3-21 16,0 2 11-16,3-1-16 0,-1-2 10 0,-2 2-10 0,3 2 21 16,-1-2-16-16,1 3 11 15,-2-1-6-15,1-3 5 16,-4 4-9-16,0-1 4 0,-3-2-10 0,-2 0 0 0,-1 1-5 15,-6-2 10-15,-1 0-15 0,-4 2 5 0,-2-2 5 0,-4-1-10 0,-2-1-36 0,-5-2-46 16,-1 1-36-16,-7-2-25 0,-2 0-21 0,-2-2-31 16,-5 1-25-16,-2 0-36 0,-2-1 16 0,-14 1 122 0,0 0 62 15</inkml:trace>
  <inkml:trace contextRef="#ctx0" brushRef="#br3" timeOffset="101622.63">21581 15287 588 0,'0'0'174'0,"5"-10"-5"0,-5 10 10 0,4-10 5 0,-4 10-31 15,0 0-4-15,0 0-31 0,6-10-16 0,-6 10-25 0,0 0-21 0,0 0-41 0,0 0 11 0,0 0-21 0,0 0 26 16,0 0-10-16,0 0-21 0,0 0 0 0,0 0 0 0,9-1 0 15,-3 5 0-15,-1 3 0 0,-3 6 0 0,6 2 0 0,-7 3 0 16,3 4 0-16,-4 7 0 0,-4-5 0 0,-1-1 0 16,0-1 0-16,5 5 0 0,-5-3 0 0,5-1 0 0,-4 0 0 15,3 0 0-15,-1-4 0 0,3 0 0 0,-2-2 0 16,-2-3 0-16,3 1 0 16,0-15 0-16,0 14 0 0,0-14 0 0,0 0 0 0,3 12 0 15,-3-12 0-15,0 0 0 0,0 0 0 0,0 0 0 0,0 0 0 16,0 0 0-16,0 0 0 0,0 0 0 15,0 0 0-15,0 0 0 0,0 0 0 0,3 0 0 0,1-3 0 16,1-4 0-16,1-5 0 0,2-1 0 0,-1-4 0 0,1-3 0 0,2-6 0 0,-6 10 0 16,2 0 0-16,5 0 0 0,-6 3 0 0,3 1 0 0,-8 12 0 15,7-11 0-15,1 1 0 0,-8 10 0 0,0 0 0 0,0 0 0 16,0 0 0-16,0 0 0 0,0 0 0 0,7-5 0 0,-7 5 0 16,0 0 0-16,11 1 0 0,-3 1 0 0,-1 3 0 0,3 3 0 15,-4 2 0-15,1 2 0 0,0 3 0 0,-1 0 0 16,-3-1 0-16,1-2 0 0,-1 2 0 0,0 2 0 0,1-3 0 15,-1 2 0-15,-3 0 0 0,2-5 0 0,-1 4 0 16,-1-14 0-16,2 13 0 16,-2 1 0-16,0-14 0 0,0 11 0 0,0-11 0 0,-2 14-16 15,2-14-123-15,-3 8-34 0,3-8-42 0,0 0-41 16,0 13-41-16,0-13-31 0,0 0 16 0,0 0 156 0,0 0 78 16</inkml:trace>
  <inkml:trace contextRef="#ctx0" brushRef="#br3" timeOffset="102050.94">21862 15520 721 0,'7'-7'184'0,"1"1"-15"16,-8 6 5-16,10-3-5 0,0-1-26 0,0 1-56 16,-10 3-46-16,11 2-30 0,0-1-11 15,-1 1 0-15,0 0 10 0,-1 1-5 0,-9-3-10 0,9 3 10 16,-1 4-5-16,1-1 5 0,-9-6-15 0,6 5 15 15,-6-5-5-15,0 0 5 0,0 0 5 0,0 0-5 0,5 7 0 16,-1 3-5-16,-4-10 0 0,0 10 0 0,-2-1-10 16,-3-1 5-16,-2 1-10 0,1-1 10 0,-4 0-11 0,-1-3 1 15,1 0 5-15,10-5-6 0,-10 4 1 0,10-4 5 0,-10 2-6 16,10-2 11-16,-10 5-21 0,10-5-5 0,0 0 1 16,0 0-6-16,0 0 31 0,0 0 0 0,0 0 0 0,0 0 0 0,0 0 10 0,-6 8 0 15,6-8 0-15,0 0-15 0,0 0 5 0,0 0 0 0,0 6 5 16,2-5 0-16,3 4 0 0,4 0 10 0,1-1-15 15,0 1 5-15,-10-5-5 0,0 0 5 0,12 3 0 0,-12-3 0 16,0 0 10-16,0 0-15 0,10 3 35 16,-10-3-9-16,9 5 20 0,-9-5-16 0,5 7 1 0,-5-7-6 15,1 10 11-15,1-1-5 0,-2-9-11 0,0 12 11 0,-3 1-6 0,-2-1 5 0,-2-3-4 0,-1 3-11 16,-1-2-4-16,2-2-6 0,7-8 0 0,-9 10 10 0,3-5-5 16,6-5-10-16,-9 8-21 0,9-8-10 0,-6 10-35 15,-2-1-6-15,8-9-20 0,0 0-11 0,0 0-20 0,-7 6-30 16,1 3-37-16,6-9-10 0,0 0-25 0,0 0-26 0,0 0 144 15,0 0 56-15,0 0 28 0</inkml:trace>
  <inkml:trace contextRef="#ctx0" brushRef="#br3" timeOffset="102388.87">22375 15409 542 0,'0'0'184'15,"0"0"-5"-15,0 0-5 0,4-10-15 0,-4 10-11 0,0 0-35 16,0 0-26-16,0 0-21 0,0 0-25 0,0 0 0 0,0 0-5 16,0 0 5-16,0 0-11 0,0 0 6 0,0 0-10 0,0 0-1 15,0 0-14 1,-5 3 4-16,0 4 0 0,-3 5 16 0,1 3-5 0,-5 5-11 15,-1 5-9-15,-4 1-6 0,1-4 0 0,-3 2 0 16,-2 0 0-16,1 2 0 0,-1 3 0 0,0-2 0 0,-2 3 0 16,3 2 0-16,2-3 0 0,-1 1-16 0,1 1 1 0,3 0-16 15,-2-4 0-15,3 0-10 0,-1-3-10 0,2-5-16 0,0 1-20 16,3 0 0-16,0-4-10 0,0-3-20 0,0 0-37 0,4-1-20 16,1 0-10-16,5-12-21 0,0 0-10 0,0 0-31 0,0 0 131 0,0 0 58 15,0 0 28-15</inkml:trace>
  <inkml:trace contextRef="#ctx0" brushRef="#br3" timeOffset="102839.31">22266 15691 767 0,'0'0'168'0,"10"-7"-9"0,-10 7-15 0,0 0-16 16,0 0-26-16,0 0-25 0,0 0-21 0,0 0 0 0,0 0-10 15,0 0-10-15,0 0 0 0,0 0-11 0,5 0-9 0,0 2-1 16,-4 7-10-16,1 2 1 0,-4 5-17 0,-1 6 16 15,0 4-5-15,-6 0 6 0,4-7-6 0,-3 4-11 0,1-1 6 16,0-1-10 0,2-1 10-16,0-1 0 0,-3-6 5 0,2 2-11 0,0 1 6 15,2-3 0-15,3-2 5 0,1-11 0 0,0 0 0 0,-5 10 0 16,5-10 0-16,0 0 0 0,0 0 0 0,0 0 10 16,0 10-5-16,0-10 11 0,0 0-1 0,0 0 5 0,0 0-9 15,5 2 4-15,0-1-20 0,5-2 5 0,0-3-5 16,1 0 5-16,0-1 0 0,4-8 10 0,-1-2-15 15,-1 8 5-15,-2-6 5 0,1 2 0 0,0-2 11 0,1-1-1 0,1-2 16 0,-1 2 15 0,1-1 0 16,-4 7-30-16,3 0-16 0,-4 0 0 0,-9 8 0 16,0 0 0-16,10-5 0 0,-10 5 0 0,10 1 0 0,-10-1 0 15,6 5 0-15,-6-5 0 0,5 7 0 0,-3 6 0 0,1-2 0 16,-3 1 0-16,0 8 0 0,-3 0 0 0,1-7 0 16,2 5 0-16,-4-2 0 0,2-2 0 0,2 2 0 0,0-4 0 15,0 1 0-15,0-4 0 16,0 4 0-16,0-2 0 0,0-11 0 0,2 14 0 15,2-4 0-15,-4-10 0 0,0 0 0 0,0 10-16 0,1 1-123 16,-1-11-24-16,0 0-27 0,0 0-30 0,0 0-15 0,0 0-31 16,0 0-20-16,0 0 20 0,0 0 133 0,0 0 66 0</inkml:trace>
  <inkml:trace contextRef="#ctx0" brushRef="#br3" timeOffset="103136.54">22568 15921 644 0,'0'0'225'0,"10"-8"-10"16,-10 8 5-16,0 0-15 0,8-3-42 0,-8 3-34 0,8-2-22 16,2 5-15-16,-10-3-45 0,0 0-47 0,8 0 0 0,4 5 0 15,-4 5 0-15,1-1 0 0,1-2 0 0,-10-7 0 0,0 0 0 0,6 11 0 0,-1-2 0 32,-5-9 0-32,6 7 0 0,-6-7 0 0,3 13 0 0,-3-3 0 15,-3-2 0-15,-2 3 0 0,0 1 0 0,-2-4 0 16,-2 2 0-16,-1-1 0 0,2-2 0 0,-2 0 0 0,10-7 0 15,-7 7 0-15,7-7 0 0,0 0 0 0,-8 9 0 0,8-9-1 16,0 0-14-16,0 0-11 0,0 0-5 0,0 0 1 0,-3 8-6 16,3-8 0-16,0 0-5 0,0 0 0 0,3 3 0 0,2 2 0 0,3-2-20 15,4-1-11-15,1-2-10 0,3-2 1 0,4-1-22 16,-2-3-9-16,-5 1-21 0,2-4-6 0,-1 1-4 0,1 1-21 16,-4-2-9-16,0 2-32 0,2-2 85 0,-2 1 60 15,-3 0 30-15</inkml:trace>
  <inkml:trace contextRef="#ctx0" brushRef="#br3" timeOffset="103511.37">21577 15492 583 0,'-10'3'87'0,"2"-1"-72"15,-2 3 41-15,10-5 36 0,0 0 6 0,-10 5-47 0,0 1-30 16,10-6-11-16,-10 6-5 0,2 3 0 0,2 1 5 0,1 1 15 15,2 5 11-15,0 0 5 0,1 1 0 0,0 3-10 16,2 3 5-16,-1 0 0 0,1 4-6 0,1 4-4 0,-2-3-6 16,1 2-19-16,1 1 9 0,1-2-20 0,0 0 20 15,1-2-10-15,0-1 5 0,1-4-36 0,-1 1-25 0,4-2-41 0,-4-3-37 0,4-1-40 16,-2-3-31-16,2 0-35 0,1-1 23 0,-2-2 108 16,3-1 55-1</inkml:trace>
  <inkml:trace contextRef="#ctx0" brushRef="#br3" timeOffset="103821.07">22817 15452 787 0,'7'5'118'0,"3"0"20"0,-10-5 57 0,6 7 40 0,-1 3-30 0,2 3-42 16,-4-1-40 0,0 3-40-16,-1-1-83 0,3 1 0 0,-4 4 0 0,1-1 0 15,1 0 0-15,1 6 0 0,-4 2 0 0,0 0 0 0,1 1 0 0,-1 2 0 0,-1 1 0 0,1 3 0 16,0-3 0-16,-2-2 0 0,2-3 0 0,0 0 0 0,0 1 0 16,-3-5 0-16,-1-2 0 0,1-3 0 0,0-1 0 15,0 0 0 1,-6-2 0-16,3 1 0 0,-2-3-1 0,-2-1-111 0,-2 2-32 15,-1 0-9-15,2-3-42 0,-4 3-15 0,2-2-46 16,1-4-25-16,-3 1-31 0,1 1 120 0,2-6 96 0,2 2 48 16</inkml:trace>
  <inkml:trace contextRef="#ctx0" brushRef="#br3" timeOffset="104257.07">22978 15384 1099 0,'-5'-11'77'0,"0"-2"-72"0,0-2 62 0,5 15 25 16,-8-11 10-16,6 0-20 0,-2 0-56 0,0-4-6 0,3 3-30 16,2-3 10-16,3 2-5 0,2 0 5 0,2-3 0 15,-1 2 0-15,6-1 0 0,-2-2 0 0,1-1 0 0,1 0 0 16,-1 0-10-1,2 1 15-15,-3 1-15 0,3-3 10 0,-4 6 5 16,1 0 0-16,-1 3 10 0,-10 10 0 0,0 0-4 0,0 0-6 16,0 0-5-16,0 0 10 0,0 0-5 0,0 0 1 0,0 0-6 0,0 0 10 15,0 0-5-15,5 0 0 0,0 4-5 0,-2 6 0 0,-1 4 10 16,-2 4-5-16,-4 2 1 0,3 6-6 0,-4 3 0 16,3-6 0-16,0 0 0 0,1-1 10 0,-1-2-15 0,2 2 5 15,0-2-5-15,2-3 5 0,-2-2 0 0,1 1 10 16,-2-1-15-16,2-4 15 0,-1 5-20 0,0-7 10 0,0-9-5 15,-1 12 15-15,1 0-15 0,0-12 15 0,0 0 0 0,0 0-10 0,0 10 0 0,0-10 5 16,0 0 0-16,0 0-10 0,0 0-21 0,0 0-30 0,0 0-26 16,0 0-5-1,0 0-10-15,0 0 0 0,0 0-6 0,0 0-9 0,0 0-6 16,-5 0-36-16,1-5-4 0,1-3-42 0,0-4-10 0,2-2 116 0,-4-7 47 0,2-3 23 0</inkml:trace>
  <inkml:trace contextRef="#ctx0" brushRef="#br3" timeOffset="104476.34">23075 15059 270 0,'1'-11'108'0,"-1"11"-21"16,5-9 21-16,0-1 4 0,-5 10 21 0,8-7-15 0,2-1 5 16,2 2-26-16,4 2 5 0,-1 1-15 0,2 4-10 15,-1-2-1-15,2-1-9 0,-1 5 20 0,-2-2-15 0,1 4-1 16,-1-1-9-16,0-2-21 0,0 3 0 0,-3 0-16 16,-2 3 1-16,-10-8 15 0,0 0-25 0,0 0-16 0,10 8 0 0,-2 0 0 0,-8-8 0 15,4 7 0-15,-4 3 0 16,-2 1 0-16,-3 0 0 0,-2-1 0 0,-2 0 0 0,-2-1 0 15,-2 0 0-15,0-3 0 0,0-1 0 0,2 2 0 0,0 1 0 0,1-3 0 0,10-5 0 16,-10 5 0-16,0 0 0 0,10-5-21 0,0 0-174 0,-10 3-40 16,1 4-57-16,9-7-46 0,0 0-107 0,0 0 184 0,0 0 131 15,0 0 65 1</inkml:trace>
  <inkml:trace contextRef="#ctx0" brushRef="#br3" timeOffset="105893.82">8408 9301 373 0,'0'0'82'0,"0"0"-82"0,0 0-5 16,0 0 5-16,0 0 20 0,0 0 11 0,0 0 10 0,0 0 0 15,4 0 0-15,1-2-1 0,2 4 1 0,3-6 10 0,3-1-4 16,7 0 9-16,1-3-10 0,0-1 20 0,-2 9-4 16,3 0-6-16,2-3 10 0,3 3-24 0,6-2 4 0,-3 2-21 15,4 0 1-15,2 0-16 16,5-2 6-16,-1 1-11 0,2 0 10 0,1 0-10 15,2 2 1-15,2-2-6 0,-1 2 0 16,4-1 0-16,-2 1 0 0,2 2 0 0,1-2 0 0,-1 1 0 16,0 1 30-16,1-1-5 0,-3-2 16 0,0 0-36 0,0 0 21 0,-3 0-21 15,-1 1-5-15,-1-1 5 0,-2 0 5 0,-3 3 1 0,0-1-6 16,-2 1 5-16,1-2-5 0,-3 3 1 0,0-2-17 16,0-2-56-16,-3 2-50 0,0-2-78 0,-2 2-50 0,-2-3-93 0,-3 0 57 0,-2-2 140 15,1 1 71-15</inkml:trace>
  <inkml:trace contextRef="#ctx0" brushRef="#br3" timeOffset="126647.26">31831 7449 685 0,'0'0'15'0,"0"0"-15"0,0 0-5 16,5 5 5-16,-1-8 10 0,2-2-5 0,-2-1 1 0,3 0 4 0,6-1-5 0,-1-5-10 15,5 1 10-15,-9 14-5 0,6-5 5 0,-3 4-5 0,4-1 0 16,1 0 0-16,-1 0 0 0,0 1 0 0,-2-1 0 16,8-4 0-16,-3 3 10 0,2 2-5 0,1-2 11 0,-1 1-1 15,1-2-5-15,1 1-4 0,3 1 4 0,-1 0-5 16,2 0 0-16,-5 1-5 16,4-2-10-16,-5 1 5 0,3 0 0 0,-4 2-36 0,-2-2-31 15,1 0-35-15,-3-1-42 0,2 3-40 0,-6-2 69 0,2 0 60 0,-13-1 30 0</inkml:trace>
  <inkml:trace contextRef="#ctx0" brushRef="#br3" timeOffset="127153.09">31847 8626 362 0,'0'0'16'0,"8"6"-21"16,-1-3 15-16,2-1 0 0,-9-2 0 0,0 0-4 0,11-2-6 0,-11 2 0 0,13-4 0 15,-13 4 0-15,9-5 0 0,0-3 0 0,-9 8 0 16,0 0 0-16,15-8 10 0,-15 8-15 0,0 0 5 0,0 0 5 16,9-5 0-16,4 0-10 0,-13 5 0 0,10-4 10 0,-10 4-10 15,12-1 15-15,-2-4-10 0,3 2-5 0,-2 2 0 0,1 0 0 16,2 1 15-16,0 2-26 0,2 2-20 0,1-1-30 16,2 4-11-1,0-1-25-15,6 3 41 0,0-3 30 0,2 3 16 0</inkml:trace>
  <inkml:trace contextRef="#ctx0" brushRef="#br3" timeOffset="127513.92">31558 9282 511 0,'0'0'51'0,"0"0"-46"0,2 7 5 0,3 2 1 0,3-5 4 15,3-2 0-15,1 1 6 16,6-3-1-16,-2-3-9 0,7 2-6 0,-3 5-5 0,5-3 10 16,1 3-5-16,5-1 10 0,-2 0-20 0,3 2 15 15,4 2-10-15,-3-2 6 0,3 0-6 0,-2 1-11 0,3 1 16 16,-1-1-25-16,3 4-16 0,1-5-41 16,-3 2-46-16,8 1-45 0,1 5 25 0,2-3 71 0,3 4 36 15</inkml:trace>
  <inkml:trace contextRef="#ctx0" brushRef="#br3" timeOffset="130317.39">29954 11480 86 0,'0'0'5'0,"8"-8"0"0,-8 8 5 0,5-7 11 16,-5 7-1-16,0 0 1 0,10-5-1 0,-10 5-19 15,11-4-1-15,-1 5-5 0,3-1 15 0,2 3-15 0,3 3-6 16,1-1-40-16,3 6-13 0,1-1 32 0,-2-1 16 0</inkml:trace>
  <inkml:trace contextRef="#ctx0" brushRef="#br3" timeOffset="130796.32">28914 11521 449 0,'0'0'82'0,"0"0"-123"0,0 0-25 15,0 0 10-15,0 0 15 0,7 9 15 0,-1-2 6 0,4-4-52 16,5 5-35-16,1-4 56 0,3-4 25 0,2 1 13 15</inkml:trace>
  <inkml:trace contextRef="#ctx0" brushRef="#br3" timeOffset="131152.35">28697 12255 577 0,'9'7'16'0,"1"-2"-16"16,-1-4 0-16,3-3 0 0,3-1 0 0,1-2 0 16,3 1 0-16,1-1 0 0,3 1-10 0,3 3-47 0,6 1-35 15,4 2-46-15,3 1-10 0,6 0 74 0,5 1 37 16</inkml:trace>
  <inkml:trace contextRef="#ctx0" brushRef="#br3" timeOffset="139497.21">7209 17844 61 0,'-12'4'0'15,"12"-4"-11"-15,0 0 6 0,0 0 0 0,0 0-5 16,0 0 5-16,0 0 20 0,0 0 26 0,0 0 5 0,0 0 10 15,2-4-9-15,3 4-22 0,5-1-4 0,2 1-6 0,6-3 5 0,4-2 11 16,3 0-26-16,4-2 10 0,-4 9-5 0,-2-6 11 0,4 1-1 0,1 0-9 16,0-1 4-16,2 4-10 0,1 0 11 0,0 0-11 0,4-1 10 15,-1 6-10-15,1-2 1 0,1-1-17 0,4 3 26 16,-1 0-10-16,-1 3-4 0,5-2 4 0,0 2-15 0,2-1 10 16,0 3 5-16,3-1-10 0,-3 0 5 0,2-1-5 0,2 0 5 15,-2 2 10-15,3 0-15 0,-1-2 5 0,3 2 5 16,0-4 20-16,6 2 21 15,-2-2-10-15,3-1 15 0,2 5-10 0,1-6-5 0,4-1-11 16,-1-3-4-16,3 3-1 0,-1 1 11 0,3-3-5 16,1-1-1-16,-3-1-4 0,-1 1-1 0,-2-4-9 15,2 4 4-15,-3 0-10 0,-3-3 21 0,0 3-16 0,-5-3 11 16,3-1-6-16,-3 4 15 0,-1-3-15 0,-1 1-4 0,-1-3-1 16,2 0-5-16,-1-1 1 0,-2 1 4 0,1-3-15 15,-2 2 5-15,0-2-5 0,-1 1 5 0,-2 1 0 0,-5-2 10 0,1-2-5 0,-2 1-10 16,-1-1 10-16,-1 0-5 0,0-4 5 0,2 3-5 15,-5 0-10-15,0-1 15 0,-3-2 36 0,2 2 15 0,-3-1 11 16,-1-2-26-16,-4 5-1 0,-2-3-24 0,1 3 4 0,0-5-15 16,-2 3 1-16,1-1-6 0,0-2 0 0,0 2 10 15,2-3-5-15,0 1 0 0,0-4-5 0,0 4 0 0,0 0-10 16,2 0 5-16,-1 1 10 16,-2-5 0-16,-2 4 0 0,0 0-5 0,-3 0 0 0,1 0 0 15,-3 0 0-15,-1-2 0 0,-4 2 0 0,0 3 0 0,-2-2 10 0,0 1 5 0,0-1 16 0,-3-1-5 16,2 3-1-16,-5-4-14 0,3 1-6 0,-2 0-5 15,-2-1 10-15,-1-3-5 0,0 0 1 0,0 3-6 16,-3-5 0-16,2 0 0 0,-1 1 0 0,-1 0 0 0,-2 1 0 16,0-2 10-16,-1-2-5 0,0 2 0 15,-2-1-5-15,2 2 0 0,-2-1 0 0,0-1-10 0,0 2 5 16,-2-1 10-16,3-2 0 0,-3 6-10 0,0-3 10 16,-2-2-5-16,1 2 5 0,-1 1-5 0,0-2 0 0,0 1-10 15,-2 2 5-15,0-1 0 0,-1-1 5 0,0 2-21 0,-2 0 11 16,-2-3 0-16,-2 5 20 0,-1-4-26 0,-3 2 11 15,-3-1-5-15,-2-1 0 0,0 0 5 16,-3-1 0-16,-1-1 5 0,-2 2 0 0,-2-1-11 0,-2-4-4 16,-1 0 15-16,-1 2-10 0,-3 1 10 0,-2 2-16 0,0-1 11 0,-5 1-10 15,-1 2 10-15,1 2-11 0,-7 0 21 0,0 0-5 0,0 4-5 16,-4-3 0-16,-1 2 0 0,2-2 5 0,-4 2 0 0,1 2 0 16,-2 0-10-16,-1 1 15 0,1 0-25 0,-3 2 15 15,1 0-16-15,-2 1 16 0,1 1 0 0,-2-1 5 0,2 1-10 16,0 1 15-16,-2 1-15 0,0-1 10 15,-2 5-5-15,-1-3 5 0,0 5 0 0,-1-2 0 0,-2 0 0 16,2 0 0-16,-1 1-11 0,2 1 6 0,-3 0-10 16,4-1 10-16,1-1-11 0,1 0 11 0,2 2-10 15,-3 1 10-15,5-1-11 0,0-4 1 0,2 4-6 0,0 1 1 16,-4 2-11-16,3 0 16 0,-2-2-6 0,1 2 16 0,-1-1-21 16,3 1-4-16,1 1-1 0,-4-1 6 0,4 3-6 15,0-1-15-15,-1 2 10 0,0 1 5 0,-1 1 11 0,-1 4 10 0,1-3-6 0,2 2 11 16,1-2 10-16,-1 6-10 0,5-2 5 0,3 4-5 0,2-1 5 15,1-1 0-15,5 5 0 0,0 3 0 0,4-1-10 16,-1 0 15-16,6 3-5 0,0 2 5 0,2-1 15 0,5 1-20 16,3-2 6-16,0 1-1 0,0 2 0 0,6-2 0 15,3 2 5-15,1 0-5 0,1 2 1 0,2-1-6 0,0 1 20 16,5 5-10-16,-1-2 11 0,3 2 4 0,2-1 1 0,0 0 10 0,2 2-21 0,3-1 6 16,1-1-6-16,3-6 5 0,0-1 0 15,2 2-9 1,3-5-6-16,0 1 5 0,3-4 5 0,2-3-4 0,1 2 4 15,-1 0-10-15,3-4 1 0,-1-2-6 0,2 1 10 0,1-2 5 0,-2-1-5 0,0-1-4 0,-2-1-6 16,0-3 0-16,0 0 10 0,-1-3-26 0,-2 1 31 0,-3-3-15 16,0-1 11-16,-2 1-11 15,-9-5-21-15,11 2-40 0,-11-2-16 0,0 0-20 0,0 0-21 16,0 0-56-16,0 0-51 0,0 0 8 0,0 0 108 0,7-2 55 16</inkml:trace>
  <inkml:trace contextRef="#ctx0" brushRef="#br3" timeOffset="140004.51">5954 15988 629 0,'0'0'36'0,"0"0"-52"0,0 0 6 0,0 0-5 15,0 0 20-15,0 0-26 0,0 0 26 0,0 0 0 0,0 0 26 16,0 0-6-16,-5 5 11 0,5-5 10 0,-2 5 1 0,-1 0-12 16,5 5-9-16,-1 5-6 0,5-1 1 0,2 6-1 15,0 6-9-15,-1-11 4 0,-2 3-20 0,2 4 5 0,-2-1-5 16,3-1 15-16,-2 3-15 0,1 1 15 0,0-3-10 15,0 1 6-15,0-2-6 0,0 0-11 0,1-1 6 0,0-1 10 16,1 0-10-16,-4-5 5 0,0 1 5 0,-5-14 0 0,6 14-10 16,0-2 20-16,2-2-20 0,-8-10 21 0,5 12-37 15,-5-12-25-15,0 0-15 0,1 11 4 0,-5-2 1 0,4-9-10 16,0 0-22-16,0 0-29 0,0 0-6 0,0 0-15 0,-4 6 36 16,-3-2 51-16,-2-4 25 0</inkml:trace>
  <inkml:trace contextRef="#ctx0" brushRef="#br3" timeOffset="140287.76">5872 16231 102 0,'-9'-19'51'0,"2"8"0"0,1 1 15 0,6 10-9 16,0 0 4-16,-5-10-36 0,5 10-19 0,0 0-11 0,0 0-11 15,0 0 31-15,0 0 21 0,0 0 21 0,0 0-16 0,0 0 0 16,0 0-5-16,1 2 25 0,1 1-10 0,2 5 10 0,2 0-25 16,4 11 16-16,-1-3-22 0,2 3 1 0,0 4 10 15,-3-12-21-15,-2 4 6 0,0 0-31 0,-1 4 15 0,2-2-10 16,-1-2 5-16,1 2-5 0,1 0 10 0,-1 0-5 15,0-2-10-15,1 0 10 0,0-5 16 0,2-2 4 0,1 1 11 16,0 0 0-16,1-3 5 0,-1-2 0 0,1-7 10 16,-1 6 6-16,1-1 4 0,-1-2-10 0,-1 0 5 0,1-1 11 15,-1-3-10-15,1 2-7 0,2-1-19 0,-3-4-6 0,0-1-14 16,1-2-6-16,-2-1-5 0,1-1 10 0,-3-3-15 16,2 0 5-16,-2-4-36 0,5 3-30 0,-4-5-36 0,0-1-37 15,1 2-24-15,-2-4-27 0,1 0-81 0,0-1-82 0,-1 0 120 16,-2-2 117-16,0 2 58 0</inkml:trace>
  <inkml:trace contextRef="#ctx0" brushRef="#br3" timeOffset="142908.61">4968 15261 700 0,'0'0'174'0,"0"0"-61"16,0 0 20-16,0 0 5 0,0-4 10 0,-2-1-45 0,-2-2-31 16,0-4-37-16,-3-4-9 0,1-5-6 0,-3 1-19 0,-2-5 9 0,7 9-20 0,-1 1 10 15,1-2-5-15,-1 1 5 0,0 1 10 0,5 14 5 16,-5-12-5-16,5 12-15 0,-7-10 0 0,7 10 0 0,-8-7 15 16,-3 7-15-16,0 2 15 0,-2 6-10 0,-2 5-5 0,2 3 0 15,-4 8 0-15,2 1 5 0,2 5 0 0,-1 1 10 16,0 1-5-16,3 0-10 0,2-1 10 0,1 1-5 0,0-3 16 15,6-1-11-15,-1-3-10 16,3-5 0-16,3-3 0 0,-1-2 5 0,7 3 0 16,-2-8 0-16,3-2 0 0,0-2 0 0,3-2 0 0,0-3 0 15,1 1 0-15,1-5 0 0,0-4 0 0,1 4 0 0,3-5-11 16,-1-1-4-16,-2-4-6 0,3 0 1 0,-3-2-11 16,0-2-5-16,1 2-5 0,0-3 10 0,-2 1-15 0,1-4-5 0,-5 3 0 15,0 1 15-15,-1-4 11 0,0-4 25 0,0 4 0 0,0-1 5 16,-1 0-15-16,-1 2 5 0,1-3 10 0,0 5 0 0,-1 8 10 15,-8 10 0-15,6-13 16 0,-6 13-6 0,0 0 11 16,0 0-21-16,0 0 6 0,0 0-16 0,5-1 11 0,-1 5-21 16,-1 6 15-16,-1 3-10 0,-2 6 5 0,0 3-5 0,0 2-10 15,0 7 5-15,0-6 0 0,-2 2-6 0,-1-2-25 16,3 2-46-16,0-2-15 0,-2 2-10 0,2-2 15 0,0-1 15 16,0-2-10-16,2 3 5 0,-2-4-15 0,0-1-10 0,0-3-42 0,0-2-30 0,0 1 54 31,-2-4 62-31,2-12 32 0</inkml:trace>
  <inkml:trace contextRef="#ctx0" brushRef="#br3" timeOffset="143128.04">5123 15038 685 0,'-7'-9'117'0,"0"9"-24"16,0 0 40-16,7 0-10 0,0 0-21 0,0 0-61 15,-8 5-25-15,8-5-16 0,0 0 0 0,0 0 0 0,-5 10 0 16,5-10 0-16,-1 7 10 0,0 2-15 0,8-3 5 16,5 1-5-16,0-5 15 0,3 4-15 0,3-5-6 15,-3-1-40-15,1 0-16 0,-1-2-35 0,1 0-21 0,-2-3-15 0,-1 3-26 0,1-1-30 0,-1 0-42 16,-2 1 121-16,-11 2 58 0,10-3 28 0</inkml:trace>
  <inkml:trace contextRef="#ctx0" brushRef="#br3" timeOffset="143528.07">5022 15260 424 0,'0'0'51'0,"0"0"0"0,-2 11 26 15,2-11 0-15,0 11 4 0,0-11-24 0,2 9-6 0,7-4-10 0,3-1-21 0,3-3-9 16,5 0-11-16,4-6 10 0,0 0-15 0,2 0 5 0,1-2-5 15,1-6 5-15,-2 3 10 0,4-1-5 0,-1-1 11 16,-2-1-21-16,2 1-6 0,0-3-20 0,-1 1 6 0,0 0-11 16,-6 2 21-16,2-1 5 0,-4 3 10 0,-4-1 0 15,-1 0 0-15,-5 3 10 0,-10 8 46 0,11-6 36 0,-11 6 36 16,0 0 10-16,0 0-25 0,0 0-26 0,0 0-11 0,0 0-29 16,0 0-1-16,0 0-21 0,4 2 1 0,2 6-6 0,-6-1-9 0,0 11-6 0,0-2-5 15,-4 9 0-15,1-1-10 0,-5 5 15 0,5-6-5 16,-1 2 5-1,0 0-5-15,-1-3 0 0,4 2-21 0,0-3-10 16,1-2 11-16,0-1 0 0,0 0 4 0,-3-4-4 0,3 0-1 16,0-3 11-16,0-11-5 0,0 0-1 0,0 0-15 0,0 0 16 0,0 0-16 15,0 0 0-15,0 0-20 0,0 0-5 0,0 0-5 0,0 0 10 16,0 0 4-16,0 0-14 0,0 0 0 0,0 0-6 0,0 0-4 16,-1-1 4-16,-4-4-20 0,0-4-5 0,0-3-31 0,-3-7-10 15,2-2-21-15,-1-5 34 0,0-5 60 0,0 11 30 16</inkml:trace>
  <inkml:trace contextRef="#ctx0" brushRef="#br3" timeOffset="143766.75">5474 15115 557 0,'0'-15'138'0,"5"1"-15"16,-5 14-31-16,0 0 31 0,9-11-6 0,-9 11 11 16,0 0-25-16,7-7-11 0,2-1-20 15,-2 4-16-15,5 2 0 0,-5 2-20 0,8-1-5 0,-1-1-21 16,-2 2-5-16,2 2 5 0,1-2-5 0,1 1 11 0,0 0-1 0,2 2-5 0,1-1-4 0,2 1-6 16,-1 0 0-16,2 4 10 0,2 1 5 0,-2 1-5 0,1-2-4 15,-2 3 4-15,-2 0 5 0,-2 4 5 0,2-4 11 16,-5 3-5-16,-1 1 30 0,-5-3-9 0,-1 0-47 0,-2 2 0 15,-1 0 0 1,-5 0 0-16,-2 2 0 0,1-4 0 0,-6 0 0 0,3 3 0 16,-6-2 0-16,-3-2 0 0,3-1 0 0,-4-1 0 0,2 0 0 15,-5 0 0-15,1 1 0 0,-2 0 0 0,-1 1 0 16,1-3 0-16,-3 3 0 0,2-1-149 0,0-3-133 0,-3 0-60 16,5-1-58-16,-1-2-76 0,0-3 277 0,-1 0 99 15,5-2 50-15</inkml:trace>
  <inkml:trace contextRef="#ctx0" brushRef="#br3" timeOffset="144296.3">6673 14966 721 0,'0'0'97'0,"0"0"-41"0,0 0 31 0,0 0 51 0,0 0 16 0,0 0-1 15,0 0-30-15,0 0-10 0,0 0-31 0,4 0-31 0,1 9-21 16,0-3-19 0,0 6-6-16,0 4-5 0,0 4 10 0,1 6-5 0,0 4-10 15,-6-8 0-15,2-2 0 0,-2 1 15 0,-4 2-5 16,1-2 1-16,2-2-6 0,-1-2-11 0,-2-3 37 0,3 1 15 15,1-15 30-15,-5 10 7 0,5-10-78 0,0 0 0 16,-5 15 0-16,5-15 0 0,0 0 0 0,0 0 0 0,0 0 0 0,0 0 0 16,0 0 0-16,0 0 0 0,0 0 0 0,0 0 0 0,-5-2 0 15,0-2 0-15,1-2 0 0,0-3 0 0,3-2 0 0,0-5 0 16,3-4 0-16,3-2 0 0,3 8 0 0,-1-6 0 16,3 2 0-16,3 0 0 0,-6 1 0 0,4-3 0 0,-2 0 0 15,1 4-144-15,-1 1-51 0,-2 3-50 0,3-3-31 0,-3 4-47 16,3-3-25-16,-2 3 90 0,4 1 129 0,-2 0 64 15</inkml:trace>
  <inkml:trace contextRef="#ctx0" brushRef="#br3" timeOffset="144664.63">7004 14883 690 0,'7'4'241'0,"-7"-4"-83"16,5 6-20-16,-1-1 0 15,-1 3-5-15,-5 4-35 0,-4 0-31 0,1 4-22 16,-4 1-24-16,3 0-11 0,-1-1-10 0,-1 2 0 0,1 2 0 15,-1 5 10-15,6-2-15 0,-4 0 5 0,1-3-5 0,2 1 5 16,1-1 0-16,-1-2 0 0,6-3 0 0,-3 2 0 16,2-5 0-16,-2-12 0 0,4 10 0 0,-4-10 0 0,0 0 0 15,6 11 10-15,-6-11 5 0,0 0 6 0,8 3-11 0,0 1-4 16,2-5 4-16,0-2-5 0,4-7 0 0,-2 4-5 16,1-2 0-16,-1-6 0 0,0 4 0 0,0-5 0 0,-2 2 0 0,0-4 10 0,1 4-15 15,1-3 15-15,-2-3-10 0,0 0-5 0,0 0 0 16,-2-1 10-16,2 0-10 0,-1 1 5 0,0 1-5 0,-1 0 5 15,-1 3 10-15,-1 2 16 0,-6 13 10 0,6-10 5 0,-6 10-21 16,0 0-9-16,0 0-1 0,0 0-15 0,0 0 5 16,0 0-5-16,0 0 15 0,1 1-5 0,-2 4 0 0,-3 5-15 0,-1 5 5 0,0 3 0 15,-1 2 5-15,-1 5-21 0,-2 2-20 0,3-7-36 16,1-1 6-16,1-1-22 0,1 0 11 0,2-1-15 0,-1-2-10 16,-1 0-21-1,3-3-21-15,0-12-9 0,0 13-26 0,3-2-21 0,-3-11-25 16,0 0 69-16,0 0 80 0,0 0 41 0</inkml:trace>
  <inkml:trace contextRef="#ctx0" brushRef="#br3" timeOffset="145062.91">7328 14951 885 0,'0'0'184'0,"0"0"-72"16,0 0-14-16,0 0-12 0,0 0 12 0,0 0 9 0,0 0-20 15,0 0-20-15,4 0-42 0,-3 5-14 0,2 5-11 0,-6 5 0 16,2 2 0-16,-3 4-21 0,1 4-30 0,-4 1-10 0,4-6-6 0,-2 0 6 15,-2-3 19-15,3-3 1 0,-1 1 26 0,-2-2-5 0,5 1 25 16,2-14-15 0,-5 14 10-16,1-3-5 0,4-11 5 0,0 0 10 0,0 0 5 15,0 0-5-15,0 0 6 0,0 0-1 0,0 0-5 0,0 0 6 0,0 0-1 0,0 0 16 0,0 0-6 0,0 0-9 16,0 0-11-16,-1-4-5 0,2 2 10 0,3-8-5 16,0-2 1-16,2-2-6 15,3-6 10-15,0-1-5 0,4-3 10 0,-2 8 0 16,2-3 16-16,-1 3 5 0,3 0 15 0,-1 1 15 0,2-1-9 15,2 1 4-15,-1-1-14 0,-3 5 9 0,-1-1-35 0,-1 3-21 16,-1 3 0-16,-11 6 0 0,0 0 0 0,11-7 0 16,-11 7 0-16,0 0 0 0,0 0 0 0,10 0 0 0,-1 4 0 15,-4 1 0-15,0 4 0 0,-1 2 0 0,-2 3 0 16,1-2 0-16,-3 7 0 0,-3-6 0 0,-2 2 0 0,4 0 0 16,-3-1 0-16,2-1 0 0,-2 1 0 0,0 1 0 15,0-4 0-15,1 6 0 0,-1-7 0 0,-2 3 0 0,2-3-52 0,0 3-55 0,0 1-21 16,4-14-31-16,-5 11-36 0,-1-1-40 0,-1-5-21 0,3 7-30 15,4-12-32-15,0 0 162 0,0 0 78 0,0 0 39 0</inkml:trace>
  <inkml:trace contextRef="#ctx0" brushRef="#br3" timeOffset="145416.82">7743 14968 644 0,'9'-10'348'0,"-9"10"-56"15,0 0 9-15,0 0 17 0,0 0-174 0,0 0-144 0,0 0 0 16,0 0 0-1,0 0 0-15,0 0 0 0,0 0 0 0,0 0 0 16,0 0 0-16,0 0 0 0,0-2 0 0,-5 2 0 0,-3 7 0 16,-1 1 0-16,-3-1 0 0,-2 4 0 0,-1-1 0 0,-1 3 0 0,8-6 0 15,8-7 0-15,-8 10 0 0,8-10 0 0,-8 5 0 16,8-5 0-16,0 0 0 0,0 0 0 0,0 0 0 0,-5 13 0 16,5-5 0-16,0-8 0 0,-1 9 0 0,6 0 0 0,1 0 0 15,0-1 0-15,4-6 0 0,3 3 0 0,-2-5 0 16,0 4 0-16,3-4 0 0,-4 1 0 0,-10-1 0 0,11 0 0 0,2 0 0 0,-2 3 0 15,-1-1 0-15,-10-2 0 0,11 3 0 0,-11-3 0 0,0 0 0 16,10 3 0-16,-10-3 0 0,0 0 0 0,0 0 0 0,8 7 0 16,-8-7 0-1,0 0 0-15,0 0 0 0,5 7 0 0,-5-7 0 16,0 0 0-16,1 9 0 0,-2 0 0 0,-2-1 0 0,-2 0 0 0,-4 2 0 0,-1-2 0 0,1-2 0 0,-4 1 0 16,3-2 0-16,-1 0 0 15,-2 0 0-15,0-1 0 0,-2-4 0 0,1 5 0 16,-1-2 0-16,1 1-180 0,0-3-198 0,1-1-83 0,0-1-53 15,0-1 257-15,0 5 128 0</inkml:trace>
  <inkml:trace contextRef="#ctx0" brushRef="#br3" timeOffset="155702.76">12383 17467 229 0,'0'0'118'0,"0"0"10"15,0 0-5-15,0 0 25 0,0 0-15 0,0 0-10 0,0 0 5 16,0 0-25-16,0 0 14 0,0 0-14 0,0 0 4 0,0 0-15 16,0 0-5-16,0 0 5 0,0 0-15 0,0 0-5 0,0 0-21 15,0 0-35-15,0 0-16 0,0 0 0 0,0 0 0 0,0 0 0 16,0 0 0-16,0 0 0 0,0 0 0 0,0 0 0 0,0 0 0 15,-6 7 0-15,1 3 0 0,-1 3 0 0,1 3 0 16,1 2 0-16,-1 3 0 0,2 4 0 0,0 2 0 0,-5-1 0 16,2 2 0-16,1 1 0 0,0 1 0 0,0 0 0 0,0-3 0 15,2-1 0-15,1-1 0 0,1-2 0 0,-2-2 0 16,4-1-1-16,-1-4-24 0,0-1-6 0,2-2 5 0,-1 0 1 16,1-3-6-16,0 4-15 0,-2-14-10 0,2 8 4 15,-2-8 6-15,0 0-5 0,0 0-5 0,0 0-5 0,0 10-1 16,0-10 1-16,0 0-11 0,0 0 16 0,0 0-6 0,0 0 6 15,0 0-5-15,0 0-42 0,0 0-20 0,0 0-30 0,0 0-6 16,0 0-4-16,0 0-22 0,0 0 73 0,0-2 56 0,-2-3 28 16</inkml:trace>
  <inkml:trace contextRef="#ctx0" brushRef="#br3" timeOffset="155891.82">12332 17503 255 0,'0'0'128'15,"0"0"-21"-15,4-9 21 0,-4 9-15 0,0 0 0 0,0 0-11 16,0 0 0-16,0 0-20 16,0 0-20-16,0-10-27 0,0 10-19 0,0 0-11 0,-2-10-5 15,2 10 0-15,0 0 0 0,0 0 0 0,-5-9-31 0,-1 4-15 16,-1 0-15-16,-5 5-21 0,0 0-20 0,-3 4-27 16,0 1-9-16,1 0-5 0,-1 1 10 0,2 1 5 0,-1 0 15 0,0 0 42 0,0-1 35 0,3 0 18 15</inkml:trace>
  <inkml:trace contextRef="#ctx0" brushRef="#br3" timeOffset="156120.92">12301 17455 229 0,'15'-5'134'16,"0"0"-27"-16,0 5 1 0,-2-2 4 0,0 2 16 0,-13 0-10 16,12 0-16-16,-2 1-5 0,3 0-10 15,-13-1-10-15,0 0-10 0,11 5 14 0,-1 0-19 0,-1-1 4 16,-9-4-30-16,8 6-5 0,-8-6-21 0,10 7 6 15,0-2-11-15,-1 2-10 0,-1 0 0 0,-8-7 0 0,8 6 15 0,1 0-15 16,1 3 15-16,0-4-10 0,-10-5 5 0,9 5-5 0,0 5-31 16,-9-10-25-16,9 5-31 0,-9-5-21 0,0 0-9 0,0 0-6 15,0 0-10-15,10 5-16 0,-10-5-40 0,0 0-21 16,0 0-36-16,0 0 131 0,5 10 58 0,-5-10 28 0</inkml:trace>
  <inkml:trace contextRef="#ctx0" brushRef="#br3" timeOffset="158934.64">7333 9443 178 0,'-20'6'26'0,"2"-2"15"0,3-3 10 0,1 3-5 16,-1-4-16-16,15 0-29 0,0 0-1 0,0 0-16 0,0 0 21 16,0 0-15-16,0 0 10 0,0 0-5 0,0 0 5 0,0 0 0 0,0 0 0 0,0 0 10 15,6 0-15-15,3-1 5 16,5 1-5-16,7-1 5 0,1-3 10 0,6 1-15 15,7 2 5-15,-10 2-5 0,5-4 15 0,0 5-15 0,1-3 15 0,-1 3-20 0,5-2 10 0,1 3-5 0,0-3 5 0,3-1 0 16,2 2 0-16,0-1 0 0,-1 1 0 0,4-3 0 16,2-1-10-16,0 2 15 0,3-4 5 0,2-1 21 0,-1 2-26 15,1-1 0-15,7-2 0 0,-2 2-10 0,1 0 15 32,3-3-10-32,-3 6 6 0,6-4-6 0,-2-1 0 0,1 2 0 15,3-1 0-15,-1-1 0 0,1 2 0 0,0-1 10 0,1-3 5 16,-1 4-5-16,1 1 6 0,1-1-11 0,1 4 0 15,0-3-5-15,0 1 0 0,0-5 10 0,1 4-5 0,1 1 11 16,-1-1-1-16,2 0-15 0,-1-2 0 0,3 2-5 16,1 3 5-16,0-1 10 0,3 2-5 0,0-4 1 0,3 1-6 15,1-2-11-15,-1 3 16 0,4-1-15 0,-3 0 20 0,1 0-10 16,-2-4-5-16,0 3 10 0,-1 0-5 0,1 4 6 16,-4-2-6-16,1 2 0 0,-2-1 0 0,-1 1-11 0,-2 5 6 15,0-3 10-15,-2 2 0 0,-1-2-10 0,-3 2 10 0,-2-1-5 16,-1 0 6-16,0 5-17 0,-1-3-15 0,-3 1-40 15,1-2-62-15,-3 2-25 0,0 0 79 0,1 1 37 0,-2 1 18 16</inkml:trace>
  <inkml:trace contextRef="#ctx0" brushRef="#br3" timeOffset="164854.11">14037 16674 0 0,'0'0'122'15,"-8"-9"-56"-15,-1 3 11 0,3-2 5 0,-3 1-31 0,9 7-25 16,-6-9-11-16,-3 3-10 0,9 6 1 0,-5-9 4 16,5 9 15-16,-5-8 11 0,5 8-16 0,0 0-9 0,0 0-21 15,-2-10 5-15,1 1 0 0,1 9 5 0,0 0 0 0,0 0 0 16,-4-10-11-16,4 10 16 0,0 0-5 0,0 0-5 0,0 0 0 16,0 0 10-16,0 0-10 15,0 0 5-15,0 0-5 0,0 0 15 0,0 0 5 0,0 0-4 16,0 0-6-16,0 0-5 0,0 0 0 0,0 0 10 0,0 0-25 15,0 0 20-15,0 0-10 0,-4 0 20 0,1 4 11 16,0 2 10-16,-2 5-16 0,0 2 1 0,-1 5-16 0,-2 2 10 16,2 5-20-16,1-10 15 0,-1 2 0 0,0-1 0 0,-4 4 6 0,2-1-11 15,-1-3 0-15,2 2-5 0,1 1 0 0,1 0 0 16,0-2 0-16,0-2 0 0,2 2-10 0,2-1 15 0,-2 2-5 16,3-3 5-16,-1 1-5 0,1-1 0 0,-1 2 0 0,0 0 10 15,1 2 16-15,0 1-21 0,1-2 0 0,-2 7-10 0,1-6 5 16,-2 1 0-16,4 0 0 0,-2-1 0 0,1 0 0 15,0-3 0-15,-1 1 10 0,1 0-15 0,2 0 5 0,-2-1 5 16,-1-1-10-16,3 0 5 0,-1 2-5 0,-2-1 5 16,3-1 0-16,-3-1 0 0,1-1 0 15,0 0 0-15,0 4 0 0,2-4 0 0,-1 0 0 16,1 1 0-16,-2 1-10 0,3 0 15 0,-4-2-5 0,2-1 5 16,-2 1-5-16,2 1 0 0,-2-2 0 0,2 2 0 15,-2-2 0-15,0-1 10 0,1 1-5 0,2 0 11 0,-3-12-11 16,1 11 0-16,2-1-5 0,-2 0 0 0,-1-10 10 0,0 0-15 15,2 10 15-15,2 0-10 0,-4-10 16 0,0 0-11 16,4 10 10-16,2-2 0 0,-1 1 6 0,4-3-1 0,-9-6 1 0,6 7-11 0,3 0 6 16,0-6-1-16,-9-1 5 0,11 5 1 0,0-5-11 0,0 5-5 15,0-5 5-15,1 4-5 0,-1-3 1 0,0 2-6 16,-1-1 0-16,1 1 10 0,-2-1-15 0,4 0 15 0,-3 3-10 16,0-3 5-16,1 3-5 0,1-5 10 0,0 5-5 15,0 1 1-15,0-2-6 0,1-1 10 16,2-3 5-16,0 1 5 0,0 4 1 0,4 0-11 0,-2 0 16 15,1-2-6-15,2 2 6 0,-2-3 5 0,3 3-16 0,-1 0 6 0,4-1-6 0,-3-3-5 0,2-1 6 16,1 4-1-16,-2 0-5 0,4 1-5 0,-1-4-5 16,3 4 0-16,-1-4 0 0,1 3 0 0,0 1 0 0,0-2 0 15,3-1 0-15,-2 1 0 0,1-1 10 0,1 3-15 16,-3 0 5-16,5-2 5 0,-3 1-10 0,0-2 5 0,1 3-5 16,0 0 5-16,2 3 0 15,-3-6 10-15,3 3-5 0,-1-1 11 0,0 0-11 0,3-2 10 16,-1 2 0-16,1 1 6 0,-1-3-11 0,3 6 6 15,-2-6-11-15,0 3 0 0,0 0 5 0,1 0 5 0,0 3-4 16,0-3-6-16,0 0 15 0,0-5-10 0,3 4 1 16,-1 5-11-16,2-5 10 0,1 1-15 0,-3-9 15 15,1 9-20-15,2-2 10 0,-1-1 5 0,0 2 10 0,1-4-4 0,-2 3-6 0,0-1-5 16,1 3 10-16,-2 0 16 0,0 0-11 0,2 0-4 0,-3-4-11 16,2 3 10-16,-2 0-5 0,4 1 0 0,-1-1-5 0,0-1 0 15,2 0 0-15,0 1 10 0,0 2-5 0,2-3-10 16,1-1 0-16,-1 3 0 0,-1 0 5 0,4 0 10 0,-1 0-5 15,-1 0 0-15,1 0-15 0,1 2 5 0,-2-4 10 16,1 1 0-16,2 1-10 0,-3-2 10 0,0 2-5 0,2-2 5 16,-2 5-5-16,0-5 0 15,1 2 10-15,2 0-5 0,-4 0 1 0,4 6-6 0,-1-7 0 16,1 1 0-16,-1-5 10 0,3 2-5 0,-1 6 0 16,1-7-5-16,1 3 0 0,-1-8 0 0,0 8 0 0,0-3-10 15,0 3 15-15,-1-3-15 0,3 0 20 0,-4 5-20 16,3-6 20-16,1 1-10 0,-2 1 5 0,1 1-5 0,-1-1 0 15,0-2 0-15,-2 0 10 0,3 0 16 0,-2 2-1 0,2-1 1 16,-1 1-6-16,-1-2-9 0,0 2-16 0,2-1 0 0,-3-1 10 0,2 0 0 16,1 0 0-16,-2 0-5 0,1-1-10 0,4-1 15 15,-2 2-5-15,-1 0 5 0,4 0-5 0,-2 0 0 0,-1 0-10 16,3 0 15-16,-4 0-5 0,0-2 5 0,3 1-5 0,-5 6 0 16,-1-7 0-16,4 2 10 0,-5-3 5 0,0 1 6 15,3 5-1-15,-4-3-9 0,2-3-6 0,1-2 5 0,-3 3-5 16,1-1 1-16,1 3-6 15,0-4 0-15,-3-3 0 0,1 3 0 0,2-1 10 0,-1 0-5 16,-3 1 0-16,3 2-15 0,-2-2 15 0,1-1-5 0,1 4 5 0,-2-4-5 0,-1 2 0 0,5-2 10 16,-3-1 1-16,0-2-11 0,1 1 0 0,-1 2 0 0,-2-3 0 15,2 1 0-15,0-1 0 0,0-1 0 0,-4 3 0 16,5-3 0-16,-2-1 0 0,1 4 0 0,-1-3 0 0,1-1 0 16,3 1 0-16,-2-1 0 15,3 0 0-15,-4 0 0 0,0-3 0 0,2 7 0 0,-2-4 0 16,4-1 0-16,-4-1 0 0,0 2 0 0,0-1 0 15,5-2 0-15,-4 2 0 0,1-4 0 0,4 2 0 0,-4 0 0 16,0 1 0-16,-2-2 0 0,4 3 0 0,-4-3 0 0,0 2 0 16,0-1 0-16,-5 4 0 0,4-1 0 0,-2 0 0 15,2 0 0-15,-3 0 0 0,3-1 0 0,-2 2 0 16,-2-3 0-16,1-1 0 0,1 1 0 0,-2 1 0 16,-4-1 0-16,-1 0 0 0,4 2 0 0,-5 0 0 0,-1-1 0 0,1 1 0 0,0-2 0 15,0 2 0-15,-2-1 0 0,1 1 0 0,-3-3 0 0,2 3 0 16,-3 1 0-16,-4-3 0 0,3-1 0 0,-7 3 0 15,3 1 0-15,-1-2 0 0,-2 0 0 0,-2-3 0 0,1 2 0 16,1 1 0-16,-4 1 0 0,6-2 0 0,-5-2 0 16,0 1 0-16,-4 0 0 0,2 1 0 15,-3-1 0-15,1 0 0 0,-4 1 0 0,-1 1 0 16,-1-3 0-16,1-1 0 0,-4 4 0 0,-1-3 0 0,0 1 0 16,0 2 0-16,-4-7 0 0,3 3 0 0,-4-3 0 0,0 3 0 15,0 0 0-15,-4-2 0 0,3-1 0 0,-4 0 0 16,-1 3 0-16,-2-1 0 0,2 2 0 0,-4 0 0 15,-1 3 0-15,1-2 0 0,-2-2 0 0,-2 4 0 0,0-3 0 0,-1 4 0 16,-1-4 0-16,-1 2 0 0,-1 0 0 0,0-2 0 0,-2 2 0 0,0-1 0 16,0 2 0-16,-1-3 0 0,-3 4 0 0,2 0 0 15,-3-1 0-15,4 1 0 0,-3 0 0 0,-1 1 0 0,1 0 0 16,-3-2 0-16,3-2 0 0,-3 5 0 0,0-4 0 0,0 3 0 16,1-1 0-16,-5 0 0 0,2-3 0 0,3 3 0 15,-1 0 0-15,-4 1 0 0,1 1 0 0,0-2 0 0,-1 1 0 16,0 1 0-16,1-2 0 0,-6 1 0 0,1 3 0 0,-1-3 0 0,-1 3 0 15,0-3 0-15,1 3 0 0,-3-2 0 0,-1 3 0 16,3-2 0 0,-1 0 0-16,-2 2 0 0,0 0 0 0,-2 0 0 0,1 0 0 15,-3 3 0-15,1-1 0 0,-9-2 0 0,6 0 0 16,-3 0 0-16,1 4 0 0,-2-3 0 0,0 2 0 0,-1-1 0 16,2-2 0-16,3 5 0 0,-5 0 0 0,0-3 0 0,1 1 0 15,-8-1 0-15,2-2 0 0,-3 0 0 0,2 0 0 0,-2 4 0 16,-2-3 0-16,3-1 0 0,-1 0 0 0,3 5 0 0,0 0 0 15,-2 0 0-15,-3 2 0 0,-3-2 0 0,-1 2 0 0,2-1 0 16,-5 3 0-16,2-3 0 0,-1 1 0 0,2 0 0 16,1-1 0-16,-4-1 0 0,2 0 0 0,-1 5 0 0,-1-5 0 15,-1 0 0-15,3 0 0 0,-3 0 0 0,3-1 0 16,1 2 0-16,-1-1 0 0,-1 0 0 0,-1 3 0 16,-2 1 0-16,1-3 0 0,0 4 0 0,-2-3 0 15,2 1 0-15,1 2 0 0,0-5 0 0,-4 3 0 0,2-3 0 0,1-3 0 0,-2 3 0 0,2 5 0 16,0-7 0-16,-1-2 0 0,1 4 0 0,5 0 0 15,-4 4 0-15,0 1 0 0,1-3 0 0,0-2 0 0,0 5 0 16,1-5 0-16,4 5 0 0,-3-1 0 0,5-5 0 0,3 2 0 16,-3-1 0-16,1-4 0 15,-3 4 0-15,1 4 0 0,1-5 0 0,1-2 0 16,2 3 0-16,-3-2 0 0,5 2 0 0,1 2 0 0,3-4 0 16,1-1 0-16,-1 6 0 0,-3-1 0 0,0-3 0 15,3 5 0-15,0-7 0 0,1 2 0 0,-1 2 0 0,1 2 0 16,3-11 0-16,2 8 0 0,1-5 0 0,0 4 0 0,2-3 0 15,0 4 0-15,-1 0 0 0,-2-1 0 0,3 2 0 16,-1-1 0-16,2-1 0 0,0 0 0 0,2 1 0 16,-2-3 0-16,4 2 0 0,2-3 0 0,0 3 0 0,-3-4 0 0,3 3 0 15,0-1 0-15,0-1 0 0,2 0 0 0,-5-3 0 0,5 4 0 16,-2-1 0-16,0-1 0 0,-1 2 0 0,1-2 0 0,0 2 0 16,0-1 0-16,1 2 0 0,-1-3 0 0,3 1 0 15,-2 5 0-15,4-6 0 0,-2 5 0 0,0-4 0 0,1 4 0 16,1-2 0-16,-1 2 0 0,0-3 0 0,1 1 0 0,-4 3 0 0,5-2 0 0,-3-2 0 15,0 6 0-15,0-1 0 0,2-2 0 0,-1 0 0 16,-1 4 0-16,5-4 0 0,-5 4 0 0,2-3 0 0,0 2 0 31,-1-3 0-31,0 1 0 0,0 0 0 0,1-1 0 0,-3 4 0 16,2-3 0-16,0 3 0 0,1-3 0 0,0 3 0 16,0 1 0-16,0 0 0 0,-1 0 0 0,2-4 0 0,-2 3 0 15,1-1 0-15,-1 0 0 0,-1 2 0 0,3-2 0 0,1 1 0 0,-1-1 0 16,1 4 0-16,1 4 0 0,2-1 0 0,-1 0 0 0,3 0 0 15,0 0 0-15,-3 0 0 0,3 1 0 0,1 0 0 16,-1-5 0-16,2 3 0 0,1 0 0 0,0-2 0 0,-2 3 0 16,4-1 0-16,0 1 0 0,0 0 0 0,1 0 0 15,-1 0 0-15,0 2 0 0,-2-1 0 0,1 1 0 0,-2 1 0 16,2-3 0-16,0 2 0 0,2-1 0 0,-2 1 0 0,4 1 0 0,3-3 0 0,-2 2 0 16,1 0 0-16,-2-2 0 0,4-1 0 0,0 1 0 15,2 0 0 1,-2 0 0-16,11-10 0 0,-9 8 0 0,0-1 0 0,9-7 0 15,0 0 0-15,-7 8 0 0,7-8 0 0,0 0 0 0,0 0 0 0,0 0 0 0,0 0 0 0,0 0 0 0,-5 7 0 16,5-7 0-16,0 0 0 0,-5 10 0 0,5-10-160 16,0 0-60-16,0 0-56 15,0 0-62-15,0 0-76 0,0 0 94 0,0 0 160 0,0 0 80 16</inkml:trace>
  <inkml:trace contextRef="#ctx0" brushRef="#br3" timeOffset="170052.33">13580 18776 225 0,'1'21'112'0,"-1"-21"11"0,0 0-11 0,0 0-4 0,0 0-26 15,0 0-1-15,0 0-24 0,0 0-6 16,0 0 0-16,0 0-5 0,0 0-10 0,0 0 10 16,0 0-26-16,0 0 27 0,6 16-11 0,-6-16 10 0,0 0 5 15,0 0-26-15,0 0 1 0,0 0-21 0,12 6 10 0,1 3 11 0,-13-9-21 0,17 1 10 0,-17-1 6 0,20 3-6 16,-1-11 6-16,1-2-16 0,-20 10 20 0,19-11-15 0,-19 11 11 16,18-10-16-16,-2 0 1 0,5-2-6 0,0 5 0 15,-1-7 0-15,1 0 0 0,1-6 0 0,1 5 10 0,-3 1-5 16,3-6 0-16,-4 0-5 0,1-4 0 0,-2 5 0 15,0-5 0-15,0 4 0 0,-3-5 0 0,0-1 10 0,-1 0-15 16,1 1 15-16,-2 1-10 16,-3-6 6-16,0 6-27 0,-3 1 0 0,1-2-4 0,-2 4 4 15,0-3 1-15,-2 1 10 0,-1-2-6 0,-1 1 1 16,-1 2 5-16,-1 3 5 0,-1 1 5 16,-2-2 0-16,2 5-11 0,-3 0 6 0,4 15 0 0,-5-13-5 15,0 1-6-15,0 4-4 0,5 8-11 0,0 0-5 16,0 0-5-16,0 0-10 0,-8-7 5 0,-1 9 0 0,-1 3 5 15,-1 5 21-15,-3 5-1 0,1 3 16 0,0 6-10 0,-2 9 20 0,1-3-15 0,0 1 10 0,0-3-5 16,1 7 5-16,-1 7 0 0,0-1 0 0,-1-2 0 0,2-5 0 16,0 6 20-16,3-4 0 0,0 4 6 0,1-7-26 0,1-10 0 15,3 4-15-15,5-27 20 0,-2 26-5 0,2-26 5 16,0 20-5-16,0-20 0 0,0 0 0 0,8 18 0 0,3-4 0 16,-11-14 0-16,0 0 0 0,14 6 10 0,3-6-5 15,3 4 1-15,3-8 4 16,-2-3-15-16,-1-6-6 0,-3 0 11 0,1-2-10 15,-3 0 10-15,0-1-5 0,1-8 5 0,-3 4 10 0,2-3-25 16,-2 3 20-16,1-5-10 0,-2 2 10 0,1-2-5 0,-2 4-10 0,0 2 15 0,-2-4 15 16,0 8 6-16,-9 15-1 0,7-14-14 0,-7 14-16 0,0 0 10 15,0 0-5-15,0 0 5 0,0 0 5 0,0 0-5 0,0 0 1 16,0 0-6-16,5 9 0 0,-1 2 0 0,-3 8-11 16,-2 4-4-16,0 3 5 0,-4 6 5 0,2-2 5 0,-2 4-11 15,5-34 6-15,-3 19 0 0,-1 5 5 0,1-3 0 16,3-21 0-16,0 0 0 0,0 0 0 0,0 19 0 0,0-19 0 15,0 0-10-15,0 0 5 0,0 0-11 0,-1 20 11 0,1-20 10 16,0 0 0-16,0 0 1 0,0 0-6 0,0 0 10 0,0 0-5 16,0 0 0-16,0 0-5 0,0 0 0 15,0 0 0-15,5-2-10 0,0-1 15 16,0-7-15-16,-5 10 10 0,9-24-5 0,1-4 25 0,1 0 11 16,2-5 10-16,0-1 10 0,-1 11-5 0,-1-2-10 0,0 1-11 0,0 10 6 0,-1-1-6 15,0 0 1-15,-10 15-6 0,10-11-9 0,-10 11-6 16,0 0-5-16,0 0-10 0,9-14 15 0,-9 14 5 0,0 0 0 15,7 6-15-15,-7-6 0 0,0 0 0 0,0 0 15 0,8 9-15 16,-2 11 15-16,-1-3-10 0,0 3 6 0,-5-20-6 0,5 21-11 16,-2 9 6-16,-3-30 0 0,0 0 5 0,2 25 0 15,-2-25 0-15,3 23 0 0,-1 1 0 0,-2-24 0 0,4 15 10 16,-4-15-5-16,1 23 1 0,-1-23-6 0,4 21 0 0,0 3-11 16,-4-24 16-16,3 25 5 15,1-6-9-15,-4-19 9 0,4 19-20 0,-4-19 10 0,4 24-36 16,-4-24-31-16,0 0-25 0,3 21-41 0,-3-21-5 0,0 0-21 15,0 0-20-15,2 18-56 0,-2-18 5 0,0 0 115 0,0 0 57 0</inkml:trace>
  <inkml:trace contextRef="#ctx0" brushRef="#br3" timeOffset="170575.37">15063 18140 526 0,'0'-13'118'0,"0"13"-41"0,-2-10 4 16,2-1-14-16,-2-2 0 0,1 3-26 0,1 10-21 15,0 0-4-15,-5-12-1 0,-2 0 5 0,1 6 0 0,6 6 1 0,-7-9 10 0,7 9-6 0,-8-7 11 16,8 7-21-16,0 0 6 0,-7-3-16 0,-3 8 11 15,-2-1 20-15,2 7 5 0,0 8 15 0,-3 1 20 0,0 4-14 16,-1 5 25-16,0 1-21 0,0 3 16 0,-2 4-25 0,1 1-17 16,0-1-4-16,2 6-10 0,-2-2-1 0,3 2-14 15,-1 5 14-15,2-4-4 0,2-4-6 0,-1-2 1 0,1 1-1 16,2-9-5-16,2-1-4 0,0-1-6 0,1-7 0 16,3-1 0-16,1-20 0 0,-1 23 0 0,2-3 0 0,-1-20 0 15,4 24 0-15,-4-24 0 0,5 23 0 0,1-7 0 0,-6-16 0 16,0 0 0-16,0 0-31 15,10 15-51-15,2 4-46 0,1-8-52 0,-13-11-29 0,16-1-58 16,-16 1-19-16,16 10-93 0,-16-10 136 0,0 0 122 16,15-9 60-16</inkml:trace>
  <inkml:trace contextRef="#ctx0" brushRef="#br3" timeOffset="171370.26">15486 18059 567 0,'-2'-15'47'0,"2"15"-27"0,-5-5 82 16,-2-2 16-16,-3-1-1 0,-1 2-66 16,-2-1-30-16,2 5-31 0,-2 1 5 0,2 4 0 0,3 0 5 15,-4 2 0-15,2 5-10 0,-1 5 15 0,0 3-5 16,0-1 15-16,1 9 0 0,0 0 16 0,-2 0-6 0,6 5 1 15,-3 0-16-15,1 3-4 0,0-1-17 0,-1-3 16 0,3-5-5 16,0 4 6-16,2 5-6 0,-2 1 0 0,2-3-11 16,3 0-15-16,0-5-20 0,-3 8 0 0,3-1-10 0,-3-5 0 15,0 0-16-15,3-4 6 0,0-6-1 0,0 0-25 16,-3 6-5-16,4-25-31 0,0 20-5 0,0-20 8 0,0 0 62 0,0 0 32 16</inkml:trace>
  <inkml:trace contextRef="#ctx0" brushRef="#br3" timeOffset="171594.72">15085 18292 521 0,'0'0'205'0,"0"0"-93"16,0 0-19-16,5-10 4 0,-5 10 5 0,0 0 11 0,0 0-27 16,6-6-9-16,0-3-46 0,-6 9-15 0,10-5-16 0,3 4 0 15,-1-1 10-15,5-1-5 0,0 3-10 0,-1-2 10 16,-1-3-5-16,5 5-5 0,-5-5-31 0,4 2-25 0,0-2-16 15,-1 3-5-15,2-4-10 16,2 2-6-16,-1-2-14 0,0 1-16 0,3 0-10 16,-2 0-36-16,-2-3-16 0,0 2 52 0,-4 3 69 0,-1-2 35 15</inkml:trace>
  <inkml:trace contextRef="#ctx0" brushRef="#br3" timeOffset="171975.58">15526 18229 230 0,'-5'17'97'15,"2"-7"-36"-15,3-10 10 0,0 0-9 0,0 0 15 0,0 0 0 16,0 11 4-16,0-11-9 0,0 0 5 0,4 10 0 0,2-1-6 16,2-3-35-16,-1-1-10 0,3 3-21 0,-10-8-10 15,0 0 0-15,10 6 20 0,-10-6-15 0,0 0 15 0,0 0-15 16,11 5 16-16,-11-5-21 0,0 0 5 0,8 5 5 0,-8-5 0 16,1 8 0-16,-1-8-5 15,0 12 0-15,-4-4 0 0,-1 8 0 0,5-16 0 0,-11 15 0 16,0 4 0-16,-2-4 0 0,1 3 0 0,1-2 0 15,11-16 0-15,0 0-10 0,-10 19 5 0,10-19 10 0,0 0-10 0,0 0 5 16,-9 19-5-16,9-19-6 0,0 0 6 0,0 0 0 0,0 0 5 16,0 0 0-16,0 0-10 0,0 0 15 0,-1 17 15 0,1-17 16 15,0 0-16-15,6 19 11 0,-6-19 0 0,9 10 10 16,2 3 0-16,3-3 0 0,-14-10 0 0,16 6 0 0,-16-6 0 0,21 3 0 16,-21-3 0-16,0 0-11 0,0 0 6 0,0 0 0 15,0 0-6-15,0 0 6 0,0 0 0 0,0 0 15 0,0 0-25 16,0 0-10-16,0 0-6 0,0 0-15 0,0 0 5 0,0 0-5 15,0 0 5-15,16 16 0 0,-16-16 10 0,6 14-15 0,-6-14 5 16,-1 13-16-16,-3 8-20 0,-1-2-5 16,5-19-15-16,-8 16-21 0,8-16-15 0,-12 24-51 0,12-24-21 15,0 0-30-15,0 0-26 0,0 0-26 0,0 0-46 0,-17 24 136 0,17-24 78 0,0 0 39 0</inkml:trace>
  <inkml:trace contextRef="#ctx0" brushRef="#br3" timeOffset="172419.3">15726 18302 623 0,'0'0'205'0,"9"9"-103"0,-9-9 1 16,0 0 35-16,0 0-10 0,8 6-31 0,-8-6-46 16,10 9-20-16,0-4-21 0,-2-2-4 0,4-5 4 0,3 1-5 15,-2-3 0-15,4-2-36 0,0 2-25 0,-1-2-21 0,4 0-25 0,-1-2-11 0,1 2-10 16,-1-3 11-16,1-1 4 0,2 2-4 0,-1-3 4 0,1-3 21 15,0 5 16-15,2-1 9 0,-1 0 11 0,0-1 5 16,2 3 15-16,-3 0 16 0,2-2 0 0,0 1 20 0,-3-3-5 16,-1 10-5-16,1-12 20 0,-1 4 0 0,-2-4 52 15,0 2 4-15,-3 1 27 0,3 0-1 0,-5-4 16 0,0-4 14 16,-1 8 11-16,-4-3 6 0,-1 3-1 0,1 1 0 16,-8 10-20-16,0 0-10 0,0 0-31 0,0 0-31 0,0 0-10 0,0 0-26 0,0 0-4 15,0 0-11-15,0 0 0 0,0 0 0 0,0 0 0 0,0 0 0 16,0 0 0-1,0 0-11-15,0 0 6 0,0 0 0 0,-1-5 5 16,-4 7 0-16,0 3-10 0,-2 6 15 0,-3 4-5 0,3 7 5 16,-6 3-5-16,2 3 0 0,5-4 0 0,0 6 0 0,0-6 0 0,-1 5 0 15,1-1 0-15,-1-2 10 0,2 3-15 0,0-3-5 16,1 11 10-16,0-6-10 0,3-3 10 0,-2-4-26 0,3 1-5 16,-2 6-20-16,3-5-5 0,-1 1-5 0,0-13 9 0,-1 6-14 15,1-20-6-15,0 24-10 0,0-24-20 0,-1 23-11 16,1-23-20-16,0 0-15 0,-4 21-31 0,4-21-26 0,0 0 11 15,0 0 97-15,-6 19 48 0</inkml:trace>
  <inkml:trace contextRef="#ctx0" brushRef="#br3" timeOffset="172619.78">16143 18233 685 0,'-6'-10'189'0,"6"10"-76"0,0 0 10 16,0 0 10-16,0 0 0 0,0 0-36 0,0 0-30 0,0 0-32 15,0 0-19-15,0 0-1 0,0 0-10 0,0 0 1 0,0 0-6 16,0 0-11-16,0 0 6 0,0 0-21 0,1-10-35 0,3 1-26 16,2-1-5-16,3 2 5 0,1 3 5 0,4 0 0 0,3 0-30 15,4-4-17-15,-6 7-24 0,2-2-26 0,-2 8-5 16,-2-8 20-16,2 4 82 0,-1 0 41 0</inkml:trace>
  <inkml:trace contextRef="#ctx0" brushRef="#br3" timeOffset="172889.46">16393 18199 306 0,'0'0'133'0,"5"10"-36"0,0 0-10 0,-5-10 11 0,0 0 4 0,4 10-20 0,-1 4 0 16,-3-14-26-16,5 10-5 0,0-2 0 0,3-2-4 16,-2 3 19-16,4-3-14 0,-2 3 19 0,2-3-30 0,0-6 15 15,2 1-36-15,-2 3-4 0,0-1-16 0,-10-3 0 0,11 2 10 16,-11-2-5-16,9 5 1 0,-9-5-6 0,0 0 0 16,0 0 0-1,0 0-11-15,6 9-15 0,-3-4 1 0,-3 6-1 0,-3 4 16 16,1-7-5-16,-5 12 10 0,-4-1 10 0,1-3-10 0,-2 1 5 15,1-1-5-15,2 7 5 0,1-6 0 0,8-17 0 16,-6 24-11-16,6-24 16 0,-7 17-15 0,7-17 10 0,-2 17 15 16,2-17-5-16,0 0 1 0,0 0-1 0,0 0-5 0,5 19 11 15,-5-19-21-15,0 0 15 0,12 14-10 0,3-3-36 0,1-7-46 0,2-1-51 16,0-11-51-16,3 4-16 0,0-2-20 0,-3-8 0 0,-3 4 5 16,-1-5 126-16,4 5 44 0,-1-3 23 0</inkml:trace>
  <inkml:trace contextRef="#ctx0" brushRef="#br3" timeOffset="173169.11">16988 18062 260 0,'0'0'92'0,"0"0"-10"0,0 0 16 0,0 0 34 16,0 0 12-16,0 0 4 0,0 0-25 0,0 0-10 0,0 0-11 0,0 1-10 15,3 2 16-15,-1 4-6 0,2 1 5 0,0 4 6 0,1 6-37 16,3-2 6-16,4 4-40 0,-6-11-11 0,0 6-31 16,0 3 0-16,1-3 0 0,-1 1 0 0,-1-2 0 0,0 5 0 15,-1 0 0-15,2 2 0 0,-4 1 0 0,1-3 0 0,2 1 0 16,-5-20-6-16,2 26-35 0,-2-2-5 0,-3 1 5 16,-5 2-20-16,2-5-21 0,-3 2-46 0,0 3-20 0,-3-2-6 15,-2-9-15-15,2 3-15 0,-1-4-36 0,13-15-26 16,-12 14-45-16,12-14 176 0,0 0 57 0,-16 10 29 15</inkml:trace>
  <inkml:trace contextRef="#ctx0" brushRef="#br3" timeOffset="173574.64">17713 17986 741 0,'-11'-1'108'0,"2"9"-62"0,9-8 20 0,-8 8 42 0,8-8 25 15,-8 12-31-15,2-6-41 0,0 7-30 0,-1-2-21 16,2 0 6-16,-1 4-21 0,-1 2 15 0,-2 2-10 0,-1-2 5 16,-2 7-15-1,0-2 15-15,0 3-15 0,1 2 20 0,-3 2-31 16,0 9-4-16,-1-8-16 0,3 2-10 0,-2-1 5 0,0 8-1 15,0 5-24-15,2-9-6 0,-2 2-30 0,3-8-16 0,1 7-5 0,0 2-31 16,-1-6-20-16,3-7 3 0,8-25 88 0,-7 16 44 16</inkml:trace>
  <inkml:trace contextRef="#ctx0" brushRef="#br3" timeOffset="173868.25">18012 18068 271 0,'0'0'40'15,"8"-10"1"-15,-8 10 31 0,8-11 30 0,-8 11 6 0,0 0-11 16,0 0-20-16,0 0-42 0,0 0-9 0,0 0 0 0,0 0-1 16,0 0 22-16,0 0 4 0,0 0 0 0,-4 2 5 0,-2 7-10 15,-4 6 0-15,-3 5-5 0,-2 2 0 0,0 8-21 0,-3 1-9 16,3-7-1-16,4 1-15 0,-2 1 5 0,2 0-5 15,0-5 5-15,1 2 10 0,1-3-15 0,3 3-5 0,-1-2-21 16,2 2-15-16,0-2-10 0,4 1-16 0,0 3 6 16,0-4-11-16,-2 7-10 0,3-8-1 0,0-20 2 0,-1 24-7 15,1-24 6-15,1 26-10 0,-1-26 0 0,0 0-5 0,0 0-11 16,0 0 49-16,0 0 32 0,0 0 16 0</inkml:trace>
  <inkml:trace contextRef="#ctx0" brushRef="#br3" timeOffset="174067.24">17913 18047 567 0,'3'-13'169'15,"-2"0"-61"-15,-1 13-6 0,0 0 31 0,0 0-5 0,0 0 5 16,5-8-41-16,1-1-25 0,0 1-32 0,2 2-29 0,0 2 4 16,2-2-10-16,0 1 5 0,3 3-5 0,-2-1-10 15,-1 2-6-15,-10 1-45 0,11-3-31 0,-1 2-16 0,0 1-20 16,0 0-15-16,-10 0-26 15,12 1-20-15,-12-1-31 0,10-1 10 16,-10 1 105-16,8-4 53 0</inkml:trace>
  <inkml:trace contextRef="#ctx0" brushRef="#br3" timeOffset="174405.94">17746 18327 762 0,'0'0'158'0,"0"0"-71"0,0 0-10 0,0 0 26 16,0 0 19-16,0 0 6 0,0 0 0 0,0 0-5 0,0 0-31 0,0 0-25 15,2 2-32-15,1-2-9 0,2-2-6 0,4-1 11 16,2-4-5-16,4-3 10 0,2 1-10 0,3-2-26 0,-5 5 0 15,-2-3 0-15,0 4 0 0,1-1 0 0,0 1 0 16,-3-2 0-16,0 2 0 0,4 0 0 0,-2 2 0 0,0 0 0 16,1-5 0-16,0 7 0 0,0-3 0 0,1 3 0 0,0-3 0 15,-3 7 0-15,3-7 0 0,3 3 0 0,-1 2 0 16,-1-2 0-16,3 3 0 0,0-3-26 0,-2 1-128 0,2-6-20 0,-3 6-31 16,-2-3-20-16,0 1-26 0,-2-2-10 0,-12 4 6 0,13-6-17 15,-13 6 160-15,11-4 56 16,-11 4 28-16</inkml:trace>
  <inkml:trace contextRef="#ctx0" brushRef="#br3" timeOffset="175208.41">18178 18312 500 0,'0'0'52'0,"0"0"-6"0,-8 4 15 16,8-4 26-16,0 0 11 0,0 0-17 0,0 0-19 0,0 0-16 16,0 0-5-16,0 0-21 0,0 0 11 0,0 0-21 15,0 0 21-15,0 0-11 0,0 0 16 0,1-1 0 0,2 1-5 16,-3 0-16-16,0 0 1 0,0 0-1 0,4-3-15 0,-4 3 10 15,7 9-10-15,3-9 6 0,-10 0-6 0,0 0 0 0,10 5 0 16,-1 0 10-16,0-4-5 0,-6 11 0 0,-3-12-36 0,2 13-5 0,-2-13-10 16,-4 17 5-16,4-17-10 0,-8 16 25 0,-2 2-10 0,-1-6 26 15,-1 7 0-15,-2 3 0 16,-1-2 5-16,-3 0 0 0,18-20-6 0,-15 16 16 0,15-16-5 16,-12 13 6-16,12-13-17 0,0 0 6 0,-12 16 0 0,12-16 5 0,0 0 10 0,0 0 5 0,0 0-4 15,0 0 4-15,0 0 0 0,-9 20-4 0,9-20 4 0,0 0-10 16,0 0 1-16,0 0 4 0,0 0-5 0,0 0 0 0,0 0-5 15,0 0-21-15,0 0-30 0,0 0-51 0,5 13-37 0,2-10-60 16,3 0-6-16,4-1-40 0,3-9 143 0,6 2 51 0,-1-5 25 16</inkml:trace>
  <inkml:trace contextRef="#ctx0" brushRef="#br3" timeOffset="175408.99">18340 18286 460 0,'4'1'107'0,"2"3"-35"0,0 1 45 0,2 1 17 15,2 4-37-15,2-1-41 0,2-1-31 0,-3-11-14 0,3 3-6 16,-2-2-5-16,2-1 0 0,1 2-21 0,-3-4-30 0,2 0-31 16,0 1-5-16,1-4-20 0,0 2-16 0,0 0-25 0,1-4-52 15,0 1 67-15,2 1 67 0,-1 2 33 0</inkml:trace>
  <inkml:trace contextRef="#ctx0" brushRef="#br3" timeOffset="175740.73">19075 18078 337 0,'10'-5'112'0,"-1"-5"-30"0,-1 4 10 0,-8 6-5 0,0 0-10 16,7-10-10-16,-7 10-26 0,3-9 0 0,-3 9 5 15,0 0 0-15,4-9 10 0,-4 9 0 0,0 0-25 0,0 0-5 16,-1-10-11-16,1 10-5 0,0 0-4 0,0 0-6 0,0 0 0 0,-6-8 10 16,-2 8 5-16,-1 3 5 0,-3 1 11 0,-1 6-16 0,0 1 16 15,-7 8-11-15,4 4 16 0,2-2-10 0,0-1-1 16,0 8-14-16,1-5-16 0,-1 3 0 16,1-1 0-16,2 2 5 0,0 3 10 0,2-4-15 15,-1-1 15-15,3-2-20 0,2 5 20 0,0-2-20 0,1 4 10 0,2-6-5 0,-1 0-6 0,3 3 6 0,-1 1-10 16,1-1-1-16,-1 1-4 0,2-7 10 0,0 3-16 15,-1-24-5-15,1 26 11 0,2-2-11 0,-3-24 21 0,1 22 0 16,-1-22-11-16,0 0 1 0,0 0-16 0,1 20 0 0,-1-20-25 16,0 0-11-16,0 0-30 0,0 0-21 0,0 0-15 0,0 0-26 15,-3 20-20-15,3-20 38 0,0 0 73 0,0 0 37 0</inkml:trace>
  <inkml:trace contextRef="#ctx0" brushRef="#br3" timeOffset="175941.2">18696 18254 547 0,'0'0'225'0,"0"0"-143"0,0 0-21 0,0 0 37 15,0 0 29-15,0 0 16 0,0 0-30 0,0 0-16 0,0 0-15 16,5-8-30-16,1 5-17 0,3 3-24 0,1 1-6 0,2-1-5 16,3 5 0-16,1-1 10 0,3 4-25 0,-2-10-21 15,1 0-20-15,2 1-16 0,0-2-25 0,0 6-6 0,3-5-35 16,-3 1-10-16,2 1-16 0,-4-2 10 0,4 2 6 15,-5 0 15-15,-2 5 15 0,1-4 11 0,-1-1-6 0,0 2 70 16,-4 0 21-16,1-1 11 0</inkml:trace>
  <inkml:trace contextRef="#ctx0" brushRef="#br3" timeOffset="176125.66">19142 18302 214 0,'5'13'118'0,"-1"-2"4"16,-3 0 6-16,2 3 5 0,-4-1 6 0,1-13-6 0,0 16-5 0,-3 4-26 0,2 0 0 15,0 4-15-15,-1-2 11 0,1 0-1 0,-3 7-5 16,1-1-5-16,-2-4-36 0,1-1-15 0,3-2-26 0,1-21 6 15,-4 25-21-15,4-25 5 0,-5 24-5 0,5-24 15 16,0 0-15-16,-5 21 5 0,5-21-5 0,-4 18-16 0,4-18-20 0,0 0-36 16,0 0-5-16,0 0-25 0,0 0 4 0,0 0-4 0,0 0-16 15,0 0 1-15,0 0-6 0,0 0 5 0,0 0-31 0,0 0-15 16,0 0-25-16,0 0 28 0,0 0 83 0,0 0 41 0</inkml:trace>
  <inkml:trace contextRef="#ctx0" brushRef="#br3" timeOffset="176457.46">19555 18024 0 0,'10'-5'623'0,"-10"5"-582"0,0 0-10 0,0 0 20 0,10-5 21 15,2 4 31-15,-12 1-12 0,0 0-9 0,0 0-5 0,10 0 10 16,1 1 0-16,0 4 0 16,3-3-5-16,-4 6-10 0,2 2 4 0,-2 4 1 0,-1-1 5 15,-1 2-20-15,0-2 9 0,2 8-9 0,-5-5-31 0,3 4-31 0,-3-3 0 0,-2 3 0 0,0 6 0 16,-2-4 0-16,-1-1 0 0,-4-4 0 0,2 2 0 0,-3 5 0 16,-1-5 0-16,-2 4 0 0,2-8 0 0,-3 9 0 15,-1 0 0-15,2 2 0 0,-4 3 0 0,-3-4 0 0,2 3 0 16,-4-7 0-16,0 5 0 0,-1-4-93 0,-2-1-40 15,0 1-5-15,-3-2-46 0,0-5-21 0,0 3-61 0,0-2-52 16,-1-2-55-16,-2 1 204 0,1-1 85 0,-5-8 42 0</inkml:trace>
  <inkml:trace contextRef="#ctx0" brushRef="#br3" timeOffset="176926.88">17879 17816 547 0,'-6'14'138'0,"-1"-2"-113"0,-1-1-25 15,1-1 36-15,-3 1 31 0,-4 4 15 0,1-2-5 16,1 6-21-16,-3 0-21 0,-1 6-19 0,-3 0-11 0,0 4-5 16,1 10 0-16,0-4 0 0,-2 3-10 15,1-1 15-15,2 4 5 0,1 6 21 0,0-2-6 16,2 3 22-16,3-3-17 0,1 3 1 0,2 2-11 0,2-7-9 0,2 6-6 0,3-8-5 0,2 0 0 0,0-12 0 16,2 1 0-16,1 0 0 0,-1-5 0 0,2-2-51 15,0-3-36-15,2-1-41 0,-1 0-21 0,-6-19-30 0,0 0-46 16,9 20-10-16,6-10 117 0,-15-10 59 0</inkml:trace>
  <inkml:trace contextRef="#ctx0" brushRef="#br3" timeOffset="178971.82">20553 18355 731 0,'-14'18'220'0,"0"-7"-138"0,14-11-11 16,0 0 11-16,0 0-10 0,0 0-15 0,0 0-12 0,0 0 7 15,0 0-6-15,0 0 10 0,0 0 0 0,0 0-4 16,0 0-6-16,1 9-16 0,7-4-4 0,3-5-16 0,4-3-5 15,4 2-5-15,5-4-10 0,4 0-5 0,5-4-47 0,-12 7-10 16,0-4-25-16,2 3 0 0,0-1-15 0,0-1 4 16,-1 1-30-16,2-1-31 0,-3 1-46 0,2-2-20 0,-1 1 30 15,-1 0 103-15,-4-1 51 0</inkml:trace>
  <inkml:trace contextRef="#ctx0" brushRef="#br3" timeOffset="179176.28">20473 18498 1166 0,'-16'36'67'0,"2"-5"-78"0,14-31 11 0,0 0 0 16,0 0 6-16,0 0-6 0,0 0 0 0,0 0 20 0,-6 29-10 16,6-29 1-16,0 0-11 0,5 18 0 0,3-12 0 0,10 3 0 15,5-8 10-15,7-2-56 0,5-4-47 0,8-7-50 16,-2 2-16-16,0 2-4 0,4 3-22 0,1-8 1 0,3-6 31 15,2 4 76-15,3 4 39 0</inkml:trace>
  <inkml:trace contextRef="#ctx0" brushRef="#br3" timeOffset="179587.18">21641 18630 987 0,'-14'26'133'0,"14"-26"-57"0,0 0 7 0,0 0 3 0,0 0 12 15,0 0-22-15,0 0-4 0,0 0-10 0,0 0-1 0,0 0-20 16,0 0-31-16,1-3 0 0,2-4-10 0,3-12-5 0,4-4 10 16,4-6 5-16,7-1-9 0,-1-5-1 0,4-4-5 15,-7 14 5-15,1 1 0 0,2 5 0 0,-2-5 0 0,4-4 0 16,-5 8 0-16,2 1 0 0,1-1 0 0,-3 4 0 0,2-3-11 15,-2 5 16-15,-2 1-5 0,2 8-5 0,-4 0 10 16,-1 10-5-16,-12-5 6 0,10 3-6 0,-2 2-11 0,-1 6-4 16,-2 7-6-16,-2-3-9 0,-1 4 4 0,-4 2 1 15,2-1-16-15,-5 13 10 0,0 5 0 0,-1-4 0 0,-3 5-5 16,1 4 6-16,-4 2-16 0,1 3 5 0,0-3 5 0,1-4 11 16,-3 1 15-16,1-4 15 0,2 2-10 0,1 2 5 15,2-5-5-15,-2-4 5 0,0-4 0 0,2-4 0 0,7-25 0 16,0 0 0-16,0 0 0 0,0 0 0 0,0 0-31 0,0 0 5 15,0 0-25-15,0 0 0 0,0 0-21 0,0 0-15 0,0 0-31 16,0 0-25-16,0 0-16 0,0 0 6 0,0 0 4 0,0 0 16 16,0 0 64-16,0 0 35 0,0 0 17 0</inkml:trace>
  <inkml:trace contextRef="#ctx0" brushRef="#br3" timeOffset="179850.11">21945 18236 337 0,'10'-17'102'15,"-1"2"-15"-15,1 4 0 0,0 4 5 0,-10 7-5 0,0 0 11 16,10-7-12-16,-10 7 12 0,10-5-22 0,1 4 17 16,1 1-12-16,-1 3 6 0,1 2-5 0,1 0 0 0,0 3-20 15,2 1-11-15,-2-2 0 0,1 6-5 0,1-2-10 0,0 1 0 0,1-1-11 16,-1 1-9-16,2 1-11 0,2 1-5 0,-3-3 0 0,0 9 0 16,3-6 0-16,-4 0 0 0,0 1 10 0,-15-15-15 15,11 24 15-15,-11-24-20 0,0 0 20 0,8 19-10 16,-3 0-5-16,-3 5 0 0,-2-24-10 0,0 0-1 15,-7 11-4-15,-6 9 10 0,-3 5-16 0,-8-7-5 0,-1-9-10 16,-1 1-10-16,-1 0-26 0,-4-3-15 0,6 2-30 16,-2-5-22-16,2-12-14 0,2 11-16 0,0-2-26 0,1-1-35 15,22 0-21-15,-21-4 136 0,21 4 60 0,-20 0 30 0</inkml:trace>
  <inkml:trace contextRef="#ctx0" brushRef="#br3" timeOffset="180655.28">22512 18819 700 0,'0'0'102'0,"0"0"-66"16,0 0 5-16,-10 24 57 0,10-24 14 16,0 0 26-16,0 0-10 0,0 0-10 0,0 0 0 0,0 0-21 15,0 0-15-15,0 0-16 0,0 0-14 0,5 7-17 0,5-9-9 16,8-2-6-16,1-6-9 0,6-1 14 0,5-4 6 16,2-5-20-16,3-7-11 0,-12 6 0 0,0 1 0 0,-2-7 0 15,-1 2 0-15,0-6 0 0,-1-2 0 0,-1-5 0 0,7-1 0 16,-5-1 0-16,0-3 0 0,1-2 0 0,1 1 0 15,-1 4 0-15,-1-3 0 0,5 4 0 16,-9 4 0-16,3 3 0 0,-6 2 0 0,1 6 0 0,-3 5-21 16,-11 19 0-16,8-15-25 0,-8 15-15 0,0 0-6 0,0 0 1 0,0 0 14 15,-3-5 27-15,-4 6 5 0,-3 6 4 0,-5 8 6 0,-5 10 5 16,-4 0-16-16,-4 8 21 0,-4 3-5 0,5 2 0 16,-1 10 10-16,2-7-15 0,-2 1 20 0,3-6-10 0,2 6 6 15,4-3-6-15,2 0-11 0,2 0 16 0,4-16-15 16,1 3 10-16,2 3-5 0,3-1 5 0,2-7-10 0,0 3 15 15,3-24-5-15,0 0-5 0,0 0-31 0,5 14-5 16,4 2-26-16,-9-16 6 0,0 0-6 0,12 15 16 0,6-3 5 16,-2-9 15-16,4 0-5 0,2-6 11 15,3 1-1-15,0-4-5 0,-2-10-4 0,-1 0-6 0,-1-5-10 16,4 2 15-16,2-4 5 0,0-2 21 0,-1-7 5 0,3 2 5 16,-3 5 10-16,0 5 16 0,-1 4 10 0,0-6-6 0,-7 7 6 0,-18 15-21 0,0 0 6 15,0 0-6-15,0 0 5 0,0 0-9 0,14 5 4 0,-6 5-20 16,-7 8 5-16,-1 2-5 0,-8 2 5 0,-5 6 0 0,-2 6 0 15,-6 4 0-15,4-20 10 0,-1 3-15 0,2-1 5 16,-3-1-5-16,3 1 15 0,1-7-15 0,15-13 5 0,0 0-5 16,-14 14 5-16,14-14 0 0,0 0-10 0,0 0 5 0,0 0 20 15,0 0-5 1,0 0 1-16,0 0-1 0,0 0 15 0,0 0-10 0,0 0 6 16,0 0-16-16,0 0 1 0,0 0-6 0,0 0 10 0,0 0-15 15,5 1 15-15,3-2-10 0,4-9 5 0,4-7 5 0,4-4 5 16,5-3 16-16,4 0 5 0,5-12 15 0,-16 18 5 15,2-1-4-15,0 3 14 0,-1 3-4 0,0 3-27 0,-19 10 1 0,19-12-26 0,-19 12 1 0,0 0-1 0,0 0-5 16,0 0 1-16,0 0-6 0,0 0 0 16,0 0 0-16,0 0 0 0,11 7 10 0,-6 11-15 0,-3-7 5 15,-2 6-5-15,-5 4 5 0,-2 1-11 0,-3 5 6 16,-1-2-10-16,11-25-1 0,0 0-15 0,0 0 6 0,-5 16-11 16,5-16 0-16,0 0-15 0,0 0-15 0,0 0-22 0,0 0-19 15,0 0-21-15,0 0-31 0,0 0-35 0,0 0-62 0,0 0 18 16,0 0 119-16,0 0 60 0</inkml:trace>
  <inkml:trace contextRef="#ctx0" brushRef="#br3" timeOffset="181058.63">23588 18311 669 0,'5'6'226'0,"-3"3"-170"0,2 1 0 0,1 3 78 0,-5-13 3 15,4 15-3-15,-4-15-37 0,0 0-30 0,0 0 4 0,5 15 1 16,-3 0-11-16,2 1-10 0,1 4-20 0,0 2-6 0,1 3-14 16,-2 4-6-16,-4-29-5 0,1 26 10 0,3 1-15 15,-4-2 5-15,1 1 5 0,-1-3 0 0,0 6 1 0,-1-4-6 16,-3-6 0-16,4-19 0 0,0 0 0 0,-5 23 0 16,-1-6 0-16,6-17 0 0,0 0 10 0,0 0 5 15,-9 18-5-15,9-18 16 0,0 0 5 0,0 0 0 16,0 0-31-16,0 0 0 0,0 0 0 0,0 0 0 0,0 0 0 0,0 0 0 0,0 0 0 15,0 0 0-15,0 0 0 0,-5-4 0 0,0-1 0 16,0-6 0-16,4-4 0 0,1-8 0 0,5-3 0 0,4-8 0 16,2-4 0-16,2 14 0 0,0-4 0 0,3 1 0 0,3-5 0 15,-1 6 0-15,2-1 0 0,1 5 0 16,-1 0 0-16,-1 5 0 0,-3 7 0 0,0 1 0 0,0 4 0 16,-2 6 0-16,-3 1 0 0,-11-2 0 0,13 2 0 0,-13-2 0 15,8 3 0-15,1 5 0 0,-9-8 0 0,0 0 0 16,0 0 0-16,11 0-185 0,-2-1-66 0,-9 1-25 0,0 0-26 15,0 0-46-15,0 0 5 0,0 0 172 0,0 0 85 0</inkml:trace>
  <inkml:trace contextRef="#ctx0" brushRef="#br3" timeOffset="182463.56">23378 17644 362 0,'-11'-9'108'0,"-2"-1"-108"15,1 4-10-15,-3-3 5 0,0 3 0 0,-1 1 15 0,1 0-5 16,4 0 10-16,1 1 0 0,10 4-14 0,-13-3-1 15,2-2 5-15,11 5 10 0,-11-2-15 0,-1-1 0 0,2 3-5 16,-2 0 5-16,-1 3 0 0,-1 4 10 0,-5 1-15 16,-4 7 5-16,0 5 5 0,-6 5 0 0,-5 13 1 15,-3-1-6-15,-4 7 0 0,-6 2-31 0,-1 8-15 0,-3 10 4 16,-3-2 22-16,-1 0 5 0,-2-4 10 0,4 3 0 16,-3 6-6-16,2 1 6 0,3-1 20 0,4-10 16 0,1 10 0 0,4-4-16 15,6-5-9-15,5 4-6 0,6-13 10 0,6-3 5 16,7-4 5-16,7-1 1 0,2-7 10 0,8-1 5 0,5-4-6 15,4-7 6-15,1-1 0 0,7-6-6 0,2-3 6 16,6-3-10-16,3-4-1 0,2-4-4 0,2-1-1 0,3 4-9 16,5-4-6-16,1 0 5 0,1 0 5 0,3 0 6 15,3 0-1-15,2 0 1 0,-2 0-11 0,4 0 6 0,0 0-21 16,2 0 5-16,-1 0 5 0,1 0 0 0,-2 0 0 16,4 0-5-16,1 0 10 0,-1 0-15 0,0 0 5 0,-2 0-5 15,1 0 15-15,-3 0-5 0,3 0 1 0,-3-4-6 0,3 3 10 16,-1-4-15-16,-2-5 5 0,2-9 5 0,2 3 0 15,-4-8 0-15,5-4-5 0,-6-2 0 0,0-10 0 0,-2-3 10 0,-5-2-5 0,3 2 20 0,-7-9-4 0,-2 7 15 16,-2-9-11-16,-1 0-9 0,-1 2-1 0,-5 3 0 0,-1 3 6 16,-5-3 10-16,-3 2-6 0,-5-4-9 0,-3 9-11 15,-4-1 5-15,-7-1-5 0,-1 3 1 0,-5-6-6 0,-6 6 10 16,-2-1-5-16,-4 1 0 0,-4 0-15 0,-4 3-6 16,-5 1-15-16,-7 0 6 0,-1 3-11 0,-3 4 10 0,-3 2-10 15,-6 0 21-15,-5 1 5 0,-1 6-21 0,-7 1 16 16,1 3-21-16,-4 1 5 0,-4 1-20 0,3 1-5 0,-6 4-5 15,3 2-11-15,3-2 6 16,0 3-22-16,2 0-14 0,0 5-47 16,5 2-19-16,0 0 68 0,5 1 50 0,6 0 25 0</inkml:trace>
  <inkml:trace contextRef="#ctx0" brushRef="#br3" timeOffset="199670.84">13592 15173 572 0,'0'0'118'0,"0"0"-87"0,0 0-31 0,0 0-5 0,2 10 5 16,-2-10 0-16,0 0 0 0,6 9 10 0,3-2-5 0,-9-7 0 15,8 4 5-15,1 0-5 0,0-3 11 0,1 0-11 16,0 1 0-16,1-4 5 0,0 6-5 0,-1-4 11 0,3 1-1 0,-1 4 16 15,2-3-6-15,-2 1-9 0,1-3-11 0,3 0-5 0,-1 4 0 0,3-3 10 16,-2-1-5-16,-3-1 11 0,5-1-21 0,-2 4 5 16,0-2 5-16,2 0 0 0,-1-4-10 0,0 3 10 0,-2 1-5 15,2 0 15-15,-1 0 0 0,2-2 6 0,0 0-11 16,0 2-4-16,1 2 4 0,-1 1-5 0,2-4 10 0,-1 2 0 16,1 1 5-16,0 1 1 0,-1 1-1 0,-1-3 1 0,2 3-1 15,3 0-9-15,-2 0-6 0,-1-4-5 0,1 3 20 0,0-3-10 0,1 1 11 16,-1 1-16-1,1 0 11-15,0-1-11 0,-1 0 0 0,0 2 15 16,1-1 1-16,0-1 4 0,0 3-4 0,2 0-1 0,-3-2-9 0,2 1 24 0,-1-1-20 0,0 1 21 0,0-2-5 16,3 0-11-16,-4 3-9 0,1-4-1 0,0 1-5 0,-1 2 1 15,0-1-17-15,1 2 6 0,2 1 0 0,-3-4 15 0,-1 5-5 16,2 0 1 0,-1-3-6-16,-1 2-11 0,2 0 16 0,-2 0-5 0,3-2 6 15,-2 2-17-15,0-1 16 0,2-3-5 0,-1 4-5 16,2-1 10-16,1 0-15 0,0-2 20 0,-2 3-10 0,1-1 6 15,0-3-6-15,-1 4-11 0,2-4 16 0,-2 2 5 16,1-2 1-16,-1-1-6 0,1-1-5 0,1 1 0 0,0 1 0 16,1 0 0-16,-1-1 0 0,0 0 10 0,-1 2-15 0,1-1 15 15,0-1-10-15,0 4-5 0,0-4 0 16,0 2 0-16,-3-3 5 0,2 2 10 0,0 0-15 16,0 3 15-16,-1-4-20 0,-1 3 10 0,1-3-5 0,1 0 15 0,-1 1-15 0,0-1 15 0,3 3-20 15,-2-3 20-15,1 0-20 0,0-3 10 0,-2 3-5 0,2 0 15 16,0 0-5-16,0-1 1 0,-1-3-6 0,0 3-11 15,-2 1 16-15,2 0-5 0,1 0 6 0,-3-2-6 0,1 2 0 16,-2 0 0-16,-1 0 0 16,0 2 0-16,0-4 0 0,1 2 0 0,-2-1 0 0,1 0 0 15,-3-2-11-15,3 1 16 0,-1-2-5 0,1-1 6 16,-1 0-6-16,1-2 0 0,-3-1 0 0,0 3 0 0,2-2 0 16,-1-1 0-16,-1 1 0 0,-1 1 0 0,-1-2 0 0,0 2 10 15,3-1-5-15,-4-2-10 0,-1 3 0 16,0-4 10-16,-2 1 0 0,1 1 0 0,0 0-5 0,-4-1 0 15,1 1 20-15,-1-2-10 0,0-1 1 0,0 0-11 0,-2-2 0 0,-1 0 0 0,1-2 0 16,-1 0 0-16,0-1 0 0,0-1 0 0,-1 1 10 16,-1 1-5-16,-1-1-10 0,1 0 0 0,-1 0 10 0,1-1-10 15,0-1 5-15,0 4-5 0,1-5 5 0,-1 3 0 0,1-2 10 16,0 0-15-16,-2 0 15 0,1 0-20 0,-1 0 10 16,1-1-5-16,-1 0 15 0,-1-2-15 0,-1 2 5 0,-1 1-5 15,1-2 15-15,-1 1-5 16,-2 1 1-16,0-1-6 0,-2 4 0 0,0-1 0 15,-1 0 0-15,-2 0 0 0,-2 1 0 0,0-1-11 0,-1-3 6 16,-2 1 0-16,2-2 5 0,-3 4 0 0,-1-2-21 0,0-2 1 16,-1 6 5-16,0-5 10 0,-4 4-6 0,1 0 6 15,-2 0 0-15,0 0-5 0,0 1 5 0,-2 0 0 0,-1 2-6 16,-2-1 6-16,-1 3 0 0,1-1 5 0,-2 4 0 0,1-3-10 16,-1 2 5-16,0-2 0 0,-4 3 5 0,2-2 10 0,-1 2-5 0,-3-1-10 15,1 0 0-15,-2 3 10 0,0-2 0 0,0 4-10 16,0-2 10-16,-4 1-15 0,2 2 10 0,-2-3-5 0,-2 3 15 15,1 2-15-15,-1-1 15 0,0 1-20 0,-2-2 10 0,2 2 5 16,0 0-10-16,1 2 5 0,-2-2-5 0,-1 3 5 16,3-3 0-16,-2 0 0 0,-3 3 0 0,2-3 0 0,0 4 0 15,-2-1-11-15,2-2 16 0,2-1-5 0,0 2 6 0,1 1-6 0,3-2 0 16,0 1 0 0,2 0 0-16,0-1 0 0,3 3 0 0,0-1 0 0,0 2 0 15,0-1 0-15,1 2-11 0,0 0 6 0,1 2 10 0,-2 2-10 0,1-1 5 0,-1 2-5 0,-2-1 5 16,0 0-10-16,1 1-6 0,-2-1-4 0,1 0-1 15,2-1 11-15,-1 0 5 0,-1-1 5 0,6 0-10 0,-2 0 15 16,1-2-5-16,3 1 5 16,1 2-5-16,0-3 0 0,2 5 0 0,2-3 0 0,2-1 0 15,2 3 0-15,1 0 0 0,0 0 0 0,1 0-10 16,-2 1 15-16,2 0-15 0,4 0 20 0,-1 3-10 0,0-3 5 16,0 2-5-16,1-1-10 0,-2 2 15 0,2-1-15 15,1 0 20-15,0-2-10 0,0-1 5 0,0 2-5 0,-2 4 0 16,2-6 0-16,1 5 0 0,0-7 0 0,0 4-10 15,1 2 15-15,-1-1-5 0,3-2 5 0,1-2-5 16,0 2 0-16,0-1 0 0,0 4 0 0,1-3-10 0,-1-2 15 16,1 3-5-16,2-1 5 0,-2 0-5 0,2 2 0 0,0-2-10 0,1-1 15 0,0 4-15 15,0-3 20-15,1 0-10 0,-3-1 5 0,2 1-5 16,1-11 0-16,-1 10-10 0,1-10 15 0,-2 10-5 0,2 0 15 16,0-10-10-16,0 0 11 0,0 0-1 0,0 0 5 0,0 0 1 15,-1 10-1-15,1-10-9 16,0 0 4-16,0 0 0 0,0 0 16 0,0 0-16 0,0 0 16 15,0 0 0-15,0 0 10 0,0 0 0 0,0 0 10 0,0 0-15 16,0 0 25-16,0 0-25 0,0 0 0 0,0 0-16 0,0 0-9 16,0 0-6-16,0 0-5 0,0 0 0 0,0 0 0 15,0 0 0-15,0 0 0 0,0 0 0 0,0 0 0 0,0 0 0 16,0 0 0-16,0 0-10 0,0 0 15 0,0 0-5 0,0 0-5 16,0 0-21-16,0 0-10 0,0 0-15 0,0 0-5 0,0 0-6 0,0 0 1 0,0 0-11 15,0 0-15-15,-6 3-20 0,6-3-11 0,0 0-26 0,-6 4-40 16,-2-1-36-16,8-3-41 0,0 0 16 0,-7 2 122 15,-3-1 62-15</inkml:trace>
  <inkml:trace contextRef="#ctx0" brushRef="#br3" timeOffset="213698.5">20273 15171 0 0,'0'0'0'0,"0"0"40"0,5 12-30 0,-5-12 1 0,4 16-1 15,5-12-5-15,1-3 10 0,1-1-10 0,2 3 1 0,5-1-6 16,2-2 0-16,-4 2 0 0,2-4 0 0,-2 2 0 15,3 4 0-15,-1-4-11 0,1-2 16 0,0 0-5 0,-1 2 6 16,2-1-6-16,0 0 0 0,4-3 0 0,-4-1 0 0,1 2 10 0,-1-2-15 16,1 0 15-1,-1-1 0-15,2-2 0 0,3 0-4 0,-3-1-6 0,2 0 0 16,1-4 0-16,1 2 10 0,0-3-5 0,4-1 0 16,-1 1-5-16,0-3 0 0,0 0-10 0,-1-3 5 0,-2 3 10 15,4-3-10-15,-4-2 5 0,-1 1 5 0,0-2 0 0,0 0-10 16,-5 0-11-16,1 1 6 0,-1-2 5 0,-5 2 5 0,-1-1-10 15,-4-2 5-15,-2 2-11 0,-2-1 1 0,-2-5-6 0,-7 7-9 16,1-4 15-16,-3 1 10 0,-5 1 2 0,0 2 2 0</inkml:trace>
  <inkml:trace contextRef="#ctx0" brushRef="#br3" timeOffset="213874.53">20791 14326 0 0,'-26'-3'20'15,"1"6"-10"-15,-4 1 5 0,3 3-5 0,-2 1-4 0,1-1-6 16,0 5 10-16,-1 2-15 0,-2 3 5 0,1 1 5 15,1 0 0-15,-2 2-10 0,-1 3 10 0,-3 1-5 0,4-1-5 16,0-2 10-16,1 4-5 0,1-4 5 0,-2 1-15 16,6 0 15-16,-1-2-5 0,5 1 5 0,-1-1-15 0,3 0 15 15,2-1-5-15,4 0 5 0,2 0-5 0,3-2 0 0,4 1 0 16,1 0 0-16,7 1-10 0,3-2-26 0,3 2 18 16,3 1 9-16</inkml:trace>
  <inkml:trace contextRef="#ctx0" brushRef="#br3" timeOffset="-210457.37">18088 15214 0 0,'-11'0'137'0,"1"0"-131"0,1-5-6 16,0 0 0-16,0 0 0 0,3-2 0 0,0-7 0 0,6 14 0 0,-5-12 0 0,5 12 10 16,-1-8-15-16,1 8 5 0,0-10-5 0,0 10 5 0,0 0 0 15,1-10 0-15,3 0 0 0,-2 0 10 0,-2 10 15 0,5-9 1 16,1 0-11-16,2-1-9 0,-1 1 4 0,1 1-5 16,1 5 0-16,-2-3 5 0,4 2-15 0,2-1 15 0,-1 0-20 15,2 3 10-15,5-2 5 0,-1-1 0 0,2 0 1 16,2 0-6-16,3 0-11 0,-2 0-4 0,3 3 15 0,3-6 0 0,-3 3 15 15,1 0-10-15,-2-1-10 0,1-1 0 0,-1-1 0 0,-2 2 5 16,-1-1 0-16,-4-2 10 0,0 2-5 0,-2-2-10 0,0 3 10 16,-3-2-15-1,-1-2 10-15,-1 0 5 0,-1 0 0 0,-1-1 1 16,0-1-6-16,-2 2 0 0,0-4-11 0,-1 3 6 16,-1-2 0-16,-1 0 5 0,2 1 0 0,-1-2 0 0,-1 0 10 0,2-2-5 15,-2 1-10-15,-1 2 0 0,1-3 10 0,0 1-10 0,-2 1 5 16,0-2-5-16,-1 1-5 0,-2 4 15 0,-1-5 5 0,2 16-10 15,-5-13 10-15,-1 0-10 0,-3-1 6 0,-1 1-17 16,-2 0 16-16,-4 3-15 0,-2 2 10 0,-3-2 5 0,0 2-10 16,-4 4 5-16,-1 1-5 0,-3 0 15 0,-1 3-15 0,-1-1 5 15,0 2-5-15,-1 3 5 0,4 2 0 0,0-1 0 16,-2 3 0-16,5-2 0 0,0 2 0 0,3-1 0 0,1 3 0 0,1-3 0 16,-2 2 0-16,2-1 0 15,4 1 0-15,-1 1 0 0,2 4 0 0,-1-2-10 16,2-1-6-16,1 3-15 0,1-2-35 0,2 6 5 0,-1-5 30 15,2 0 16-15</inkml:trace>
  <inkml:trace contextRef="#ctx0" brushRef="#br3" timeOffset="-200593.2">22176 18191 326 0,'-10'-2'57'15,"3"-6"-52"-15,-3 3-15 0,4 0 5 16,6 5 20-16,-8-11 5 0,8 11 16 0,-5-13-10 0,5 13-1 16,-2-11-14-16,2-4 4 0,0 15-20 0,1-9 15 0,-1 9-20 0,4-10 10 0,1-3-5 0,0 3 5 15,2 2 10-15,2-1-15 0,1-4 5 0,0 7-5 0,1-4 15 16,0 1-15-16,-1-1 5 0,5 0-5 0,-1 1 5 15,-4-5 10-15,4 4-15 0,-1 0 5 0,2-1-5 0,0-3 5 16,5 1 0-16,-3-2 10 0,3 0-15 0,4 0 15 16,-2 0-20-16,0-4 20 0,3 0-10 0,0 3 26 0,0-3 5 15,1 0 10-15,-1 3-1 16,-2-2 1-16,0 1-10 0,-1 4 5 0,0-3 0 0,1 0 5 16,-1 1 0-16,2 0-21 0,-3 2 11 15,4 0-21-15,0-2 11 0,1 0-26 0,0 3 25 0,-1-3-35 16,1 0 55-16,1 4-19 0,0-4 4 0,1 2-19 0,-2-1-6 15,1 2 10-15,2-1-5 0,-3 2 10 0,4-2 0 0,1 2-4 16,1 0 4-16,2-2 0 0,-1 3 6 0,3 1-1 16,3 0-9-16,-2-1 4 0,1 0 0 0,2 0 6 0,-2 0-1 0,1 0-9 0,0 2 14 15,-2 0-15-15,3-2 1 0,0 2-11 0,-3 1 0 16,3 0 0-16,-1 2 10 0,1 0 5 0,1-4 6 0,0 7-11 16,3-6 5-16,-3 6 0 0,2-2-4 0,2 0 4 15,1-2-10-15,-4 0 11 0,7 2-11 0,-3-1 20 0,0 2-4 16,2-2 15-16,-1-2 10 0,2 0 0 0,-2 2 0 0,-1 3-5 15,-1-3-11-15,3 0-4 0,2-3-6 0,-4 2 1 0,2 0-11 16,1-2 6 0,-3 3-21-16,1 0 5 0,-1 1-5 0,-3-1 5 0,0 0 10 15,-6 1-15-15,3 4 15 0,-4-1-10 0,-4 1-5 0,-1-4 0 0,-1 4 0 0,-8 0 5 0,-1-1 0 0,-2 1 0 16,-4-4-11-16,-15 4-4 0,0 0-26 0,0 0-20 16,15 0-16-16,-15 0-36 0,0 0-25 0,0 0-52 0,0 0-40 15,0 0-26-15,0 0-20 16,3-7 59-16,-6 2 108 0,-2-3 55 0</inkml:trace>
  <inkml:trace contextRef="#ctx0" brushRef="#br3" timeOffset="-200276.71">24732 16860 992 0,'9'10'87'0,"1"-5"-82"0,1-2-5 16,3-6 31-16,2-2-6 0,4-2-4 0,1 0-16 15,4 2 15-15,0 0-20 0,4 4 6 0,5 0-11 0,2 1 15 16,-1 2-15-16,1 1 15 0,0 2-10 0,0 1 5 0,1 2-15 16,-2-1 5-16,1 3 10 0,-5-1 0 0,0 4 0 15,0-1-15-15,-2 1 15 0,1 0-5 16,1 2 5-16,-6 0-5 0,-2 0-10 0,2 1 15 0,-3-1-15 16,2 0 10-16,-4 2 5 0,-3-1 0 0,1-1-10 15,-5-2 10-15,1-1-15 0,-4-2 10 0,-4-1-5 0,-6-9 5 16,0 0 0-16,4 10 10 0,-4-1 5 0,-1 1-5 0,-8-5 6 15,-1 4-21-15,-4-3 5 0,-3 2-5 16,-4-1 5-16,-4 1 0 0,0-2 0 0,0-1-31 0,-1 0-15 16,-6 2-26-16,4-2-25 0,-3 0-37 0,2-2-19 0,0 0-31 0,2-2-21 0,-2 4 52 15,2 3 76-15,-1-6 39 0</inkml:trace>
  <inkml:trace contextRef="#ctx0" brushRef="#br3" timeOffset="-199199.29">26528 16841 1324 0,'0'0'384'0,"0"18"-353"16,0-18-41-16,0 0-5 0,0 0 15 0,0 0-10 0,0 0 10 0,0 0-5 16,0 0 5-16,6 9 0 0,-1-4 0 0,2-3-11 0,1-9 16 0,1-2-25 15,2-4 15-15,1 3-16 0,3 3 6 0,0 2-6 16,1-3 1-1,3 1-11-15,2-1 5 0,0 0-10 0,4-2 0 0,1 0 6 16,4-5 4-16,-4 3 6 0,2-4-11 0,0 1 16 0,2 0-16 0,-2-1 11 0,2-4 5 0,-1 2 10 16,-3 1-6-16,0 0 6 0,-1-2 10 0,-1 2-10 0,-1-1 15 15,-3 6 11-15,-5 0 15 16,-2 3-6-16,-13 9-14 0,0 0-21 0,0 0 0 0,0 0 0 16,0 0 5-16,0 0-11 0,0 0 6 0,0 0 0 15,12 0 5-15,-4 4 10 0,-3 3-15 0,-4 5 5 0,-2 7 5 16,1 0-10-16,-5 4 15 0,0 7-30 0,0-9 25 0,-2 8-10 15,1-1 10-15,-4 3-5 0,2 1 0 0,-4-1 0 16,1 4 10-16,-3 4-5 0,-1 0 1 0,-1 2-17 0,-3 0 16 16,3-1-15-16,-4 1 20 0,3-5-10 0,-3-2 6 0,4 0-6 15,-2-4 0-15,2-6 0 0,1-1 0 16,4 0 0-16,-1-2 0 0,1-2 10 0,1 0-15 16,1-4 5-16,-1-1-5 0,2 1 5 0,0-4-21 0,2-1-10 0,-1 0-20 0,7-10-5 15,-7 10-16-15,1-5-5 0,6-5-15 0,0 0-36 0,0 0-30 16,0 0-62-16,0 0-26 0,-5 0 146 0,-2-5 50 0,5-5 25 15</inkml:trace>
  <inkml:trace contextRef="#ctx0" brushRef="#br3" timeOffset="-198872.93">26953 16586 1360 0,'2'-13'149'0,"6"1"-144"0,-2 3-5 16,0-1 0-16,5 2 0 0,3-1-10 0,1-1 5 16,5 7-11-16,-5-1 21 0,2 4-25 0,3-4 4 0,2 9-9 15,3-2 4-15,1 5-9 0,2-1-6 0,4 3 5 16,-1-1-5-16,0 2 11 0,4 0-1 0,-4 2 16 0,2-1 5 16,-3 4 5-16,0-3-10 0,-3-1 5 0,-3 3-11 15,-3-4 1-15,-6 4 5 0,0-5-6 0,-6 0 11 16,-9-10 10-16,5 10 0 0,-5 3 11 0,-5-3 20 0,-8 3-16 15,1-2 6-15,-10-1-21 0,-1 1 10 0,-3-1-10 0,-4 0 1 16,-2-5 4-16,-3 3 15 0,3 0-10 0,-3-2 6 16,0-2-6-16,0-3-4 0,-1 0-16 0,2-2 10 0,1 1-5 15,0-4 5-15,2 3-36 0,2-3-36 0,3-1-56 0,2 3-35 0,2-2-62 16,2 0-56-16,4-1 28 0,-1 4 124 0,4-4 62 0</inkml:trace>
  <inkml:trace contextRef="#ctx0" brushRef="#br3" timeOffset="-198255.96">27431 16923 1294 0,'0'0'158'0,"0"0"-137"0,0 0-21 0,0 0 0 15,0 0 10-15,0 1-5 0,5-1 11 0,0-2-11 16,5-1-10-16,0-2 0 0,1 0 0 0,4-2 5 0,0-2 10 15,-2 10-5-15,1-1-10 0,0 4 10 0,1-3-5 0,0 3-5 16,1 0 0-16,0 1 10 0,3 0-10 0,-2 1 5 16,7-1 5-16,-3 0-21 0,6 4 1 0,-4-1-51 0,2 0-16 0,3 2-41 0,-2-2-10 0,-1-1-21 0,-4 1-35 15,3 2-52-15,-4-4-2 0,-3 2 122 0,-2-5 60 16</inkml:trace>
  <inkml:trace contextRef="#ctx0" brushRef="#br3" timeOffset="-198053.87">27343 17069 1678 0,'5'25'369'16,"6"-7"-369"-16,3-6 0 0,2 2 0 0,4-9-11 15,5-1-20-15,6 0-25 0,2 2-21 0,7 4-30 0,1 3-21 16,5 2 0-16,5-1-10 0,1 5 10 0,-1-2-10 0,4 2-11 0,-3 0-40 15,1-3-52-15,1 1-22 0,-2-1 131 16,-2-1 66-16</inkml:trace>
  <inkml:trace contextRef="#ctx0" brushRef="#br3" timeOffset="-192266.35">28433 17015 1002 0,'0'0'26'0,"0"0"-52"0,0 0 16 0,0 0 0 15,0 0 0-15,0 0 5 0,-3 8 10 0,7-10-10 0,1-3 15 0,1-1-20 0,3-3 20 16,2 3-10-16,5-8 5 0,3 1-15 0,-4 13 15 0,3-3-15 15,2 3 10-15,3 0-5 0,0 0-6 0,-2 1 6 0,6-1 0 16,1 5 5-16,-2 2 10 0,5 0-5 0,-1 0-10 0,-4 3 10 16,3 2-5-16,-1-1 6 0,-3 2-6 0,-2 0-11 15,-4 2 16-15,0-2-15 0,-7 2 10 0,-2-1-5 0,0-1 5 16,-6 2 0-16,-3 0 0 0,-1-1 0 0,-5-2 0 16,-5 2-10-16,-1 1 15 0,1-2-5 0,-6 1-5 0,-3 1-11 15,-2 1 6-15,-2-1 5 16,-2-3-5-16,0 1 15 0,0 2-15 0,0-3 20 0,3-1-20 15,-3-1 10-15,5-1 5 0,0-3 0 16,4 3 0-16,1-4 15 0,2 1 1 0,0-1-6 0,0-1 1 16,1 2-11-16,2-1 10 0,-1-2 0 0,11-3-4 0,-10 5-6 0,2 0-5 15,8-5 0-15,0 0 20 0,0 0 11 0,0 0 10 0,0 0 0 16,0 0 0-16,0 0 10 0,0 0-5 0,0 0-10 0,0 0-1 16,0 0 1-16,0 0-5 0,-2 8-6 0,5-1-4 0,4 1-11 15,3-3 6-15,4 2-21 0,3 2 15 0,3-3-10 0,6-1-5 16,-6-1 10-16,1-3-15 0,-1 1 20 0,1 0-20 0,2 1 10 15,-6-1-5-15,-1 1-6 0,-1-1-25 0,-15-2-35 0,12 4-21 16,-12-4-31-16,0 0-10 0,0 0-11 0,0 0 22 16,0 0 9-16,0 0 1 0,0 0-27 15,0 0-24-15,0 4 45 0,-7-3 59 0,-3-1 30 16</inkml:trace>
  <inkml:trace contextRef="#ctx0" brushRef="#br3" timeOffset="-182120.16">27308 15871 690 0,'-46'-7'195'0,"5"-2"-200"0,-4 0-6 16,6-5-4-16,-1-1 5 0,-1 0-6 0,5 2 21 0,-4 10-25 15,0 1 15-15,-4 4-36 0,3 3 15 0,-4 7-15 16,3 0 5-16,-4 3-5 0,1 3 0 0,-3 3-10 0,-2 1 15 16,-1 2 6-16,1 0 9 0,-2 6 1 0,1 4-11 0,-5 5 16 15,-1 7 5-15,1 0-11 0,1 6-20 0,3 4 5 16,1 7 16-16,-2 1 5 0,5-1-11 0,5 0 11 0,3 4 15 16,7-5 5-16,4-1 10 0,8-5 0 0,7-2 16 0,8 1-5 15,6-2-1-15,5-3 6 0,5-3-6 0,6-1-9 16,5 2 9-16,4-4-4 0,5-5 15 0,0 0-11 0,6 0 22 15,5-1 4-15,4-4 0 0,1-4 5 0,3 4-20 0,6-5-6 0,2 6-9 0,3-4-1 0,6-1 32 16,2 1-16-16,4-1-1 0,-1-1-34 0,2 2 9 16,3 0-10-16,1-1 5 0,-1 0-5 0,3-2 0 0,2 0 10 15,-1-2-5-15,0-1 1 0,6-6 4 0,-4 0 15 16,5-4 0-16,0-5 1 0,-5 0-6 0,1-7-9 0,-1-3-6 16,2-3-5-16,-1-2 10 0,0-1-15 0,-2-3 5 0,1-5-5 15,-1 3 5-15,0-5 0 0,-1-3 0 0,1 1 10 0,-3-3-15 16,-3-2 25-16,-2 4 16 0,-2-5 0 0,-3-1 5 0,-2 5-5 15,-5 0 5 1,-4 1 0-16,-5 0 10 0,-6-1-15 0,-1 2-6 16,-5-2-29-16,-4 1 9 0,-4-1-10 0,-2 0 5 15,-3 1-5-15,-4-6-10 0,-3 1-6 0,-2 1 6 0,-7 0 5 0,-1-5-5 16,-5-1-6-16,-1-4 6 0,-8-1-5 0,-1-3 10 0,-6-5 0 16,-4-1-5-16,0-6 5 0,-7 1 0 0,-2-3 5 15,-4 1-11-15,-6-2 6 0,2 0 10 0,-6 3-10 0,0-1 5 16,-7 3-15-16,1-4-1 0,-5 0 6 0,-3 0 5 0,0 2 5 15,-5-2-10-15,-2 5 5 0,0-1-11 0,-5 2 11 16,2 2 10-16,-1-1 0 0,-3 6-10 0,0 3 0 0,0 2-10 16,-1-2-11-16,-1 5-10 0,2 0-15 0,-4 4-15 15,5 5-22-15,2 0-19 0,-5 0-21 0,6 0-21 0,-4 9-19 0,3-3-32 0,-2 2 90 16,2 3 55 0,-3 2 28-16</inkml:trace>
  <inkml:trace contextRef="#ctx0" brushRef="#br3" timeOffset="-179899.21">26145 18131 951 0,'0'0'102'0,"0"0"-107"0,0 0 5 0,0 0-15 0,9 4 10 16,-2-3 10-16,6-6 0 0,-2-1 0 0,4-2-5 16,1-11 0-16,3 2 0 0,2-2-10 0,-5 5 15 0,4 0-5 15,2 1 5-15,-2 0-15 0,1 0 15 0,2 1-5 16,0-2 5-16,2-4-5 0,0 2 0 0,1-1 0 0,0-1 0 15,0 0 0-15,-1-1 0 0,0-2-10 0,-2 2 15 0,1 5-5 16,-7-4-5-16,2 3 0 0,-3 3 0 0,-1 1 5 16,-1 3 0-16,-14 8 0 0,0 0-10 0,0 0-6 0,0 0 6 15,11-3-5-15,-11 3 20 0,0 0-5 0,0 0-5 16,1 5 0-16,-2 4 10 0,-4 6-10 0,-5 5 5 0,-6 5-5 16,-4 6 5-16,-5 4 10 0,-3-1-15 0,1-3 15 0,-1 3-10 15,1 1-5-15,-2 1 10 0,3-4-26 0,-3 1 6 16,3 2-21-16,4-1 21 0,-2-1-6 0,3-3 6 0,2-2 5 15,3-3-6-15,0 4 11 0,2-3-10 0,3 2-11 0,1 0-20 16,2-7-10-16,8-21-6 0,-10 23 1 0,0 8-11 16,0-7 16-16,10-24-16 0,0 0-20 0,-9 22-51 0,2-2 82 15,7-20 30-15,0 0 16 0</inkml:trace>
  <inkml:trace contextRef="#ctx0" brushRef="#br3" timeOffset="-179622.34">26452 17849 747 0,'0'0'173'0,"11"-9"-157"0,-2 1-11 0,-9 8-5 0,0 0-10 0,10-5 15 0,0-1-5 16,1 3 15-16,0 3-10 0,3 2 11 0,4 3-11 16,-1 0 0-16,6 2-5 0,-3 3 0 15,5 1 10-15,-3 4-15 0,7-1 5 0,-8-1-5 0,6 0 5 16,-3 0 0-16,-3 6 0 0,-1-7-10 0,-1 4 5 15,-3-1-11-15,-6-2 11 0,1 2-21 0,-6-2 6 0,0 0 5 16,-3-2 10-16,-2 2 5 0,-5-1 0 0,-2-1-11 16,-3 0-4-16,0-4-16 0,-1 3-15 0,-7-1-10 0,0 6-16 15,-2-5 6-15,-5-5-1 0,4-1-5 0,-4 2-4 16,-1-1-6-16,0-2-20 0,2-1-1 0,-1-7 62 0,2 5 21 0,3 0 10 0</inkml:trace>
  <inkml:trace contextRef="#ctx0" brushRef="#br3" timeOffset="-179480.11">26549 18049 0 0,'19'-1'245'16,"0"-3"-163"-16,1 2-1 0,4-3 1 0,-2 2-20 0,3 2-11 16,0 0-10-16,0 1 0 0,1 0-21 0,2 2-9 0,0-2-11 0,-2 5 0 15,-1 0 0-15,2 4 0 0,-4-3-11 0,1-1-35 16,-4 4-20 0,0-4-36-16,0 5-21 0,-5-4-16 0,0 1 24 0,-15-7 58 15,0 0 28-15</inkml:trace>
  <inkml:trace contextRef="#ctx0" brushRef="#br3" timeOffset="-179296.56">26856 18244 874 0,'4'15'215'0,"-4"-15"-179"0,0 0-57 15,6 12 11-15,1-4-10 0,3-3 15 0,3-2-11 0,5-8-9 16,2 7-21-16,4-2-21 0,-1 3-10 0,6-2-5 0,2 2-10 15,0-2-5-15,3 3-5 16,-1 2-31-16,-2-2-36 0,0-3 87 0,0 2 41 0,-1-1 21 16</inkml:trace>
  <inkml:trace contextRef="#ctx0" brushRef="#br3" timeOffset="-179126.3">27718 18112 940 0,'0'10'98'0,"-5"3"-78"16,0-3-25-16,-5 1 0 0,-2-5 10 0,-3 0-10 0,0 2 5 16,0 0-5-16,-1 3 5 0,-4 4 0 0,3-1-20 0,-3 3-31 15,0 3-21-15,1 0-20 0,2-4-16 0,0 3-20 16,0-1-10-16,4-5-5 0,0 5-3 0,3 1 73 16,2-4 37-16</inkml:trace>
  <inkml:trace contextRef="#ctx0" brushRef="#br3" timeOffset="-178955.21">27641 18307 1110 0,'-7'15'61'0,"7"-15"-123"0,0 0-40 0,-9 14-5 0,9-14 9 15,0 0 12-15,0 0-7 0,0 0-24 0,-3 11-16 0,5-3-31 16,4-3 59-16,4 2 53 0,4 1 26 0</inkml:trace>
  <inkml:trace contextRef="#ctx0" brushRef="#br3" timeOffset="-178592.4">28141 18446 352 0,'21'-7'123'16,"-1"-2"-92"-16,0 3-16 0,-3-5 11 0,2 1-1 16,-4-8 1-16,-3 8-6 0,3-5 11 0,-3 1-16 0,0-1 16 15,-1 1-11-15,-4 3 6 0,-1-3-16 0,-6 14-4 16,5-15-6-16,-3 2 0 0,-4-2-11 0,-4 5 6 0,-3 1 0 0,-2-1-5 0,-4 4 5 15,-3 1 0-15,-5 0 5 0,0 10 0 16,-3-5 0-16,-4 6 0 0,-1-2 0 16,-3 5 0-16,3 2 10 0,1-1-5 0,4 2-10 15,1-4 10-15,3 2-15 0,2-2 20 0,9 3-10 0,0 1-16 0,2-5-4 0,9-7 5 0,0 0 0 16,0 0 10-16,0 12 0 0,0-2 5 0,5-2 0 16,2 0-11-16,2 2-4 0,5-2-6 15,2-3 1-15,6-3-1 0,-7-2-20 0,6 0 0 0,1-2-15 16,2-1-10-16,3 1-11 0,1-2 5 0,-2 0 16 15,3-1 40-15,-2 5 21 0,0-3 37 0,-1 1 9 0,-1 2 0 16,-7 0-5-16,-1 2 5 0,-6 1-5 0,-11-3 10 16,0 0 1-16,5 14-6 0,0 0 15 0,-6 3-4 0,-4 7-16 15,-7 0-16-15,-1 6-29 0,-2 1 9 0,-3-5-10 0,-4 4 5 16,1-3-5-16,-2 1 10 0,-1-1-5 0,3-7-10 0,1 3-21 16,4-4-40-16,0 3-31 0,2-4-11 15,14-18 11-15,-12 16 0 0,12-16-31 0,0 0 23 0,0 0 53 16,0 0 26-16</inkml:trace>
  <inkml:trace contextRef="#ctx0" brushRef="#br3" timeOffset="-178287.84">28617 18385 1703 0,'0'0'56'0,"-3"28"-127"16,3-28-11-16,0 0 21 0,0 0 25 0,1 28 15 16,4 2 1-16,4-9-31 0,1 1-16 0,1-11-15 0,5-1 0 15,3 10 21-15,-7 0 9 0,1 0 12 0,-3-2-1 0,-10-18 21 16,12 22 10-16,-12-22-1 0,0 0 6 0,4 18 0 0,-4-18-5 16,0 0 15-16,1 25-5 0,-6-2 5 0,-2-8-5 0,-3-1-10 15,-5 2 15-15,-4-2-5 0,-6-4 5 0,4-5-5 16,0-7 0-16,1-1 10 0,20 3 5 0,0 0-4 0,0 0-6 0,0 0 5 0,0 0-5 0,0 0 1 0,0 0-17 15,0 0-4-15,0 0-6 0,0 0-30 0,-2 10-46 16,9-2-42-16,4-1-60 0,14-3-57 0,9 10 149 0,3-4 53 16,14 5 27-16</inkml:trace>
  <inkml:trace contextRef="#ctx0" brushRef="#br3" timeOffset="-177726.37">27492 18837 490 0,'20'15'88'16,"1"-4"-109"-16,0-3 6 0,0 2 15 15,4-5-5-15,4-5 15 0,2 4 0 0,5 2 0 0,4-5-4 16,-1 4-6-16,7 3 0 0,3-6 0 0,-2 5 0 16,3-1 10-16,3-1-15 0,-3-14 5 0,1 13 5 0,1-3 10 15,-1-2 5-15,0 1-19 0,-1-6 9 0,2 3-20 16,-6-1 20-16,0 11-20 0,-2-11 20 0,1-1-10 0,-4-4-5 15,0-1 0-15,-2 4 0 0,-3-9-6 0,1-3 6 0,-3-5 0 16,-3-3 5-16,-3-2 0 0,2-1 10 0,-6-2-5 16,-1-4 11-16,-3-6-11 0,-1 2 10 0,-3-1-10 15,-2-5 1-15,-7 2-6 0,-1 0-11 0,-2 2-4 0,-5 2-16 16,-4 0 5-16,-5 3-10 0,-6 1 0 0,-7 5-5 0,-1-1 11 16,-8-2 15-16,-4 0 10 0,-3 4-6 0,-6 0 16 0,-6-1 5 15,-1 6 11-15,-7 0 10 0,-2 4 5 0,-2 0 5 0,0 5-11 16,-7 5-4-16,2 2-16 0,-8 8 6 0,3 0-11 0,-6 7 0 0,2 3 5 0,-1 6-5 15,1 3 11-15,1 4-1 0,2 5 5 0,4 3-10 0,3 0 16 16,2 3-16-16,9 0 1 0,7 6-1 0,5-7 5 0,11-1 26 16,4-1-10-16,12-1-11 0,4 9-14 0,8-5-6 15,4-1 10-15,6-2-5 0,0 3 0 0,5 5-15 16,6 0-16 0,-1-1-30-16,1-9-36 0,5 5-52 0,4 1-45 0,4-6-3 15,-1-1 96-15,2-6 48 0</inkml:trace>
  <inkml:trace contextRef="#ctx0" brushRef="#br3" timeOffset="-167518.79">27650 16195 787 0,'-26'-31'51'0,"-3"1"-66"0,2 0 25 0,1 2-15 15,-3-2 0-15,3 2 0 0,-4 2 5 0,-1 6-10 16,-6 2 15-16,-3 3-5 0,-3 8-5 0,-7 2 0 0,-6 5 0 16,-5 8 15-16,-6 4-15 0,-4 3 5 0,-1 7-5 0,-6 7 5 15,1 4 0-15,-8 7-11 0,0 6-4 0,-1 1-16 16,-1 5-5-16,-3 7-5 0,-4 5 0 0,-2 3-20 0,3 6 20 15,-5-1 16-15,2 7 9 0,-2 8-10 0,0 2-10 16,6 2-5-16,1 2 11 0,2 4 15 0,12-4 10 0,1 1 5 0,11 1 30 0,11-2-15 16,8-6 11-16,12-4 0 15,12 2 20-15,9-4-10 0,11-1 5 16,9-4-5-16,11-6 5 0,3-3-11 0,7-2-4 0,5 2-6 16,5-3 0-16,2-1-9 0,2 1 4 0,7-1 0 0,-2-1-4 0,4-3 4 15,5 0 0-15,1-6 6 0,-1-8 10 0,6-3 25 0,-1-11 16 16,4 2 9-16,-1-4 12 0,7-8-6 0,0-2-20 15,3-14-17-15,6 8-9 0,3-2-21 0,3 2-9 16,8-11-11-16,6-3 0 0,-3 1-10 0,3 0-36 0,6 6-10 16,-4-7-21-16,2-8 10 0,0 3 1 0,-2-6 4 15,-1 5 11-15,1-7-5 0,-4-5 0 0,-1-1 14 0,0-8 1 16,0-3-5-16,-4-7 10 0,-2-6 16 0,2-5 15 16,-6-5 5-16,-3-6-10 0,2-2 5 0,-5-1 0 15,-4-4 5-15,-1 3 0 0,-5 5 0 0,-3-5 20 16,-6 2 11-16,-6 1-1 0,-3-5 6 0,-3 3-21 0,-9 0-4 15,-2-2-1-15,-7 2-5 0,-3 1 1 0,-7 1-6 0,-6 3-21 16,-6 2 21-16,-5 2-26 0,-6 0 11 0,-8 3-11 0,-3-1-5 16,-8-1 6-16,-5 0-21 0,-6-1-15 0,-8 1-36 0,-3-2-37 15,-9 2-50-15,-7 0 97 0,-4 2 44 0,-7 4 21 16</inkml:trace>
  <inkml:trace contextRef="#ctx0" brushRef="#br3" timeOffset="-166955.94">29643 17467 1401 0,'-5'17'307'0,"5"-17"-347"0,0 0-47 0,0 0-11 0,0 0 27 16,0 0 30-16,0 0 36 0,4 18-5 0,4-4-11 0,2-3-15 16,5-1-15-16,3-10-16 0,5 5 11 0,3-1 15 15,3-2 15-15,-3 1 16 0,0-3 5 0,-1-3 5 0,4 2 0 16,-3 0 0-16,1-4 0 0,7-4 0 0,-5 3 0 16,1-3 10-16,1 0-5 0,-1-2 1 0,-1-2-6 0,-2 1 10 15,-2-1-5-15,-3-1 20 0,-3 2 6 0,-3-1 10 0,-2 7-10 0,-14 6-16 0,0 0-9 16,0 0-17-16,0 0 6 15,0 0 0-15,0 0 5 0,0 0 0 0,0 0-10 16,0 0 25-16,-2-2 0 0,-3 5-9 0,-8 2-6 16,-7 5 5-16,-5 4-10 0,-7 6 5 0,-7-2-5 0,-2 6 5 0,5-3 0 0,0-1 0 15,-1 3 10-15,0 1-5 0,1 2-10 0,2-1 10 16,4 2-5-16,-1-3 5 0,5-2-5 0,1 2 0 16,5-2 0-16,0-2-10 0,1-3-16 0,4 2-10 15,-2-1 5-15,3 2-5 0,-1-9-30 0,1 3-41 0,-1-4-57 16,5 2-26-16,-5 3-35 0,4-9 46 0,-2-2 90 0,1-4 44 15</inkml:trace>
  <inkml:trace contextRef="#ctx0" brushRef="#br3" timeOffset="-166697.23">30041 17301 1499 0,'15'3'189'0,"-2"0"-178"0,2 1-22 0,0-3 16 16,-4-4-15-16,4 3 10 0,1-2-15 0,2 2 20 0,-1 5-5 15,-1 0-16-15,4 2-25 0,-1-2-25 0,2 4-1 16,-4 0 1-16,-2 0 4 0,-4-3-9 0,1 4 25 0,-4 0 20 16,-4-1 11-16,-4-9 10 0,0 9 10 0,-5 1-10 15,-4 0 5-15,-2 0 5 0,-4 3-10 0,-5-6 15 0,-5 3-10 16,-3-1 5-16,-2-4-15 0,-2 0 15 0,-2 0-5 0,-3 0 5 16,0-2-5-16,-1-1-10 0,2 0-16 15,-2-1-20 1,4 0-10-16,2-1-16 0,2 4-25 0,3-5-36 0,0 1-11 15,5-3-34-15,1 3-12 0,6-1 62 0,2 0 64 0,13 1 32 0</inkml:trace>
  <inkml:trace contextRef="#ctx0" brushRef="#br3" timeOffset="-166552.16">30048 17414 751 0,'23'5'246'0,"1"4"-180"16,-1-2-40-16,-5-2 15 0,2 0 0 0,0-1 15 15,0 0-20-15,1-2-15 0,1 7-16 0,-2-3 5 0,1 4-15 16,3 2-16-16,-2-2-45 0,0 1-62 0,2 3-36 0,-4 2-82 15,0-2-51-15,0-1 111 16,-4-1 93-16,-1 0 46 0</inkml:trace>
  <inkml:trace contextRef="#ctx0" brushRef="#br3" timeOffset="-166365.28">30100 17711 2047 0,'-11'16'0'0,"11"-16"0"16,0 0 0-16,0 0 0 0,0 0 0 0,0 0 0 0,0 0-11 15,1 15-133-15,4-1-45 0,8-6-26 0,3-1-46 0,4-2-5 0,7 0-5 0,4 3-5 16,8-1 69-16,-9 7 103 16,3-4 52-16</inkml:trace>
  <inkml:trace contextRef="#ctx0" brushRef="#br3" timeOffset="-165965.34">30775 17645 1734 0,'-8'27'313'15,"8"-27"-313"-15,0 0 0 0,0 0 0 0,0 24 0 0,5-14-1 16,5-3-70-16,3-2-6 0,5-5 0 0,4 7-5 15,2 1 0-15,-2 6 0 0,-4 3 0 0,-2 0 21 0,-3 2 10 16,-2-4 0-16,-5 8 15 0,-1-3 16 0,-1-6 15 0,-5 1 5 0,-2 0-11 0,-2-2 16 0,-2-5-5 16,-6 4 6-16,2-6-6 0,-4-1 0 0,0 1 0 0,-5-2 0 15,1-3 0-15,-3 2 0 0,0-6 0 0,3 3 0 16,2-1 0-16,0 1 10 0,2-1-15 0,2-3-6 0,13 4-30 16,0 0 10-16,0 0-20 0,0 0 10 0,0 0-5 0,-5 5 5 15,10 0-10-15,4 5 5 0,5-1 10 0,2 2 11 0,5 2 15 16,0 6 15-16,6 1-10 0,-2-5 5 0,-7 1 15 15,-1-1 16-15,-2 8 20 0,-4-9-5 0,-5 1-11 0,-6-15 1 16,0 0 10-16,5 15 21 0,-5-15 20 0,0 0-10 0,0 10-6 16,-6 2-19-16,-5-1-27 15,-4-5-4-15,-5-6-16 0,-5 4 10 16,-3-3-10-16,-2 2 1 0,0-2-6 0,0-2 0 16,2-3 0-16,-5 4-11 0,2 4-35 0,0-3-61 0,1 3-47 0,4-7-35 0,-4 8-41 15,7-2-41-15,0 2 7 0,5-4 132 0,2-1 66 0</inkml:trace>
  <inkml:trace contextRef="#ctx0" brushRef="#br3" timeOffset="-165492.57">29531 17986 2047 0,'-25'32'0'0,"8"-6"0"0,-2-2 0 15,19-24 0-15,-10 20 0 0,5-6 0 0,5-4 0 0,9 3 0 0,-3-2 0 16,8 8 0-16,1 2 0 0,6 2 0 0,1 2 0 16,8-3 0-16,5 4 0 0,3-1 0 0,6 4-21 0,3-3 6 15,4 2-1-15,1 1-10 0,4 3-10 0,4-1 6 16,0 0-6-16,-1 5-10 0,3-9-10 0,-1 2-6 0,3-6 1 16,-5-2-11-16,2 2 6 0,-4-5-1 0,2-10 6 15,-3-1-1-15,0-5 1 0,-3-7-11 0,0-2-15 0,-1-6-10 16,-1-11-15-16,0-2 14 0,-2-6 27 0,-1-8 19 0,-2 0 22 15,3-4 25-15,-5-3-5 0,2-5 20 0,-2 1 10 0,-2-1 26 0,-7 1 20 16,0-2 32-16,-4 0-6 0,-1-2 0 16,-5-2 0-16,-6 2 6 0,-4 2-27 0,-5-2-15 15,0 4-35-15,-5 7-11 0,-8-5-10 0,-7 8 0 16,-5 0 0-16,-5 5 0 0,-6-2-10 0,-9 4 5 0,-6 3 0 16,-8-2-5-16,-3-1 5 0,-6 5 0 0,-3 0 15 0,-4 4 5 15,-2 2-5-15,1 3 5 0,-4 0-10 0,-1 6 1 0,-3 3-6 0,2 3-11 0,-4 1 16 0,-2 4-5 0,1 3 16 16,1 3-21-16,-7 4 5 0,6 1 5 0,-5 3-10 15,4 3 15-15,1 1-10 0,5 5 5 0,2 0-5 0,4 2 0 16,8-1-10-16,8 4 5 0,4 0-11 0,9 3 1 16,2 2-26-16,8 2-20 0,6 2-16 0,6 0-25 0,5 6-11 15,1 4-31-15,9 0-9 0,4 8-42 16,2 3-24-16,4-2 78 16,5 4 71-16,0-1 35 0</inkml:trace>
  <inkml:trace contextRef="#ctx0" brushRef="#br3" timeOffset="-160511.75">31373 18264 419 0,'-12'-5'20'0,"5"-3"-25"0,1 0 10 0,4-1-10 16,2 9 36-16,0-14 10 0,-3-1 30 0,3 15-24 0,0 0-12 15,5-11-24-15,1 3-6 0,-6 8-5 0,0 0 0 16,7-8 0-16,-7 8 10 0,10-4-5 0,0 3-10 0,5 2 0 15,-2 3 0-15,5 4 15 0,-1-1-5 0,4-1-10 0,2 4 0 0,-2 1 0 0,4 5 15 16,-1-3-5-16,6 0 0 0,-2-3-5 0,0 5-10 0,-1 4-5 16,1-4-26-16,-1 0-21 0,-1-5-4 0,-1 4-11 15,-5-4-10-15,2 0-10 0,-1 3-26 0,-4-11 64 0,-2 3 30 16,2-6 14-16</inkml:trace>
  <inkml:trace contextRef="#ctx0" brushRef="#br3" timeOffset="-160274.58">31826 18140 158 0,'-16'-9'41'0,"-2"4"-11"0,-4-4-9 0,0 3 10 16,2-4-6-16,0 2 1 0,-3-6-16 0,3 8-5 0,-4 1 5 16,-1 0 5-16,3 4-4 0,1-3 4 0,-3 4 0 15,2-4 6-15,-1 7-1 0,2-2 1 0,1 4-1 0,2 0 1 16,4 1-1-16,0 3 11 0,4 1-5 0,5 4-1 0,0 0 6 15,4 0-16-15,1 2 16 0,2 2-21 0,3 2-10 16,3 1-5-16,2 3 0 0,3 1 15 0,5 0-15 0,-2 3-36 16,8-1-25-16,-3 3-16 0,5 4-30 0,-5-3-6 0,4 2-41 0,-1-3 98 15,2 3 30-15,-1 2 16 0</inkml:trace>
  <inkml:trace contextRef="#ctx0" brushRef="#br3" timeOffset="-143084.06">26048 12627 767 0,'-7'6'112'16,"7"-6"-106"-16,0 0 14 0,0 0 6 0,-9 7 4 0,9-7-4 0,0 0-26 15,-7 4 0-15,7-4 5 0,0 0 0 0,0 0 1 0,0 0-6 16,0 0-11-16,-8 0 16 0,8 0-15 0,0 0 20 0,0 0-20 16,0 0 20-16,0 0-10 0,0 0 16 0,0 0-1 15,0 0 5-15,0 0-10 0,0 0 16 0,0 0-16 0,0 0 11 16,0 0-16-16,0 0 10 0,0 0-10 0,0 0 11 0,0 0-1 15,0 0-5-15,0 0 6 0,0 0-1 0,0 0 5 0,0 0-9 0,0 0 4 0,0 6 0 16,3-6 6-16,-1 2-1 0,3-2 11 0,4 5 5 0,3-2 5 16,-1 2 0-1,6 3 0-15,-10-7 10 0,3 1-5 0,1 1 0 0,0-1 5 16,2-2-5-16,-1-1 0 0,3 4 5 0,-1-2-4 0,-2-2 9 0,3-3 0 0,-1 5-9 0,-3-2-47 16,0 1 0-16,3 0 0 0,-3-1 0 0,-1-2 0 0,0 7 0 15,0-3 0 1,2-1 0-16,1 0 0 0,-1 4 0 0,0-2 0 15,1-2 0-15,-1 5 0 0,2-1 0 0,-2 2 0 0,2-3 0 16,1-1 0-16,-1-1 0 0,-2 3 0 0,3-3 0 0,-4-1 0 16,2 0 0-16,-13 0 0 0,11 2 0 0,-11-2 0 15,0 0 0-15,0 0 0 0,0 0 0 0,0 0 0 0,8 3 0 16,-8-3 0-16,0 0 0 0,0 0 0 0,8-2 0 0,-8 2 0 16,0 0 0-16,0 0-6 0,0 0-127 0,9-4-51 0,-9 4-21 0,0 0-20 0,0 0-41 15,1-7-52-15,4-2-65 16,-4-3 219-16,2 2 82 0,-3-4 41 0</inkml:trace>
  <inkml:trace contextRef="#ctx0" brushRef="#br3" timeOffset="-142275.41">28020 12614 485 0,'0'0'51'0,"0"0"-30"0,0 0 20 0,0 0 0 16,0 0-6-16,0 0-9 15,0 0-16-15,0 0-4 0,0 0 4 0,0 0-5 0,0 0 10 16,0 0 0-16,-5-6 6 0,5 6-11 0,0 0-4 0,1-2 14 0,4 1-10 0,0-4 11 0,4 3-6 16,2-1 16-16,4-5 5 0,5-2 5 0,-6 8-1 0,-3-1 1 15,0 0 0-15,8 3 0 0,-7-2 0 0,4 1 10 0,2 0 6 16,-3 3-6-16,2 2-5 0,3-4-16 0,-1 1 6 0,2 2 0 16,2-2 5-16,0 1-10 0,0 1 5 0,2-1 0 15,1 2 5-15,-1 0-1 0,4-2 1 0,-3 1 10 0,1 2-15 16,0-1 5-16,3-2-15 0,-1-1 10 0,-1-2-11 15,2 2 1-15,0 2 15 0,0-3-25 0,-3 0-16 0,-2 2 0 16,-4-2 0-16,3 0 0 16,-6 3 0-16,2-1 0 0,-5 2 0 0,0-3 0 15,0-1 0-15,-3-4 0 0,2 6 0 0,-14-2 0 16,10 0 0-16,-10 0 0 0,0 0 0 0,0 0 0 16,0 0 0-16,0 0 0 0,0 0 0 0,0 0 0 0,0 0 0 0,0 0 0 0,0 0 0 15,0 0 0-15,0 0 0 0,0 0 0 0,0 0 0 0,0 0 0 16,0 0 0-16,0 0 0 0,0 0 0 0,0 0 0 0,0 0 0 15,8-4 0-15,-8 4 0 0,0 0 0 0,0 0 0 0,0 0 0 0,0 0 0 16,0 0-57-16,0 0-71 0,0 0-41 0,3-8-31 0,-3 8-40 16,0 0-36-16,4-9-62 0,-4 9 18 0,0 0 160 0,0 0 80 15</inkml:trace>
  <inkml:trace contextRef="#ctx0" brushRef="#br3" timeOffset="-140154.33">29109 12710 352 0,'0'0'51'0,"0"0"-20"0,0 0 0 0,-10 4-6 0,10-4 11 16,0 0 0-16,0 0-5 0,0 0-16 0,0 0 1 0,0 0-11 16,0 0 0-16,0 0 15 0,0 0 0 0,0 0 16 0,0 0 0 15,0 0 5-15,0 0 10 0,0 0 6 0,0 0-6 16,1 3 5-16,3-3 0 0,2 0 6 0,6 3-1 0,1-6 1 15,4 5-11-15,3-1-5 16,2 0-16-16,-7-1-4 0,2 4 5 0,1-2-6 16,-2-2-9-16,3 4-1 0,1-4 0 0,0 0 16 15,1 1-5-15,0 0-1 0,-2-1-4 0,0 4 10 0,1-1-16 0,0-2 6 16,-4 1-6-16,1 0 5 0,1 0 1 0,-2-2-1 16,-1 1-20-16,0-2 10 0,-1 4 0 0,-2-3-9 0,3 1 9 15,-4 1-20-15,-11-2 10 0,13 0-5 0,-2 3 5 0,-2-1 0 16,-9-2-11-16,0 0-14 0,0 0-1 0,0 0-10 0,0 0 11 0,0 0-1 15,0 0-5-15,0 0 6 0,0 0-21 0,0 0 5 0,0 0 5 16,0 0-20-16,0 0 10 0,0 0-26 0,0 0-10 0,0 0-25 16,0 0-32-16,0 0-24 0,0 0-16 0,0 0-36 0,0 0 28 15,0 0 94-15,0 0 46 0</inkml:trace>
  <inkml:trace contextRef="#ctx0" brushRef="#br3" timeOffset="-138324.11">23620 14949 966 0,'0'0'174'0,"0"0"-153"0,9 7-37 16,-9-7-9-16,8 7 15 0,2-2-6 0,2-7 21 15,-1 4-5-15,4-4 6 0,0 1-6 0,1 2 0 0,4-2 0 16,3 4 0-16,1 0 0 0,1 2 0 0,1-1 0 15,4-2-11-15,1 4 16 0,3-2 5 16,3 2 11-16,2-1-11 0,4 0 6 0,4 0-21 0,-1-4 5 16,5 4-5-16,0-1 5 0,3 1 10 0,2-4-5 0,-1 4-10 15,2-5 0-15,4 5 10 0,1-1-10 0,2 1 15 16,-1-2-20-16,0-1 10 0,4 1-5 0,-2-1 5 0,2 0 0 16,-2 3 10-16,0 0 5 0,0 1 5 0,1-1 1 15,5 1-1-15,-4-1-9 0,6 4 4 0,-2-4 0 16,4 1-4-16,-2-2 14 0,3-2-4 0,2 3 14 0,0 0-19 0,1-1 4 0,0-1-5 15,-3-2-4-15,1-1-6 0,-3 4 5 0,2-1 5 0,-1 0-4 16,1-3-6-16,-2 2 5 0,2-1-5 0,1 1 1 0,-1-2-6 16,2 0 0-16,2 0 0 0,-6-5 0 0,3 7 10 15,-1-4-15-15,0 5 5 0,-4-1-5 0,1 3 5 0,-1-5 10 16,0 0-5-16,-2 5-10 0,1-5 10 0,-3 3 5 16,2-6 21-16,-3 3 5 15,-1-7 5-15,-2 4-11 0,-1 0-14 0,1 0-1 0,-3-2-10 16,2-2 1-16,-5 2-6 0,0-1 0 0,-1 1 0 0,1 1 0 15,0 1 10-15,-4-5-15 0,2 2 15 0,-1-3-10 16,-3 2 5-16,0 0-5 0,0-1-10 0,-2 1 15 0,-4-3-5 0,0 1 5 0,-1-1 15 0,-2 0-10 0,-5 3 11 16,1-4 4-16,-3-2 11 0,-1 0-5 0,-1-2-6 0,0 1-14 15,0-2-6-15,-2 0 5 16,3-3 5-16,-4-1 6 0,3 2-1 0,-2-2-9 16,-1 1 14-16,0-3 6 0,1 3-20 0,-2-2-11 0,1 1 0 15,-1-1 0-15,1-1 0 0,-1-3 0 0,-1 5 0 0,-2-3 0 16,2 1 0-16,-1-2 0 0,-3-1 0 0,2 3 0 15,-4-2 0-15,0-1 0 0,-1 2 0 0,-3-2 0 0,1 0 0 16,-4 4 0-16,-1 1 0 0,-1-2 0 0,1 2 0 16,-4-2 0-16,-1 0 0 0,-1-1 0 0,-3 1 0 0,0-2 0 0,-1 1 0 15,-2-1 0-15,-3-1 0 16,-3 1 0-16,3-1 0 0,-2-1 0 0,-3 2 0 16,-3-1 0-16,-2 2 0 0,3-2 0 0,-6 0 0 0,2 2 0 0,-5-2 0 0,-3 0 0 0,0 3 0 15,-3-1 0-15,-1 0 0 0,-1 2 0 0,-3 0 0 16,-1 1 0-16,-4 0 0 0,1 0 0 0,-1 0 0 0,-3-1 0 15,0 1 0-15,-1 2 0 16,-4 0 0-16,1-1 0 0,-2 4 0 0,0-1 0 0,-3-1 0 16,-1 5 0-16,-1-3 0 0,-2 5 0 0,1-3 0 0,-4 0 0 15,0 0 0-15,-4 0-6 0,2 3-14 0,1 0 10 16,-3-1-6-16,-2-1 1 0,-3 2-6 0,-1 2 1 16,-1 0 10-16,1 0 15 0,-1 1-10 0,1 1 5 15,-3-2 5-15,3 1 0 0,0 0 0 0,1 0-15 0,-3 2 5 16,-3-1 10-16,4 2-10 0,-3 0 5 0,1 2 5 15,-1-3 0-15,-1 0-10 0,0 0 0 0,0-2 10 0,2 3-10 16,-3-6 5-16,-3 4-5 0,1-3 5 0,0 4 10 0,0 1-15 16,-5-1 15-16,2 2-10 0,-1-1-5 0,2 4 10 15,-1-2-15-15,-3 3 10 0,1-4-5 0,3 0 5 0,-5 1 0 16,4-1 0-16,-4 0 0 0,3 1 10 0,-4-2-5 16,5-2-10-16,-6 3 0 0,1 2 0 0,-2 0 5 0,2-2 0 15,-1 3 10-15,0 0-5 0,-1 2-10 0,2-1 10 0,-1 1-5 16,2-1-5-16,1 3 0 0,0-3 0 0,-1 1 5 15,3 0 0-15,2 2 0 0,-1-2 10 0,4 2-15 0,-3 1 5 16,2 0-5-16,2 0-6 0,3 1 16 0,0-1-5 0,6 1 6 16,-3-1 4-16,3 3-15 0,3-2 5 0,3 3-5 15,-2 1 5-15,0 2 0 0,3 2 0 0,0-3 0 0,-4 2 0 16,7 0 0-16,-4 2-11 0,1 0 16 0,1-3-5 16,3 3 6-16,-2 0-6 0,4 2-11 0,2 0 16 0,1 3-15 15,-3 1 10-15,4-1 5 0,1 6 10 0,2-2-25 16,0 4 15-16,4 0-10 0,0 0 11 0,2 2-6 0,2 0-11 15,4 3 16-15,2-2-5 0,3 1-5 0,4-2 0 0,-3 0 0 16,5 2 5-16,1-3 0 0,3 2 0 0,1-6 10 16,4-2-5-16,-3 2 21 0,4-3 5 0,2 6-11 0,-2-6 11 15,2-2-31-15,1 2 15 0,2-2-25 0,0 0 20 16,2-2-10-16,-2-2 6 0,3 1-6 0,2-4 0 0,2 3 0 16,-2-1 0-16,0 1 0 0,1-2 0 0,3-2-11 15,-4 2-15-15,5-2-40 0,-2 1-52 0,0-3-51 0,-2 2-46 16,4-3-41-16,-1 2-51 0,-2 0-56 0,2-1 105 0,-4 1 129 15,0-1 64-15</inkml:trace>
  <inkml:trace contextRef="#ctx0" brushRef="#br3" timeOffset="-133081.29">17844 13049 480 0,'-2'-10'113'0,"-3"-2"-62"0,1 3 0 0,-3 0 5 0,-1 4-4 0,-2-4-17 16,-1 4-19-16,1-1-1 0,10 6-20 0,-12-1 5 16,0-3 5-16,1 0 0 15,0 2-10-15,-2-4 0 0,0 6-21 0,-4-3 6 16,1 1-16-16,0-3 21 0,-3 0-6 0,0 2 6 0,0 2-26 0,0-1 0 0,0-2-5 0,0 0 5 0,-3 3 0 16,1 1 0-16,-3 2 10 0,-1 0 6 0,-1-1 4 0,-3 1 21 31,-2 3 0-31,0 3 6 0,-4-1 14 0,4 4 11 0,-1-3-1 15,0 2-14-15,3 1-1 0,0 1 11 0,1 1-1 0,-2 2 1 16,5-1-6-16,-1-1-9 0,-2 4 4 0,2 4-10 16,1-1 11-16,0 2-21 0,1 2 15 0,3-3-10 0,0 1 15 15,-2 1-10-15,5-1 10 0,0 0 0 0,2 2 6 16,0-4 10-16,0 1-6 0,1 1 1 0,2-1-26 0,2 4 10 16,2-5 11-16,0 4-6 0,2-1-4 0,1 3-11 0,2-2 10 0,1-2 5 15,1 2-5-15,1-1 16 0,1 4-16 16,2-3 11-16,2 2-16 0,1 0 0 0,1-4-5 0,3 3 10 15,1-2-5-15,2-4 1 0,1 1 4 0,2-1-5 0,4-3 10 0,-1 1 0 0,1-1 5 16,2-2 1-16,2 0 10 0,0-3 5 0,4-4 15 0,-1 1-5 16,0-3 10-16,1-3-10 0,2-1 11 0,0 1-11 0,1-2 0 15,2-5 5-15,0 0-15 0,0 1-6 0,-1-5-9 0,4 1-1 16,-1-2-9-16,1-1-6 0,1-6 5 0,-2 9-5 0,3-6 1 16,-1-3-6-16,2 2 0 0,-2-1 0 0,4-3 0 15,-4 2 0-15,1-2 10 0,0-4-5 0,0 3 10 0,-2 0 10 16,-1-2 1-16,-2 2-11 0,2-1 11 0,-3 2 5 15,-1-4-1-15,-1 3 6 16,-2 1-21-16,1 2-4 0,-3-2-1 0,-2 2-5 16,0-3 11-16,-2 3-11 0,-1 2 0 0,-1-3-5 15,-1 1 0-15,-3 1 0 0,0 1 10 0,0-1-15 0,-3-2 5 0,-1 1 5 16,0-2 0-16,-3 2 11 0,0 2-1 0,-3-1 1 0,-1-2-16 16,-1 0 0-16,-2 4 0 0,-1-2 0 0,-1 5 0 0,-2-4 0 15,-1-1 0-15,-1-1 0 0,2 3 0 0,-4 1 0 16,1-4 0-16,-3 3 0 0,-1-3 0 0,-1 4 0 0,0-3 0 15,-3 2 0-15,0 0 0 0,-2 2 0 0,-1 1 0 0,-1-4 0 0,0 3 0 16,-1-1 0-16,-1 3 0 0,0 0 0 0,-3 0 0 16,0-1 0-16,1 0 0 0,-1 4 0 0,-1-1 0 0,-3 2 0 15,3 0 0-15,-6-2 0 0,4 2 0 0,0 2 0 16,-1 2 0-16,1-3 0 16,0 4-21-16,3-1-102 0,0 0-36 0,5 3 6 15,-3 0-31-15,2 3-6 0,2-1-15 0,1 2-10 0,2 0-15 16,-4 1-41-16,5 5 123 0,-1-1 74 0,0-1 37 0</inkml:trace>
  <inkml:trace contextRef="#ctx0" brushRef="#br3" timeOffset="-131918.31">18082 12433 465 0,'0'0'82'0,"5"-10"-67"0,-2 2-10 16,0-1-10-16,-3 0 0 0,0-1 0 0,-1-2 5 16,1 12 0-16,-4-10 10 0,-2-4-15 0,1 6-5 0,0-3-11 0,-2 2 1 15,0-2 10-15,-2 1-6 0,0 0 1 0,1 1 5 0,-2-1 5 16,-2 2 15-16,1 0-15 0,-3-3 5 0,3 4-5 15,-3-3 5-15,-1 1 0 0,1-1 0 0,-3 3 0 0,1-2 0 16,-1 0 0-16,0 1-11 16,-3 0 16-16,2-1-5 0,-2 1 6 0,-2 0-6 0,3 1 0 15,-3 2 10-15,2-1 5 0,-2-2 5 0,2 0 1 0,-1 3-1 0,1-3-9 0,-1 3 4 0,-2 0 0 0,2 0-14 16,-4 2 9-16,0 1-20 0,0 4 20 0,-1 0-10 16,0 1 5-16,-2-1-15 0,-1 3 15 0,-1 0-15 0,2 2 10 15,-1 1-5-15,-1 1 5 0,1-3 0 0,-2 2 0 0,1 6 10 16,1-2-15-16,2 2 5 0,-2 0 5 0,1-1 0 15,0 5 0-15,2-2-5 0,2 3 10 0,1-3-5 0,1 1 1 16,-1 5 4-16,1-1-5 16,4 3 0-16,-1-2 5 0,1 2 5 0,3 3-4 15,-1-1-6-15,3 5-15 0,0-1 15 0,1 1-5 0,2 0 5 16,2-1-15-16,2 1 5 0,0-3 0 16,4 3 5-16,0-2 0 0,2-2 0 0,1-3 10 0,3 2-5 15,1-1 0-15,0-3 5 0,2 0 5 0,2-3 5 0,5 2 1 0,-2-1 10 0,3-3 5 16,3-1 5-16,2-2-21 0,3 2 1 0,1-4 4 0,4 2 1 15,2-3-11-15,2-2 1 0,2 0-1 0,-1-5-5 0,4 1-4 16,0-2 14-16,2-2 0 0,-1-2 5 0,4-2 6 16,-5 0 5-16,3-2 5 0,1 0-10 0,0-3-6 0,-1 1 6 15,0-2-16-15,0-1 16 0,1 0-10 0,2-2 14 16,-2 1 1-16,0-4-16 0,0 1-9 0,-1-3-11 0,-1 0 0 16,1 0 10-16,-3-4-5 0,-2 4 1 0,-1-3 4 0,1 0 5 15,-3 0-5-15,0 1 6 16,-2-1-11-16,-2 0 0 0,1-4 5 0,-3 3-5 15,-1 1 11-15,-2 1-11 0,-2-2 10 0,-1 2 0 16,-2-2 6-16,1-2-1 0,-4 6-9 0,0-5 4 0,-4-1 0 16,-1 1 6-16,-1 1-11 0,-3-1 16 0,-1 1-6 0,-2-3 5 0,-2 4-24 15,-1 0 9-15,-1-1-10 0,-2 1 15 0,-2-2 21 0,0 4-5 16,-1 0-11-16,-1 5-4 0,-2-2-11 0,-1 2 0 16,-1 2-5-16,-1 0 10 0,-3 4-15 0,0-1 5 0,-1 3-5 0,-1 1-16 15,-1 1 11-15,1-1-21 0,-2 3 0 0,-1 2-10 16,0 0 1-16,-1 0-11 0,2 1-5 0,1 0-16 0,-1 3-25 15,0 0-37-15,0 1-39 0,1-1-42 0,0 1-21 16,-3 2-30-16,1-1 51 0,1 2 108 0,1 0 53 0</inkml:trace>
  <inkml:trace contextRef="#ctx0" brushRef="#br3" timeOffset="-130415.3">16926 11502 633 0,'-15'7'195'0,"0"1"-190"0,4-1 1 15,11-7-17-15,0 0 6 0,0 0 0 0,-12 6 5 0,12-6-10 0,-8 8 5 16,4 2 10 0,0 1-10-16,4 5 15 0,3 5-10 0,0 5 5 0,1 0-5 15,4 7 0-15,0 1-21 0,-1 5 1 0,1 0-16 16,4 2 21-16,-1-1-16 0,5 0 11 0,0-1 5 0,2-1 10 16,2-4 5-16,2-3 0 0,2-1 0 0,3 2 0 15,5-4 0-15,0-2 0 0,2-2 0 0,2-2 0 0,4 0 0 16,1-5-11-16,1-1 16 0,0-4-5 0,3-4 6 0,0 2 4 15,-3-4 15-15,3-2 0 0,-3-4 11 0,4-2-10 0,-2-2 10 16,1-5 0-16,-1 0-6 0,2-3-4 0,3-2-16 0,-4-3 6 16,2 1-1-16,-2-3 5 0,0 0-9 0,0 0 4 15,-3-2-10-15,-1-4 11 0,-2 1 9 0,-1-4 0 0,-4 1 1 16,3-2-6-16,-4-2 1 0,-1-1-11 0,-4 0 6 16,-2-4-11-16,-1 3 10 0,-5 0 0 0,-3 1-4 15,-6-3-6-15,-6 3-5 0,-4-4 0 0,-3 1 0 0,-3 3 0 0,-5-3 0 0,-5 2-10 0,-5-5 5 16,-5 1 0-16,-1 0 15 0,-4 2-15 0,-4 2-6 0,-5-1-9 15,-5 1-21-15,1 2-10 0,-6 2-42 0,-1 4-14 16,-3 4-26-16,-4 0-46 0,-4 4-46 0,-4 1 59 0,-2 3 83 16,-2 2 41-16</inkml:trace>
  <inkml:trace contextRef="#ctx0" brushRef="#br3" timeOffset="-120383.3">20792 14813 66 0,'-10'-6'30'0,"10"6"22"16,0 0-32-16,0 0 6 0,0 0-21 0,-8-6 0 0,8 6-5 15,0 0 0-15,0 0 0 0,0 0 0 0,0 0 0 16,0 0 0-16,0 0-10 0,0 0 5 0,0 0-21 0,0 0 5 15,0 0 6-15,0 0 10 0,0 0 5 16,0 0-10-16,0 0 5 0,0 0 0 0,0 0 5 16,0 0 0-16,0 0 0 0,0 0 0 0,0 0 10 15,0 0-15-15,0 0 5 0,1 1-5 0,0 2 5 16,3 2 0-16,1-2 0 0,2 2 20 0,2 2-10 0,-9-7 1 16,0 0 9-16,0 0 0 0,0 0 6 0,0 0-16 0,0 0 16 0,10 7 5 15,-10-7-1-15,0 0 6 0,0 0 10 0,0 0-10 0,0 0 15 16,0 0-20-16,0 0-1 0,0 0-19 0,0 0 14 0,0 0-15 0,0 0 11 0,0 0-16 15,0 0 11-15,0 0-1 0,0 0 5 0,0 0-9 0,0 0 4 16,0 0-10-16,0 0 0 0,0 0-5 0,0 0 0 0,0 0 0 16,0 0 0-16,0 0 0 0,0 0 0 0,0 0-10 0,0 0-26 15,0 0-15-15,0 0-31 0,0 0-30 0,0 0-32 0,0 0 14 16,0 0 65-16,0 0 32 0</inkml:trace>
  <inkml:trace contextRef="#ctx0" brushRef="#br3" timeOffset="-116840.55">19577 15419 0 0,'62'-12'0'15,"-1"3"65"-15,-1-6-54 0,1 0 4 0,-2-3-10 16,-3 3 11-16,2 4-1 0,-2-6-5 0,-1 1-4 0,2-3-6 0,-2-1 10 0,1-1-15 16,-2-1 5-16,1 0-5 15,0-1 15-15,-3 0-15 0,2-3 5 16,-2 1-5-16,-1-1 5 0,-2 4 10 0,0-3-5 0,-2-1-10 16,-5 1 10-16,2 0-15 0,-6 0 20 0,-2-3-10 0,-3 0 15 0,-1 2-10 0,-4 0 21 15,-4 2 5-15,-3-4-1 0,-2 5-4 0,-3-2 15 16,-1 4-11-16,-5-1-9 0,-2-2-6 0,-3-2 11 15,-3 2-11-15,1 0-4 0,-6-1-1 0,-1 4-15 16,-2-5 15-16,-4-2-20 0,-1 5 10 0,-3-1-5 0,-2 4 5 16,-5-3 10-16,-2 3-5 0,-3-2 20 0,-5 1-15 0,-2-2 1 15,-3-2-11-15,-4 6 0 0,-6-5 0 0,-3 4 10 16,-3-5-5-16,-4 3-10 0,-3 2 0 0,-2 0 0 0,-10 3 5 16,1-3-10-16,-5 4-16 0,-1 2-20 0,-8 3-20 15,0 4-11-15,-4 1-25 0,-7 6 10 0,2-3 46 16,-5 2 23-16</inkml:trace>
  <inkml:trace contextRef="#ctx0" brushRef="#br3" timeOffset="-53116.88">13698 8274 296 0,'0'0'0'0,"0"0"-5"0,0 0 5 0,0 0-5 15,0 0 5-15,0 0 0 0,0 0-10 0,0 0 5 0,0 0 10 16,0 0-10-16,0 0 15 0,0 0 10 0,0 0 5 16,0 0 1-16,0 0-6 0,2 12 22 0,-2-12-1 15,0 0 15-15,0 0 0 0,0 0 6 0,0 0-1 16,0 0 0-16,0 0-20 0,0 0-10 0,0 0-21 0,0 0-4 0,0 0-6 0,-3 11-11 15,-2-3 16-15,-1 0-5 0,-3 2 6 0,-2 3-6 0,-4 0 0 16,-2 2 0-16,-3 4 0 0,-4 3 0 0,-4 4 0 16,-4 5-11-16,-2 0 16 0,-1 1-15 0,-2 3 10 15,2 1-5-15,1 1 5 0,6-2 0 0,1 1 0 0,7-3 0 16,5 2 0-16,4-1 0 0,4 2 0 0,2-3-10 16,3 1 15-16,4 3-5 0,0-2 5 0,1 3-15 0,0-3 25 15,4 1-10-15,0 1-5 0,2-1-5 0,2-3 10 16,2 1-10-16,3-1 15 0,1 0-10 0,2-2 6 15,0-5-6-15,2 0 0 0,3-2 0 0,-1-1 10 0,5-5-5 16,-2-1 0-16,0-4 5 0,2 0-5 0,0-2 1 16,1-5 4-16,1-4-5 0,-1 1 0 0,1-3 5 0,0-4 5 15,1-2-4-15,-1-5 4 0,1-3 0 0,-1-2 16 0,1-1-6 16,-1-7 11-16,3-1-21 0,-3 0 6 0,-2-4-16 0,2-4 11 16,-2 0-21-16,3-3 15 0,-4 0-20 0,2-2 20 15,-3-3-10-15,0-4-5 0,2 3 0 0,-3-5 10 0,0 2 0 16,-3-2 0-16,-2 1-15 0,-2 0 5 0,-3-1 10 15,-2 2-10-15,-3 4 5 0,-3 3-16 0,-4 0-10 0,-4 3-20 16,-1-1-20-16,-6 4 0 0,-6 3-11 0,-3-1 0 16,-4 6 16-16,-4-2-1 0,-6 2 16 0,-6 2 10 0,-8 1-10 15,-2 7-15-15,-4 1-5 0,-8 2 19 0,-3-1 6 16,-4 4 36-16,-2 5-10 0,-2 4 5 0,2 3-41 0,-1-2-46 16,3 3 51-16,4 5 23 0,3 0 11 0</inkml:trace>
  <inkml:trace contextRef="#ctx0" brushRef="#br3" timeOffset="-52719.68">14768 8690 501 0,'11'-5'46'0,"-11"5"0"0,0 0 0 0,0 0-11 16,0 0-9-16,0 0-16 0,0 0 26 0,0 0-10 0,0 0-6 15,0 0-4-15,0 0-21 0,5 5 5 0,-2 2-5 16,-3 2 15-16,-5 6-5 0,-4 3-10 0,-1 5 10 0,-4 3-5 0,-3 7 5 16,4-9-15-16,-2 5-16 0,2-2-40 0,0 2-21 0,1-2-47 15,-1-2-4-15,3 1-21 0,3-3 60 0,-2-2 49 16,3 2 25-16</inkml:trace>
  <inkml:trace contextRef="#ctx0" brushRef="#br3" timeOffset="-52568.33">15026 9015 393 0,'-7'13'-21'16,"-1"-3"-40"-16,-2-3-41 0,0 0-3 0,0 0 53 0,-1-2 26 15</inkml:trace>
  <inkml:trace contextRef="#ctx0" brushRef="#br3" timeOffset="-52252.25">15367 8813 352 0,'-10'16'0'0,"1"-5"0"0,-1 3-15 16,0-5 20-16,0 2-15 0,0 1 10 0,3 1-5 15,-3-1 5-15,1 0 0 0,-1 5 0 0,1-3 0 16,3 1 10-16,0 1-15 0,1-2 15 0,0 1-10 0,5 0 5 16,0 2-5-16,2-1 0 0,0-1 0 0,1 1 10 0,1-3-15 15,0 0 5-15,2 2-5 0,-1-2 5 0,0-3 10 16,-5-10-15-16,6 10 5 0,-6-10-5 0,0 0 5 0,5 8 0 15,-5-8 10-15,0 0-15 0,4 8 15 0,-4-8-10 0,0 0-5 16,0 0 10-16,0 0-5 0,0 10 6 0,-4-3-6 0,-2-3 10 0,-4 0-5 16,0-1 0-16,-1-2-5 15,-4-3 0-15,-1-2-31 0,3-2-15 0,1 1-36 16,-1-4-20-16,2 2 38 0,-1-3 32 0,-2-5 16 16</inkml:trace>
  <inkml:trace contextRef="#ctx0" brushRef="#br3" timeOffset="-52114.25">15210 8829 388 0,'15'-3'138'0,"1"-2"0"0,-1 1 11 0,4-2-16 0,1 2-5 16,0-2-26-16,2 0-30 0,1-2-31 0,-1 1-16 15,0 0-14-15,5-1-6 0,-2-1-5 0,0 0-10 0,1-1-36 16,1 4-72-16,1-1-51 0,3 1-92 0,-2-1-87 16,1 1 159-16,1-1 94 0,1 1 48 0</inkml:trace>
  <inkml:trace contextRef="#ctx0" brushRef="#br3" timeOffset="19560.9">14874 8745 639 0,'1'-36'-26'0,"-2"1"-9"15,-1-7 19-15,-3 0 21 0,0-3 16 0,-2 1 25 0,0 0 0 16,2 4 0-16,0 0-16 0,1 0 17 0,3 1 4 16,0 5 0-16,1-1-5 0,1 6-5 0,-1 2-11 15,0 1-4-15,1 1-6 0,0 7 1 0,-2 0-11 0,0 2-4 16,1 16-17-16,0 0 16 0,-3-11-15 0,3 11 0 0,0 0-21 15,-6-6-15-15,-4 3-20 0,-1 3-11 0,-3 7 5 0,-5 0-4 16,1 5 9-16,-6 3 1 0,-2 6 4 0,-4-3 1 0,-4 4 19 16,2 2 22-16,-7-1 15 0,3 3 5 15,-5 3-10-15,-1-1 5 0,1 1 10 0,4 6 10 0,-2-3 26 16,2 4 0-16,2-2 15 0,2 1 1 0,2 0 4 0,4 5-10 16,5-4-5-16,4-3-26 0,3 1 22 0,6-2 4 15,5-1-16-15,4 0-4 0,5-3-11 0,5-2-4 0,3 0 4 16,4-1-10-16,6-2 1 0,4 0-6 0,2-1 0 15,2-2 0-15,4-1 0 0,5-2 10 0,2 1-15 0,2-2 5 16,2-3-5-16,4-3 5 0,3 0 0 0,0-1-11 0,5-2 6 0,-3-2 0 0,2-3-5 0,-1-1 15 0,2 1-15 16,-2 1 20-16,-1-4-10 0,-2-1 25 0,1-1 16 15,-2-2 25-15,-3 0-9 0,1-2 4 0,-5 2-14 0,-1-3-1 16,-1 0 15-16,0 0 10 0,-5-2 1 0,-1 0-15 16,-2 1-1-16,-2-1 0 0,-3-3-15 0,-2-2 10 0,-5 2-10 15,0 1-5-15,-3-2-11 0,-2-2-4 0,-3 1-11 16,-3 0-4-16,-2-1-6 0,0 1-41 0,-2-4 10 0,1 1 15 15,-3-4 6-15,-1 1 0 0,-3-3-11 0,1-3 1 16,-1 1-11-16,-5 1-5 0,1 0-15 0,-5-3 5 0,-3 0-10 16,-2-3 10-16,-2 4 10 0,-5 1 21 15,-3-1 10-15,-3 0 5 0,-4 2-11 16,-3 0 16-16,-2 0-15 0,-3 4 20 0,-1-3-20 16,-2 6 10-16,2-1-5 0,-4 2 15 0,3 0-15 0,-4 3 5 0,2 1-5 15,1 2 5-15,3 3 0 0,-1-2-20 0,3 4-42 16,0 3-56-16,2-1-40 0,5 3-11 0,1 2-10 0,0 1-21 15,0 4-35-15,3 0 110 0,-1 4 62 0,2-3 32 0</inkml:trace>
</inkml:ink>
</file>

<file path=ppt/ink/ink4.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20:05:23.046"/>
    </inkml:context>
    <inkml:brush xml:id="br0">
      <inkml:brushProperty name="width" value="0.05292" units="cm"/>
      <inkml:brushProperty name="height" value="0.05292" units="cm"/>
      <inkml:brushProperty name="color" value="#FFFF00"/>
    </inkml:brush>
  </inkml:definitions>
  <inkml:trace contextRef="#ctx0" brushRef="#br0">2316 1998 598 0,'-13'10'61'16,"3"-10"-35"-16,10 0-1 0,-8 1 31 0,8-1-4 15,0 0 9-15,0 0-25 0,0 0-5 0,0 0-31 16,0 0 0-16,0 0-15 0,0 0 20 0,0 0-15 0,0 0 10 16,0 0-5-16,0 0 15 0,0 0-15 0,0 0-6 0,0 0 11 0,0 0 0 15,0 0 6-15,0 0-6 0,0 0 0 0,-9 6 0 0,6 2 0 16,-5 2 0-16,4 0 0 0,2 5-11 0,2-1 16 0,0 10-5 15,0 0-5-15,-3-5 10 0,-2 1-15 0,0 0 20 16,3 4-10-16,-1-3 6 0,-2 7-6 0,0-3 0 16,4 1 0-16,-4 1-11 0,0 3 6 0,0 5 0 0,-1-3 5 15,2 2 0-15,2-5 0 0,-3 1 10 0,0 4-5 16,2-1 1-16,1-3-17 0,2-3 6 0,-4-1 0 0,0 4 5 16,3-4 0-16,1 3 0 0,0-1 0 0,-1 1 10 15,2-3-15-15,-2 1 5 0,1 4-5 0,2-5 5 16,2 1 0-16,-4 2 0 0,1-1 0 0,3-2 0 0,-4 2 0 15,1-2 0-15,-1 2 0 0,0-3 0 0,3 1 0 0,-2 0 0 16,0-1 0-16,-1 0 10 0,3-2-25 0,-1 2 20 16,1 0-10-16,-1-2 10 0,3 0-5 0,-1 0 0 0,1-3 0 15,1 0 0-15,-1-1-10 0,4-1 5 0,-2 1 10 0,2-4-10 16,-3 0 5-16,4-2 5 0,-1 1 0 0,1 2-10 16,-2-4 10-16,2 1-5 0,1-4 5 0,-2 2-15 0,4 2 5 0,-1-2 0 0,0 3 15 0,2-3-15 0,2 2 15 15,-1 2-10-15,1-3 5 0,3 2-5 0,-3-3-10 0,5 1 5 16,-2 1 0-16,1-2 5 0,2-1 10 0,0 5-5 15,3-4 0-15,-2 0-15 0,2 0 15 16,2-1-5-16,-2 0 5 16,2 0-15-16,-1 1 15 0,3-4-15 0,-2 3 10 0,2 3-5 15,0-5 15-15,3 4-15 0,-1-5 15 0,-3 0-10 0,6 3 5 0,-3-1-15 16,0 0 15-16,1-4-5 0,0 3 5 0,3-1-5 0,-2 3 0 16,3-2-10-16,-1-2 15 0,-1 3 15 0,2-1 36 15,0 0 16-15,-1 0 0 0,7-1-37 0,-2 1-9 0,-1 1-21 16,0-4 1-16,5 0 4 0,-3 0-5 0,4 4 0 15,-1-4 5-15,-3 4-15 0,5-3 15 0,0-1 0 0,-1 0 21 16,3 2 25-16,-2 1 16 0,0-3-10 0,5 1-11 16,-2-4 0-16,-1 3 36 0,6 3-21 0,-2-2-15 0,1-2-35 0,7 1-11 0,-3 0-5 15,2-2 0-15,3 7-10 16,2-4 15-16,0-3-5 0,-1 2-5 0,2-1 0 16,-1 1 10-16,-1-3 0 0,2 4 0 0,0-5-15 15,-1 3 15-15,2 1-15 0,0-1 20 0,3 3-10 0,-2-2 5 0,1-2-5 0,0-1 0 16,2 1 0-16,0 2-10 0,0-2 25 0,0 1 11 15,1-4 15-15,1 1-11 0,2 3-4 0,-2-3-16 16,3 1-4-16,-2 0 4 0,1-1-5 0,0 3 0 16,1 1 5-16,-1-1-15 0,1-1 15 0,-2 6-10 0,3-4-5 15,-2-1 0-15,-2-1 0 0,2 2 15 0,-2-2-5 16,2 2 11-16,-2-1-11 0,2-3 20 0,-2 3 6 16,2-3-20-16,-2 1-11 0,2 3 0 0,1-1 0 0,0 0 0 15,1-1 0-15,-2 1 0 0,-1-3 0 0,3 6 0 16,0-1 0-16,2-5 0 0,-2 3 0 0,4-2 0 0,-3 6 0 15,7-6 0-15,-4 3 0 0,2-6 0 0,2 2 0 0,-2-1 0 16,3-1 0-16,-1 1 0 0,0-1 0 0,-2 2 0 16,1 0 0-16,1 4 0 0,2 0 0 0,0-1 0 0,-2 1 0 15,2-2 0-15,-1 0 0 0,1-2 0 0,1 0 0 16,0 2 0-16,0-3 0 0,-4 2 0 0,2-3 0 0,-5 2 0 16,4 2 0-16,0-1 0 0,0 0 0 0,-2 1 0 0,3 1 0 15,-4-3 0-15,2 5 0 0,3 3 0 0,-1-5 0 16,-2-2 0-16,1 1 0 0,0-1 0 0,-2 1 0 0,2 2 0 15,-2-3 0-15,2-2 0 0,-2 4 0 0,-1 1 0 0,1 0 0 16,-2 0 0-16,0 0 0 0,-1-3 0 0,2 2 0 16,-2 2 0-16,0-6 0 0,-1 1 0 0,0 1 0 0,0 0 0 15,-1-2 0-15,1 1 0 0,-2 3 0 0,-5-4 0 16,1 1 0-16,-1 3 0 0,-1-4 0 0,0 0 0 0,0 0 0 16,-3 1 0-16,2 0 0 0,-2-2 0 0,-2 1 0 15,-1 0 0-15,1 1 0 0,1-3 0 0,-2 2 0 0,-1-4 0 16,1-1 0-16,-2 7 0 0,3-5 0 0,-1 1 0 15,1 4 0-15,-4-1 0 0,3-2 0 0,1 1 0 0,-1 3 0 16,4-6 0-16,-3 3 0 0,0 0 0 0,-4-5 0 0,0 0 0 16,0 3 0-16,-5-1 0 0,-1 1 0 0,-1-1 0 15,-3 0 0-15,4-2 0 0,-5 1 0 0,-2 3 0 0,1-3 0 16,-3 0 0-16,-2 0 0 0,0-3 0 0,-4 2 0 16,-3 5 0-16,-1 0 0 0,3-4 0 0,-3 2 0 0,0-1 0 15,1 1 0-15,2 2 0 0,1-4 0 0,-1 3 0 16,1-5 0-16,-1 1 0 0,-2-1 0 0,-1-1 0 0,-2 2 0 15,-3-3 0-15,-1-2 0 0,-1 0 0 0,-2-1 0 0,-2-2 0 16,-1 1 0-16,-1 3 0 0,-1-6 0 0,-1 5 0 16,-1 0 0-16,0-1 0 0,-2 4 0 0,-1-2 0 0,2-2 0 15,-2 1 0-15,0-2 0 0,-5-1 0 0,3 0 0 16,-4-2 0-16,0 0 0 0,-1-2 0 0,2 3 0 0,3-3 0 16,-5-2 0-16,2 3 0 0,-1-4 0 0,4-1 0 0,-3 0 0 15,2 0 0-15,-1-3 0 0,-4-1 0 0,3 4 0 16,2-1 0-16,-2 3 0 0,-3-2 0 0,2 1 0 0,-1-2 0 15,-1 2 0-15,-1 5 0 0,-1-7 0 0,-1-3 0 0,-1 0 0 16,0 4 0-16,-1-2 0 0,0 2 0 0,0 0 0 16,-1-5 0-16,1 9 0 0,0-4 0 0,1-1 0 0,0-3 0 15,0 2 0-15,0 0 0 0,0-1 0 0,1 0 0 16,-1-3 0-16,-1 3 0 0,-1-4 0 0,1 5 0 0,0 1 0 16,0-3 0-16,-2 3 0 0,-1-8 0 0,1 6 0 15,0 1 0-15,-3 1 0 0,0-2 0 0,1 8 0 0,-3-6 0 16,1 2 0-16,-2 6 0 0,1-7 0 0,0 1 0 15,0 0 0-15,-1 2 0 0,-1-7 0 0,2 3 0 0,-4 4 0 16,2 0 0-16,-1 0 0 0,-1 1 0 0,-2-2 0 0,0 1 0 16,1-1 0-16,-6 2 0 0,4-2 0 0,0-1 0 15,-3 0 0-15,2 3 0 0,-6 1 0 0,2-4 0 0,0 5 0 16,0 0 0-16,-1-2 0 0,-2 1 0 0,-1-3 0 16,-1 1 0-16,4 2 0 0,0-2 0 0,-3 1 0 0,2-2 0 15,-2 4 0-15,-1 2 0 0,-2 2 0 0,2 1 0 16,-3-4 0-16,-3 7 0 0,-2-5 0 0,0 1 0 0,-5-4 0 15,1 0 0-15,-3-2 0 0,-1 3 0 0,-3 0 0 0,4-4 0 16,-5 5 0-16,0 3 0 0,-1 0 0 0,1 0 0 16,0-3 0-16,0 6-1 0,0-3-24 0,-2 0 9 0,3 1 52 15,0-3-36-15,-3 5 6 0,1-3-17 0,-3 0-4 16,0-3 5-16,2 2 5 0,-3 1 5 0,-1 0 0 0,0 0-11 16,1-3 6-16,-3 4 0 0,1-1-5 0,0 1-6 15,-5-2-4-15,0 0 40 0,1 4-30 0,-4-1-26 0,-5 0-46 16,-2 1-35-16,-2-1 35 0,-2 0 66 0,-2 2-9 0,-2 0-27 15,1-3-70-15,-5 3-17 0,3-3-9 0,1 3 46 0,-4-1 51 16,2 0-16-16,1-1 11 0,-4-1 15 0,1 4-5 16,2 0 0-16,1-5 45 0,0 3 73 0,1-1-20 15,-1 2-16-15,4-4 5 0,1 5-11 0,0-5 16 0,2 3-10 0,0 2-16 0,-1-3-50 16,0-1-32-16,1 1-30 0,-3 3-5 0,1-2-36 16,-4-2-46-16,-4-1-51 0,-1 5 115 0,-5 0 57 0</inkml:trace>
  <inkml:trace contextRef="#ctx0" brushRef="#br0" timeOffset="1259.92">2224 1831 1355 0,'0'0'297'0,"0"0"-281"15,0 0-78-15,0 0-4 0,0 0 24 0,0 0 1 0,0 0 5 0,0 0 26 0,0 0-5 0,0 0 15 0,0 0-5 16,0 0 5-16,2 8 0 0,-2-8 0 0,8 8 0 0,-2-7-10 16,4 0 5-16,4-1 0 0,0 0 5 0,3-6 0 15,1 1 0-15,0 1-10 0,-1 3 15 0,-1-3-5 0,5 8-5 16,-2-9 0-1,2 5 0-15,0 0 15 0,3 0-15 0,-2 0 5 16,5 3 5-16,2-1 0 0,3-2-10 0,-4 1 0 0,5 1 10 16,-2 0-10-16,4-1 5 0,1 2-5 0,-1-3 15 0,1 1-5 15,4-2-10-15,1-2 0 0,1 0 0 0,0 0-6 16,3 1 16-16,-3-1-5 0,5-7 6 0,-1 10-6 16,0-5 10-16,-1 3-5 0,2 1-10 0,3-1 0 0,1-5 0 15,1 2 5-15,0 5-11 0,-1-8 16 0,3 1-5 0,-1 1 6 0,4-3-6 0,-4-2 0 16,1 6 0-16,2 0 0 0,5-2-11 0,-3 2 16 0,3-3-5 15,3 3 6-15,-2 0-6 0,2 2 0 0,4-2 0 0,1-3 0 16,-2 6 0-16,4-2 0 0,1 0 0 0,2 2 0 16,1-3 0-16,1 0 0 0,1 0 0 0,-4 0 10 0,3 0-15 15,2 1 15-15,0 3-20 0,-3-3 10 0,4 1-5 16,-4 0 15-16,1-1-5 0,-1 4-10 0,1 0 0 0,0-1 0 0,0 1 5 0,-1 1 0 16,1-1 10-16,0 0-15 0,4 4-6 0,0-3-9 15,-1 1-11-15,2 1 16 0,-1 2-6 0,2-1 16 0,0 2-10 16,3 0 10-1,-2 4 10-15,3-5 0 0,0 3-10 0,1-3 0 16,2-2 0-16,-2 4 5 0,-1-6 0 0,-1 1 0 16,-1-4 0-16,-3 5 0 0,0-1 0 0,-1 1 0 0,-2 1 0 0,-1-4 0 15,-1 5 0-15,-1-4 0 0,1 4 0 0,-1-1 0 0,0-1 0 16,-3 1-11-16,3 0 16 0,-3 1-5 0,6-1 6 0,-2 1-6 16,2 0 0-16,1-5 0 0,0 4 0 0,2-3 0 15,1-1 0-15,0 1 0 0,1-1 0 0,-1 2 0 0,1-5 0 16,-1 3 0-16,-1-1 0 0,0-2 0 0,-2 2 0 15,1-3-11-15,-3 4 16 0,-2-4-5 0,-1 2 16 0,0 2-21 16,-2-4 5-16,0 4-5 0,-2-4 5 0,1 3 10 0,-1 0-5 0,2 2-10 16,-2-1 10-16,1 1 5 15,2 2 0-15,0-3-4 0,0 1-6 0,2 3 0 16,-3-3 0-16,5 0 0 0,-1 2 0 0,2-1 0 0,-3 1 10 16,2-3 5-16,-1 1 5 0,2-1 21 0,-5 0-10 15,2 4-1-15,0-3-9 0,1-2-21 0,-2 2 10 0,1 1-10 16,-2-2 26-16,2 3 5 0,0 1-1 0,0-3-4 15,-3 4-16-15,2 2 6 0,-3-4-11 0,-1 2 0 0,-1 2 15 0,-2 1-10 16,0-3 1-16,-2 2-11 0,-1-2 10 0,0 0-5 16,-1 1 11-16,1 3-1 0,0-4 15 0,0 1 17 0,-1-1 19 15,3-1 11-15,0 4-36 0,0-1-20 0,-1-2-32 0,-1-2 16 16,1 6-5-16,-2-8 6 0,2 4-6 0,-6-4-11 16,0 2 6-16,-1-2 10 0,-2-1 0 0,1 4 1 0,-4-3 4 15,-2 8 15-15,2-3-10 0,-2 0 6 0,0 2-16 16,2-1-10-16,-3-2 10 0,-1-3-5 0,1 5-5 15,-1-7 10-15,-4 2-5 0,2-1 6 0,-2-1-6 0,-1 7-11 0,-4-4 16 0,4 2-5 0,-7-3 6 16,1 5-6-16,-1-1 0 0,-1-2 0 0,-2-3 0 0,-3-2 0 16,-1 1 0-16,-1 5 0 0,1-4 0 0,-4-2 0 0,-2-2 0 15,-3 6 0-15,-1-3 0 0,0 0 0 0,0 2 0 16,-4-2-36-16,0 3-41 0,0-3-51 0,-1 0-52 0,2 0-29 0,-2 1-37 16,0 0-30-16,1-2-52 0,1 0 44 0,3-2 142 0,0 1 71 15</inkml:trace>
  <inkml:trace contextRef="#ctx0" brushRef="#br0" timeOffset="1760.52">16121 2412 807 0,'15'5'210'0,"1"0"-169"0,-2 1-61 0,-2 3 0 16,0-6 10-16,-1-1 15 0,-1-1-10 0,0 7 15 0,2-2-10 0,2-1 5 0,5-1-15 0,-1-2 5 16,2 6 10-16,2-2 0 0,1 0-10 0,5-4 10 15,0 1-5-15,2 2-5 0,2 0 10 0,3 0-15 0,-2 0 10 16,3 1-36 0,2 0 0-16,-2 3-31 0,-1-4-15 0,0 1-25 15,0 3-32-15,1-3-24 0,-2 0-37 0,-2-1 111 0,1-3 44 16,-3 5 23-16</inkml:trace>
  <inkml:trace contextRef="#ctx0" brushRef="#br0" timeOffset="2077.25">16886 2771 1376 0,'0'0'384'16,"0"0"-251"-16,-6 12-149 0,6-12-45 0,0 0 5 0,-5 14 15 15,1 1 26-15,1 2 10 0,2-3 5 0,1-2 0 16,0 5 0-16,-1 6 0 0,-2 3 0 0,2 2 10 0,-1 2-15 0,-2-3 5 16,0 8-16-16,-1-1 11 0,0 0 0 0,0 1 5 15,-1 0 0-15,-1-2 0 0,-1 6 0 0,2-5 0 0,-3 1-10 16,0 0 5-16,1-2 0 0,-1 0 15 0,1-4-15 16,2 5 5-16,1-9-5 15,0 3 5-15,0-3 0 0,1 0 10 0,1 3-5 16,-1-5 0-16,1 4 5 0,1-6-15 0,-1 3 5 0,2-5-5 15,0 5 5-15,0 1 0 0,1-9-21 0,1 1-30 0,-1-17-31 0,0 10-25 16,0 4-32-16,0-14-24 0,0 15-37 0,0-15-25 16,0 0-36-16,0 13 46 0,0-13 108 0,0 10 53 0</inkml:trace>
  <inkml:trace contextRef="#ctx0" brushRef="#br0" timeOffset="2230.97">16633 3977 2047 0,'6'25'0'15,"1"-6"0"-15,-7-19 0 0,5 18 0 0,-5-18 0 16,0 0 0-16,0 0 0 0,0 0-487 0,0 0-293 0,4 14 390 16,-1 1 195-16</inkml:trace>
  <inkml:trace contextRef="#ctx0" brushRef="#br0" timeOffset="167944.46">17199 9774 526 0,'0'0'62'0,"0"0"-47"0,-6-1 11 15,2-3-1-15,2-2 21 0,2 6-5 16,-2-12 5-16,1 2-15 0,2-6-6 0,2-3-24 15,1 2 9-15,1 4-10 0,1 2-5 0,1-2 0 0,3 4 0 0,2 0 5 0,0 0 0 0,1 1 0 16,0-1 0-16,2 3 10 0,0-2-15 0,3 2 15 16,0 0-10-16,1-1 5 0,4-1-15 0,0-1 15 0,2 1-5 15,0-1 15 1,3 2-20-16,-1 0 15 0,-1 0 0 0,4 1 11 0,-1 1-21 16,0 1 10-16,-1 0 0 0,1 3 21 0,0-3-26 15,1 1 21-15,0 3-11 0,1 1 11 0,0 0-16 0,2 2 5 16,0-1-20-16,0-1 5 0,2 4 5 0,2 0 0 0,-1 2-10 15,1-1 0-15,0 0 10 0,3 0 0 0,-3 2 1 16,2 2-17-16,-2-1 16 0,3 1-5 0,0-1 6 0,0 0-6 16,1 1-11-16,1 0 16 0,-2-2-15 0,0 2 20 0,-1-2-10 15,1-2 6-15,-1 3-6 0,-1 0-11 0,-1 1 16 0,0 0-5 0,1 0-5 16,-1-4 0-16,0 4 10 0,2 1-10 0,1-1 5 16,-1-2-5-16,2-1 15 0,0 1-5 0,1-2-10 0,0 1 10 15,2 0-5-15,-3-1 6 0,-2 2 4 0,2-1-5 0,0-1 0 16,1 0 5-16,0 3-15 0,-2-2 15 0,2-1-10 15,2 1 16-15,-1-2-11 0,2-1 10 0,0 0 0 0,0 2 6 0,1-2-1 0,0 0-9 16,-1-2-6-16,2 1-5 0,-2 4 0 0,-1-1 0 0,1 1 0 16,3-2 0-16,-2 0 0 0,1 1 0 0,2-1 0 15,-3 1 0-15,2-4 10 0,2 1-5 0,-3 2-10 0,3-4 0 16,-4 3 0 0,5-2 15-16,-2 0-15 0,1 1 5 0,0 0-5 15,-2 0 5-15,-1 0 0 0,1 3 0 0,-1-3 0 0,-1-2 0 16,0 1 10-16,0-2-5 0,-1 3 1 0,0-3-6 0,1 1 0 15,-1-5 10-15,0 6 5 0,0-1 5 0,-1 0 1 0,-1-1-1 16,3 0 1-16,-4 0-1 0,0-1 1 0,0 1-1 0,2 0-10 16,-4-1-4-16,1-1 4 0,0 0-5 0,-4-1 0 15,0 2-5-15,-1 1 0 0,-1-1 10 0,-2-2 5 0,-1 1-4 16,-1 1 4-16,-2 1-10 0,1-2 1 0,-5 2 4 16,0-2-5-16,0 0-10 0,-5 0 0 0,0 0 10 0,-1 2-10 0,-2-1 5 0,-1 1-5 15,-1-4 5-15,-2 3 0 0,-13 1 0 0,12-2-11 16,-12 2-15-16,0 0-10 15,0 0-4-15,0 0-11 0,0 0-16 0,0 0-30 0,0 0-6 16,0 0-24-16,0 0-37 0,0 0-46 0,0 0-87 0,0 0 164 0,0 0 67 0,0 0 33 0</inkml:trace>
  <inkml:trace contextRef="#ctx0" brushRef="#br0" timeOffset="180801.72">23654 7753 444 0,'-10'5'159'0,"-2"-4"15"15,12-1 20-15,0 0-30 0,0 0-41 0,0 0-31 16,0 0-20-16,0 0-26 0,0 0 25 0,0 0-9 0,0 0 0 16,0 0-6-16,0 0-21 0,0 0-4 0,0 0-11 0,0-4 22 0,3 3 19 0,4-3 6 15,0 2-11-15,4-3-40 0,4-5-16 0,0 4 0 0,6 1 0 16,-6 5 0-16,0-3 0 0,0 2 0 0,0-2 0 0,-1 1 0 16,4 1 0-16,-1 0 0 0,2-1 0 0,-2 0 0 15,2-2 0-15,1 2 0 0,1 2 0 0,-1-2 0 0,1 1 0 16,0 1 0-16,3-2 0 0,0 0 0 0,3 2 0 0,0-1 0 15,-1 0 0-15,4-2 0 0,1 3 0 0,1-1 0 16,2 0 0-16,-1 1 0 16,1-1 0-16,1 1 0 0,2 0 0 0,-5-3 0 15,3 2 0-15,0 1 0 0,1 1 0 0,0-2 0 0,-1 0 0 16,3 0 0-16,2 2 0 0,0 0 0 0,-3 0 0 16,3-1 0-16,1-1 0 0,0 1 0 0,1-2 0 0,-3 0 0 0,3 2 0 15,-5-1 0-15,4 2 0 0,0-3 0 0,-1 3 0 0,0 0 0 16,-1 4 0-16,5-2 0 0,-2 2 0 0,2-4 0 15,-3-1 0-15,0 5 0 0,-2-4 0 0,5 3 0 0,-3-4 0 0,1 1 0 16,-1-2 0-16,4 2 0 0,1 2 0 0,1-3 0 16,-1 1 0-16,0-1 0 0,1 0 0 0,2 2 0 0,-3-2 0 15,0 2 0-15,2-1 0 0,-1 1 0 0,4-2 0 16,-1 3 0-16,2-2 0 0,-1 1 0 0,1 5 0 0,3-5 0 16,-4 2 0-16,2-2 0 0,2 3 0 0,-3-1 0 0,3 0 0 15,-1-2 0-15,-1-2 0 16,1 3 0-16,1-5 0 0,-4 5 0 0,0 1 0 0,2-2 0 15,0 1 0-15,-2-1 0 0,2 2 0 0,-6-3 0 16,3 4 0-16,0-4 0 0,-2 2 0 0,-1-2 0 0,3 0 0 16,-4 0 0-16,0-1 0 0,4 4 0 0,-2-3 0 0,-2 1 0 15,4-1 0-15,-3 0 0 0,1 2 0 0,1-1 0 16,1 1 0-16,-1-3 0 0,1 2 0 0,1-1 0 0,-1 2 0 16,1 1 0-16,0-1 0 0,-2 1 0 0,5 0 0 0,-6-1 0 0,4 2 0 15,-3-1 0-15,1 1 0 0,-2-1 0 0,-2-1 0 16,-1 0 0-16,-3-1 0 0,1 1 0 0,-2-1 0 0,-1 2 0 15,-4-3 0-15,0 2 0 0,-1-1 0 0,-4 2 0 16,-1 0 0-16,-1-1 0 0,-3 1 0 0,1-4 0 16,-6 4 0-16,-1 0 0 0,-4-1 0 0,0-1 0 15,-1 3 0-15,-15-5 0 0,14 1 0 0,-14-1 0 0,11 1 0 0,-2 6 0 0,-9-7 0 0,0 0 0 16,0 0 0-16,0 0 0 0,0 0 0 0,0 0 0 0,0 0 0 16,0 0 0-16,0 0 0 0,0 0 0 0,0 0 0 0,0 0 0 15,0 0 0-15,0 0 0 0,0 0 0 0,0 0 0 0,0 0 0 16,0 0 0-16,0 0 0 0,0 0 0 0,0 0-313 15,0 0-173-15,0-2-134 0,-3-2 306 0,1-1 157 0,-3 2 78 16</inkml:trace>
  <inkml:trace contextRef="#ctx0" brushRef="#br0" timeOffset="183777.39">17086 9880 444 0,'0'0'26'0,"0"0"-26"0,0 0 0 15,0 0 0-15,0 0 10 0,0 0 5 0,0 0 16 0,0 0 5 16,0 0 5-16,0 0 10 0,0 0-5 0,1 5 10 0,3-3 11 16,2 2-10-16,3 1-17 0,2-3 7 0,3 0-7 15,2-6-4-15,4 0 20 0,-7 2-9 0,1 0 24 0,1 2-19 0,0-2-12 16,4 1 6-16,2-3-15 0,-1 1 10 0,2 1-5 0,2 1 5 16,5-2 0-16,2 1 0 0,2-1 10 0,2 2-5 15,-1 0 0-15,4 2-5 0,2-1-11 0,0 0-4 0,2-1 5 16,3 1-6-16,1-1 1 0,0-3 15 0,3 3 0 15,1-2 15-15,0-2-55 0,1 1-1 0,3-1 0 0,1 1 0 0,2 0 0 0,-1 0 0 0,4-2 0 16,1 0 0-16,2-1 0 0,-1 0 0 0,1 2 0 0,-1-1 0 16,3 0 0-16,0-2 0 0,1 5 0 0,0-1 0 15,1 0 0-15,0 0 0 0,0 2 0 0,0-2 0 0,0 2 0 32,0 2 0-32,-1-3 0 0,1 4 0 0,3-2 0 0,0 0 0 15,0 0 0-15,1-1 0 0,-1 1 0 0,0 1 0 16,1-1 0-16,-1-3 0 0,0 3 0 0,-1 1 0 0,-1 1 0 0,-2-1 0 15,2-1 0-15,-2 1 0 0,3 0 0 0,-6-1 0 0,1 2 0 16,0-1 0-16,-3 1 0 0,1 1 0 0,-1-1 0 16,0-1 0-16,-1 1 0 0,-2 0 0 0,-1 0 0 0,1-1 0 15,-2-1 0-15,-1 1 0 0,-3-1 0 0,-2 2 0 0,2 0 0 16,0 1 0-16,-1 0 0 0,-1-2 0 0,0 3 0 16,-3-2 0-16,3 1 0 0,-6 0 0 0,1 0 0 0,-1-1 0 0,-2-1 0 0,-6 3 0 15,0-2 0-15,-1 2 0 0,-4-1 0 0,-1 1 0 16,-4-3 0-1,-3 1 0-15,0 1 0 0,-3-1 0 0,-3 1 0 0,-2-2 0 16,-4-2 0-16,0 4 0 0,-11-2 0 0,0 0 0 0,0 0 0 0,10-2 0 0,-10 2 0 0,0 0 0 16,0 0 0-16,0 0 0 0,0 0 0 0,0 0 0 0,0 0 0 15,0 0 0-15,0 0 0 16,0 0 0-16,0 0 0 0,0 0 0 0,0 0 0 0,0 0 0 16,0 0 0-16,0 0 0 0,0 0 0 0,0 0 0 15,0 0 0-15,0 0 0 0,0 0 0 0,0 0-16 0,0 0-465 16,0 0-93-16,0 0 86 0,0 0 244 0,-5-1 122 0</inkml:trace>
  <inkml:trace contextRef="#ctx0" brushRef="#br0" timeOffset="186544.38">22709 9658 537 0,'-11'7'46'0,"11"-7"15"0,-11 5 21 0,11-5 5 0,0 0 0 16,-11 4-5-16,11-4-11 0,0 0-14 0,-10 6-1 0,10-6-31 15,0 0-9-15,0 0-6 0,0 0 5 0,0 0 37 0,0 0 14 16,0 0 6-16,0 0-6 15,0 0 6-15,0 0-5 0,0 6-1 16,0-1 16-16,5 0-21 0,5 0-15 0,1 0-20 16,4 3 5-16,5-2 25 0,-2-1-5 0,0-2-50 0,-1 1-1 0,7 0 0 0,-1-2 0 15,5 2 0-15,-2-3 0 0,4 1 0 0,2-1 0 16,3-2 0-16,2-2 0 0,-1 2 0 0,4 0 0 0,0-1 0 16,1 1 0-16,3-1 0 0,2 0 0 0,3 1 0 15,2 2 0-15,-4-2 0 0,6 0 0 0,0 1 0 0,-1 0 0 16,1 0 0-16,1-1 0 0,-3 1 0 0,2 0 0 0,-2 2 0 15,0 1 0-15,0-2 0 0,-5 3 0 0,0-1 0 16,2 3 0-16,-3-1 0 0,-3 0 0 0,2-1 0 0,-7 0 0 0,3 2 0 0,-2-1 0 16,-2-1 0-1,-2-2 0-15,-2 2 0 0,-1 2 0 0,-2-1 0 16,-3 0 0-16,-1 0 0 0,-4 0 0 0,-3 1 0 0,-1-2 0 16,0 2 0-16,-5-2 0 0,2 1 0 0,-3 0 0 0,-11-5 0 15,0 0 0-15,0 0 0 0,12 3 0 0,-12-3 0 0,0 0 0 16,0 0 0-16,0 0 0 0,0 0 0 0,0 0 0 15,0 0-113-15,0 0-256 0,0 0-61 0,0 0-46 0,0 0 146 0,-2 3 165 16,-4-2 83-16</inkml:trace>
  <inkml:trace contextRef="#ctx0" brushRef="#br0" timeOffset="188034.98">26226 9798 752 0,'-10'6'56'0,"-4"-2"-31"0,2-1 42 16,12-3 9-16,0 0 22 0,0 0-22 0,0 0-4 0,-10 2 20 15,10-2 6-15,0 0-1 0,0 0-10 0,0 0-25 0,0 0-22 16,0 0-24-16,0 0-11 0,0 0 5 0,0 0 15 16,0 0 31-16,0 0-14 0,0 0 14 0,1 0 5 0,4-2 16 15,5 2-76-15,5-1-1 0,5 0 0 0,11 1 0 0,4 1 0 0,8-1 0 0,-5-1 0 16,5 1 0-16,8 1 0 16,1 0 0-16,5 1 0 0,4-1 0 0,0-1 0 15,6 2 0-15,4 1 0 0,4-1 0 0,0 1 0 0,5 2 0 0,2-1 0 0,5 1 0 0,-3-1 0 16,6 0 0-16,-2 2 0 0,3 1 0 0,-4 1 0 0,2-1 0 15,-3-1 0-15,-4 0 0 0,-1 1 0 0,-2 1 0 0,-4-1 0 16,-6 1 0 0,2-1 0-16,-10-1 0 0,-4 3 0 0,-3-3 0 15,-7 2 0-15,-7-2 0 0,-1 1 0 0,-4-2 0 0,-9-1 0 16,-1-2 0-16,-6 0 0 0,-3-2 0 0,-16 0 0 16,0 0 0-16,0 0 0 0,0 0 0 0,0 0 0 0,0 0 0 15,0 0 0-15,0 0 0 0,0 0-150 0,1-3-70 0,-6 1-10 16,-6-2-10-16,-5 0-36 0,-5 2-47 0,-7-3 19 0,-3 1 152 15,-5 0 76-15</inkml:trace>
  <inkml:trace contextRef="#ctx0" brushRef="#br0" timeOffset="203442.61">3456 10709 1355 0,'-6'-11'128'0,"1"0"-117"0,5 11-11 16,0 0-11-16,0 0 6 0,0 0-10 0,0 0 20 15,0 0-5-15,0 0-5 0,0 0 10 0,0 0-15 0,0 0 20 0,0 0 0 0,0 0 0 16,0 0-4-16,0 0-6 0,1-2 10 0,8-1-5 0,-4 7 0 16,5 1-5-16,3 1 0 0,0 3 10 0,3 4 5 0,-1 3-4 15,-1-6-6-15,-3 3-5 0,-1-3 0 0,1 2 10 16,4-4-5-16,0-2 21 0,-1 0 35 0,2-1 26 0,0 0 5 15,0 0-35-15,7-3-11 0,-4-2-10 0,4 0 5 16,0 0-10-16,-1-2-31 0,6-1 0 0,-2-3 0 0,0-1 0 16,3-3 0-16,-2-3 0 0,3 3 0 0,0 1 0 0,3-1 0 15,-3-3 0-15,0 5 0 0,1-1 0 0,-1 0 0 16,2 5 0-16,-1 1 0 0,4-3 0 16,-3 3 0-16,-1 1 0 0,-1 2 0 0,1 2 0 15,-2 3 0-15,-3-1 0 0,-1-1 0 0,-3 7 0 0,2-2 0 16,-2 2 0-16,3-3 0 0,-1 1 0 0,-1-1 0 0,-2 1 0 0,2-1 0 0,0 3 0 0,2-6 0 0,4 3 0 15,-7-1 0-15,4-1 0 0,3-1 0 0,-2-2 0 16,1 3 0-16,1-5 0 0,-1 3 0 0,2-6 0 0,3-2 0 16,-2 3 0-16,0-3 0 0,3 2 0 0,-2-4 0 15,2 1 0-15,0 2 0 0,-1-1 0 0,-1 1 0 0,0 1 0 16,-1 0 0-16,2 2 0 0,-2 0 0 0,-4 3 0 16,3 1 0-16,-1-1 0 15,1 3 0-15,0 0 0 0,0 4 0 0,0-4 0 0,-3 3 0 16,7-1 0-16,-4-2 0 0,0 0 0 15,1 0 0-15,-2-3 0 0,2-1 0 0,-1 0 0 0,0-1 0 16,2-1 0-16,1-2 0 0,-1 1 0 0,1 0 0 0,0-1 0 0,1 0 0 0,2 0 0 0,2-3 0 16,-3 1 0-16,1 1 0 0,0-2 0 0,3 0 0 0,-4 0 0 15,3-1 0-15,-1 1 0 0,-1 1 0 16,0 3 0-16,-1 2 0 0,1-1 0 0,-3 1 0 0,1 0 0 16,-2 2 0-16,-1 2 0 0,1 1 0 0,-1-2 0 0,-2 2 0 15,2 0 0-15,1 2 0 0,-2 0 0 0,1-1 0 0,-1 3 0 16,0-4 0-16,-3 0 0 0,1 0 0 0,0-3 0 15,1 6 0-15,0-6 0 0,-1 1 0 0,2-6 0 0,2 6 0 16,1-3 0-16,0-2 0 0,0 2 0 0,2-5 0 16,2 4 0-16,-1-4 0 15,0 4 0-15,3-4 0 0,-2 1 0 0,2 1 0 16,-2 0 0-16,1-1 0 0,2-1 0 0,-4 4 0 0,0-3 0 16,-1 4 0-16,0-1 0 0,0 2 0 0,-3-3 0 0,1 6 0 0,-3-1 0 0,2 0 0 15,-3-1 0-15,1 0 0 0,-2 0 0 0,-1 1 0 0,4 0 0 16,-5 0 0-16,0-2 0 0,2 0 0 0,3 2 0 15,-2-2 0-15,-1 0 0 0,2-1 0 0,-1 1 0 16,3-3 0-16,2-2 0 0,0 2 0 0,-2-2 0 0,1 0 0 16,2-1 0-16,2-1 0 0,-2 0 0 0,-1 1 0 15,1 0 0-15,1 0 0 0,0 0 0 0,0-4 0 0,-2 7 0 16,0-5 0-16,-1 2 0 0,0-2 0 0,-1 4 0 16,-2-1 0-16,0 0 0 0,-1 3 0 0,0-5 0 15,-1 5 0-15,0-2 0 0,2 1 0 16,-4-2 0-16,1-1 0 0,1 1 0 0,-2 2 0 0,0 0 0 15,2 0 0-15,0 1 0 0,0 0 0 0,2-1 0 0,0 1 0 0,2 1 0 16,-2-1 0-16,0-2 0 0,1 7 0 0,1-5 0 16,-3-2 0-16,1 1 0 0,-1 2 0 0,0-1 0 0,1-1 0 15,0 5 0-15,-2-6 0 0,0 6 0 0,-2-3 0 16,-3 2 0-16,-1 0 0 0,-1-1 0 0,-2 3 0 0,-3-4 0 16,-2 0 0-16,1 1 0 0,-1 2 0 0,-2 1 0 0,-12-4 0 15,0 0 0-15,0 0 0 0,0 0 0 0,0 0 0 0,0 0 0 16,0 0 0-16,0 0 0 0,11 4 0 0,-11-4 0 15,0 0 0-15,0 0 0 0,0 0 0 0,0 0 0 0,0 0 0 16,10-3 0-16,-10 3-615 0,4-7-101 16,0-4 358-16,-3-4 179 0</inkml:trace>
  <inkml:trace contextRef="#ctx0" brushRef="#br0" timeOffset="-209941.74">23537 1225 588 0,'0'0'81'0,"0"-8"-60"0,0 8 25 0,0 0 15 16,0 0 21-16,1-10 0 0,-1 10-31 0,0 0-15 0,0 0-36 15,0 0 0-15,0 0-5 0,0 0 5 0,0 0 10 16,0 0-15-16,0 0 5 0,0 0-5 0,1 3 5 0,-1 6 0 15,-1 6 0-15,0 5-10 0,1 3 15 0,-4 7-5 0,3 6 5 16,-3 6-15-16,-2-8 5 0,2-3 0 0,-1 4 5 16,2 2 0-16,-2-3 10 15,0 1-15-15,1-3 5 0,1-2-5 0,1-5 5 0,-1 2 0 16,1-7 0-16,-2-4 0 0,3-1 0 16,-1-1 0-16,0-4 0 0,2-10 0 0,0 0 0 0,0 0 10 15,0 0 15-15,0 0 21 0,0 0 31 0,0 0-5 0,0 0 0 0,0 0-21 0,0 0-5 0,0 0-26 16,0 0 1-16,0 0-26 0,0 0 5 0,0 0-5 15,2-5 5-15,0-4 0 0,0-2 0 0,3-3 0 0,3-2 0 16,-4 1 0-16,4-7 0 0,-8 22 0 0,0 0 0 0,7-10 0 16,-7 10-11-16,7-9 16 0,-7 9-5 0,10-2 6 0,-3-2-6 15,-7 4-11-15,10-1 16 0,-1 1-5 0,1 0-5 0,-10 0 0 16,10 6 0-16,1-1 5 0,-1 0 0 0,0 0 0 16,0 0 10-16,0 1-5 0,0 2 1 0,0-5-17 0,-3-1-35 15,3 4-10-15,-10-6 10 0,9 3 15 0,1 2-10 16,-10-5-31-16,8 4-40 15,0 1-32-15,-8-5-24 0,0 0-11 0,0 0-46 16,0 0 64-16,0 0 80 0,0 0 41 0</inkml:trace>
  <inkml:trace contextRef="#ctx0" brushRef="#br0" timeOffset="-209652.18">24076 1449 695 0,'0'0'205'0,"0"0"-154"0,0 0-56 0,0 0 5 0,0 0 15 16,0 0 6-16,0 0-16 0,0 0-15 0,0 0 0 15,0 0 5-15,0 0 15 0,0 0-15 0,0 0 15 0,0 0-10 16,0 0 5-16,4 0 5 0,1 0-5 0,1 0 1 0,5 0-17 16,3-4 16-16,1 3-5 0,6 2 6 0,4-2-17 0,-8-3 6 15,-3 4-51-15,-3 0-52 0,3-1-71 0,-14 1-51 0,15 0 23 0,-15 0 103 16,0 0 52-16</inkml:trace>
  <inkml:trace contextRef="#ctx0" brushRef="#br0" timeOffset="-209467.15">24091 1558 1094 0,'0'0'159'0,"0"0"-113"0,0 0-25 0,0 0-6 0,0 0-5 0,0 0-4 16,0 0-6-16,-6 11 10 0,6-11-5 0,0 0 0 16,0 0-15-16,1 6 15 0,4-1-5 0,4-4 5 0,2 4-5 15,4-1 0-15,5-4-51 0,1-6-77 0,5 2-82 16,-5 0-133-16,-1-1 23 15,2 4 160-15,-1-4 80 0</inkml:trace>
  <inkml:trace contextRef="#ctx0" brushRef="#br0" timeOffset="-208934.83">24922 1462 480 0,'2'-13'210'0,"-2"13"-62"15,0 0-10-15,0 0 26 0,0 0-10 0,0 0-11 0,0 0-56 16,0 0-25-16,0-15-52 0,0 15-15 0,0 0-5 0,0 0 5 16,0 0 5-16,0 0 0 0,-7 0-11 0,1 5 16 0,0 1-15 15,-3 8 10-15,3-6-5 0,-4 8 5 0,3 3 0 0,0 2 0 16,4-7-10-16,3-14 5 15,-2 13 0-15,1 0 5 0,2-1 0 0,-1 3 0 0,0-15 0 16,2 9-11-16,-2-9 16 0,5 11-5 0,-5-11 6 0,0 0-17 0,5 6 16 0,2 1-15 0,-7-7 10 0,10 5 5 16,-10-5-10-16,8 3 25 0,-8-3-15 0,8 2 16 15,2-4-6-15,0-6 6 0,-10 8-1 0,8-7-9 0,-1-3 4 16,1 0-10-16,-3-6 1 0,-2 1-6 0,1-3-31 0,-2-1-5 16,1 4-31-16,-3-1 6 0,0 1-16 0,-3-2 11 15,1 4 9-15,2 13 32 0,0 0-6 0,-3-13-10 0,3 13-15 16,0 0-16-16,-4-10-25 15,4 10-6-15,-7-8-35 0,7 8-10 0,-10-2-26 16,10 2-16-16,0 0 96 0,-8 0 47 0,-1 1 23 0</inkml:trace>
  <inkml:trace contextRef="#ctx0" brushRef="#br0" timeOffset="-208803.41">25061 1480 414 0,'0'0'199'0,"0"0"-50"0,0 0-57 0,0 0-46 0,0 0-21 15,0 0-14-15,0 0-6 0,0 0-5 0,0 0-10 0,0 0-67 16,0 0-56-16,12 2-82 0,-12-2-51 0,0 0 146 0,0 0 60 16,0 0 30-16</inkml:trace>
  <inkml:trace contextRef="#ctx0" brushRef="#br0" timeOffset="-208378.84">25309 1390 823 0,'0'0'338'0,"0"0"-128"16,0 0-82-16,0 0-31 0,0 0-46 0,0 0-35 0,0 0-6 16,0 0-10-16,11-1-16 0,-11 1 6 0,0 0 0 0,10-4 10 15,0 4 0-15,-1 0 10 0,0 0-15 0,1 0 5 0,0 5 5 16,0-3-10-16,3 0 15 0,-3-2-20 0,1 3 10 0,-1-1-5 16,0-1 5-16,0 3-10 0,2-2 15 0,-2 1-5 15,-2 2 5-15,-1 1-5 0,-7-6-10 0,0 0 5 0,10 5 0 16,-4 4-6-16,0-1-15 0,-6-8 1 0,0 0-1 0,4 12-15 15,0-3-30-15,-4 6-21 0,-3-1-11 0,2 1-9 16,-5 0-16-16,-3 3 10 0,-1 0 5 16,-1-1 32-16,-3 2 19 0,1-7 26 0,2 5 31 15,-4 2 5-15,0-7 6 0,-1 1 14 0,2-3-10 0,3-3 52 16,-3 1 25-16,14-8 20 0,-12 2 11 0,-1 1-11 0,13-3-20 16,0 0-5-16,0 0-5 0,0 0-16 0,0 0-10 0,0 0-10 15,0 0-31-15,0 0 6 0,0 0-26 0,0 0 10 0,0 0-16 16,0 0 11-16,0 0-21 0,0 0 26 0,0 0-15 0,0 0 15 15,0 0 5-15,0 0 0 0,0 0 11 0,0 0-1 0,-1-4 5 16,5-1 1-16,1 4-11 0,1-7 6 0,5 6-11 0,3-3 0 16,2 0-5-16,4 0 0 0,-9 5 0 0,-1-3 0 15,0 2-10-15,2 1 15 0,-1 0-26 0,1 0-56 0,-12 0-81 16,12-1-88-16,-12 1-71 0,0 0-57 16,8-4 195-16,-8 4 90 0,9-5 44 0</inkml:trace>
  <inkml:trace contextRef="#ctx0" brushRef="#br0" timeOffset="-204237.21">26044 1472 752 0,'0'0'224'15,"0"0"-157"-15,0 0-21 0,2-10 36 0,-4-2 25 0,2 12 6 16,0 0-46-16,-5-8-37 0,-1 0-24 0,0 3-17 16,6 5-4-16,-10-3 5 0,0 3-6 0,-5 3 11 15,5 0 0-15,-2 7 5 0,2 0-10 0,0 3 5 0,0 5 0 16,3-3-6-16,-2 4 16 0,-1 2-15 0,4 1 20 15,1-3-20-15,0 3 20 0,1-4-10 0,3 0 6 0,1-2-17 16,0-2 6-16,1 1 0 0,0-4 5 0,2 1 0 0,-3-12-10 16,6 7 15-16,-1 6-15 0,-5-13 0 0,5 10-11 0,1-2 11 15,3 0-5-15,0 1-1 0,0-3-4 0,-9-6 10 0,12 8-16 16,-2-7 5-16,0-1-15 0,1 0-10 0,1 0 0 16,-2-5-10-16,0 0-21 0,1-3-15 0,-3 1-10 0,2 2-21 0,-2-7-31 0,1 0-30 0,-1-2 28 0,2 0 78 15,-3-2 39-15</inkml:trace>
  <inkml:trace contextRef="#ctx0" brushRef="#br0" timeOffset="-202163.64">25939 1650 296 0,'1'-17'51'0,"1"3"-41"0,0-6 26 0,1 1 36 15,2 4 20-15,0 0-10 0,2 0-11 0,3-3-30 16,1 3 0-16,2 1 5 0,6 3-10 0,-4 1-5 0,1 2-31 0,-1-1 10 0,3 3-10 16,-4 1-5-16,0 1 0 15,0 3 0-15,-14 1 15 0,11 1-15 0,-11-1-5 16,0 0-21-16,7 9 16 0,-7-9 5 0,9 5 10 0,-4 3 0 15,-5 3 0-15,0 6 0 0,-4 0 10 0,-2 3-5 0,0 3 0 16,-4-5-15-16,0 9 15 0,-4-3-5 0,-1-1 5 0,3-2-5 16,-3 0 0-16,-4 2 20 0,3-9 31 0,0 0 21 15,1-4 31-15,15-10 9 0,-12 11-10 0,12-11-30 0,0 0-11 16,0 0-25-16,0 0-5 0,0 0-11 0,0 0-19 0,0 0-42 16,0 0-46-16,0 0 15 0,0 0 10 0,-8-1 32 15,1-8 4-15,4-4 16 0,3-3-5 0,3 1 10 0,2-9 0 16,2-1 5-16,1-2-11 0,-1 10 6 0,3-1 10 0,-4 2 0 15,3 2 1-15,-9 14-6 0,5-13 0 0,-5 13 10 16,0 0-5-16,0 0-21 0,0 0-4 0,0 0-16 0,0 0 21 16,0 0 5-16,0 0 10 0,0 0 0 0,-2 2 0 15,-1 3 0-15,-2 8 0 0,-4 5 0 0,-2 5 0 0,-1 4 0 0,-4 5 0 0,-3 2 10 0,8-8-15 0,-3 1 5 16,3-7-5-16,-3 0 5 0,3-5 0 0,4-2 20 0,7-13 0 16,-8 10 27-16,8-10-17 0,0 0 11 0,0 0-5 0,0 0-5 15,0 0-16-15,0 0-9 0,0 0-6 0,0 0 0 16,0 0-11-16,0 0 16 0,-1 0-5 0,1-9-5 0,5 0 0 15,0-8 10-15,5-5 0 0,0-4 1 0,1-1-6 0,0-7-11 16,3 7 16-16,-3 0-15 0,1-3 20 0,1 1-10 16,-1 3-25-16,3 3 9 0,0-2 11 0,-4 3 0 0,2 6-5 15,-1-1-21-15,-2 7 16 0,-10 10 5 16,0 0-1-16,0 0-15 16,0 0 1-16,0 0 10 0,0 0 10 0,0 0 5 0,3 0 10 15,-1 3-15-15,-4 9 15 0,-1 3-10 0,-2 0 5 0,-4 6-5 0,-2 6 0 0,0 3 0 0,1-5 10 16,0 5-15-16,-2-2 5 0,1 1 5 0,-3-2-10 15,4 0 15-15,-1 2-10 0,1-4 6 0,-4-2-6 0,8-5 0 16,-4 0 0-16,4 1 0 0,-3-5-41 0,3 0-41 0,-3-4-52 16,3 2-50-16,1 1-26 0,0-2-46 0,5-11 116 15,0 0 70-15,-5 10 35 0</inkml:trace>
  <inkml:trace contextRef="#ctx0" brushRef="#br0" timeOffset="-201954.02">26554 1457 1140 0,'0'0'297'0,"0"0"-143"0,0 0-62 0,0 0-46 15,0 0-21-15,0 0-19 0,0 0-6 0,0 0-11 0,0 0-4 16,0 0-46-16,0 0-72 0,0 0-67 0,0 0-56 0,0 0-10 15,0 0 5-15,0 0-10 0,0 0 128 0,0 0 71 0,0 0 36 16</inkml:trace>
  <inkml:trace contextRef="#ctx0" brushRef="#br0" timeOffset="-201692.65">26519 1692 639 0,'0'0'92'0,"-2"11"-66"0,-2-1-37 0,4-10 6 0,0 0 10 0,0 0 10 0,0 0 6 0,0 0 10 15,1 12 5-15,3-1-6 0,1-2-4 0,1 1-6 0,3-4 1 16,2 3 20-16,1-3-11 0,1 3 1 0,-1-3 0 0,-2 1-16 16,0 1-4-16,0-1-11 0,-10-7 0 0,8 8 0 15,-8-8 20-15,8 7 11 0,-8-7 10 0,10 5 0 0,-10-5-11 16,0 0-4-16,0 0 5 0,0 0-6 0,0 0 21 0,4 10-26 16,-3 1 16-16,-1 2-26 15,0-4 1-15,-5 6-11 0,0-1 10 16,-5 2-5-16,-1-2-10 0,1 1 10 0,-4-5-5 15,1 1-25-15,-2 2-42 0,0-3-25 0,-1-1-51 0,-3-4-113 0,3 2-66 0,-4 1 30 0,-1-3 146 16,0-3 73-16</inkml:trace>
  <inkml:trace contextRef="#ctx0" brushRef="#br0" timeOffset="-199438.11">27404 1148 127 0,'0'0'0'0,"-6"8"5"0,6-8-10 15,0 0 5-15,0 0-5 0,0 0 5 0,-5 9 0 0,5-9 0 16,-2 7 10-16,2 2-5 0,2 2 11 0,-2-11-1 0,3 7-5 16,4-2-4-16,1 8-6 0,3-10 30 0,-1 1 26 0,-10-4-10 15,12 0 11-15,0 0-6 0,-1-4 0 0,-1 3-5 0,1-1-5 0,-1-1 10 0,-10 3 16 16,12-5 9-16,-12 5 17 0,0 0-6 0,0 0 20 0,9-10-25 16,-9 10-15-16,8-8-21 0,-8 8-36 0,2-10 5 0,2-4-25 15,-4 14 0-15,0-11 0 0,-1-3-16 0,-3 3 5 16,0-3-25-16,-2 0-25 15,6 14 10-15,-8-10-16 0,0 5-5 0,8 5 15 0,-10-9-30 16,0 3-5-16,0 1-42 0,10 5-9 0,-10-5 10 16,-1 7 71-16,1 2 36 0</inkml:trace>
  <inkml:trace contextRef="#ctx0" brushRef="#br0" timeOffset="-199138.19">27890 850 557 0,'0'0'128'0,"0"0"-56"0,0 0-21 0,0 0-10 0,0 0-11 15,0 0-14-15,0 0-11 0,0 0-5 16,0 0-10-16,0 0 5 0,0 0 0 0,0 0-6 0,1 3 16 16,-5 3-5-16,-1 8 6 0,-2 1-6 0,-6 9 0 0,-3 5 0 0,-5 11 0 0,-2 7 0 0,0-7-11 15,-2 4-15-15,-5 4-20 0,-1 1 0 0,-2 2 0 0,-2-3 5 16,4 5 11-16,-4-5 15 0,0 2-1 0,-1-7 21 0,4-2-15 15,-3 5 20-15,3-5-10 0,0-4 16 0,-1-2-1 16,6-4 5-16,1 2-9 0,2-1-16 0,2-2 10 0,0-6-15 16,4-3 20-16,1 2-20 0,1-3 10 0,3-1-36 15,1-7-21-15,2 3-40 0,0 1-16 0,10-16-30 0,-5 13 36 16,5-13 53-16,0 0 27 16</inkml:trace>
  <inkml:trace contextRef="#ctx0" brushRef="#br0" timeOffset="-198838.13">27383 1762 321 0,'0'0'133'0,"0"0"-87"16,0 0-45-16,0 0-6 0,0 0 10 0,0 0 0 0,8 3-10 15,-8-3 10-15,7 5-15 0,-7-5 20 0,5 8-20 0,0 0 10 16,-2 2-5-16,0 4 5 0,-3-14 10 0,0 0-5 15,2 11 10-15,-2-11 0 0,5 12-4 0,-5-12 4 0,0 0-10 16,8 6 1-16,0-1-6 16,1-1 10-16,-9-4-5 0,0 0 10 0,10 4-10 15,-10-4 1-15,0 0 14 0,0 0 0 0,0 0 16 0,0 0 30 16,0 0 11-16,0 0 10 0,9-4-5 0,-9 4 0 0,0 0 0 0,0 0-61 16,7-9-11-16,-7 9-41 0,0 0 0 0,0 0-20 15,6-8-15-15,-6 8-11 0,2-8-5 0,-4-2 10 0,1 0-25 16,-4-2 0-16,0-4-42 0,5 16-9 0,-10-10-26 0,4 5 108 15,6 5 33-15,-12-8 16 0</inkml:trace>
  <inkml:trace contextRef="#ctx0" brushRef="#br0" timeOffset="-197975.1">28264 1565 449 0,'1'-4'200'0,"-1"-2"-52"0,0-1-10 0,-3-1 26 15,3 8-20-15,-5-8-16 0,5 8-31 0,0 0-30 0,0 0-6 16,0 0-36-16,0 0-19 0,-4-10-11 0,4 10 0 16,0 0-6-16,0 0-4 0,-10-9 5 0,1 12-6 0,-1-2-10 0,4 3 1 15,-4 2 10-15,0 2-1 0,1 2 11 0,2 0 10 0,2 1-10 16,1 4 5-16,-1 0-5 0,0-1 5 0,4-1 0 0,-3-1 0 15,4-12 0-15,0 13-10 0,0-13 5 0,1 14 0 16,-1-4-6-16,3 2-4 0,-3-12-6 16,2 10 1-16,-2-10 0 0,4 13-11 0,1-4-5 0,0 3-15 15,1-5-5-15,3 3-6 0,-3-3 11 0,3-3-6 0,-1 5 1 0,-8-9-5 0,8 5 0 0,-8-5-1 16,10 5 1-16,0-5-11 0,0 1-5 0,-2-2-15 0,-8 1 26 16,13-4-1-16,-3 0 21 0,0-3-20 0,2-3 15 15,-2 0-21-15,0-4 16 0,1 0 28 0,-1 0 14 0</inkml:trace>
  <inkml:trace contextRef="#ctx0" brushRef="#br0" timeOffset="-197367.31">28474 1523 183 0,'7'-11'87'0,"-7"11"-5"0,0 0 5 0,0 0-10 0,0 0-26 15,0 0 1-15,0 0-32 0,0 0 16 0,0 0-26 0,0 0-10 16,0 0-5-16,0 0 10 0,0 0 10 0,0 0 5 16,0 0 1-16,5 1-11 0,0 4 6 0,-2 4-1 0,-3 1-5 15,1 5-4-15,-5 2-6 0,3 4-11 0,-3 0 16 0,2-6-5 0,-1-1 6 16,2-1 4-16,0 1-15 0,1-14 15 0,-3 11-20 0,3 0 10 15,0-11 5-15,0 0 0 0,0 0-10 0,0 0 0 0,0 0 10 16,0 0 10-16,0 0 5 0,0 0 1 0,0 0-11 0,0 0 16 16,0 0-16-16,0 0 21 0,0 0 0 0,0 0-11 0,0 0 1 15,0 0-6-15,0 0 5 0,0 0-10 0,0-2 16 0,4-1-6 16,1-3-4-16,0-5-11 0,1-2 26 0,4-3-6 0,-1-2 6 16,1-1 0-16,0 9-16 0,-2-1 6 0,2 1-6 15,0 1-5-15,0 0 6 16,-10 9-11-16,11-7 0 0,-1 2-5 0,-2-2-10 0,-8 7 5 15,0 0 10-15,0 0 0 0,0 0-10 0,0 0 0 0,8-3 0 16,-8 3-6-16,0 0 6 0,10 0-10 0,-1 5 10 0,-3 0 0 16,-6-5 5-16,7 12 10 0,-4 1-15 0,1 2 5 0,-2 1-5 15,-2 2 5-15,0-6 0 0,0 4 0 0,-1-5 10 16,1-11-15-16,0 10 5 0,0-10 5 0,0 0-21 0,0 11 11 16,0-11-15-16,0 0 4 0,0 0 6 0,0 0 5 0,0 0 5 0,0 0 10 15,0 0-5-15,0 0 11 0,0 0-1 0,0 0 5 0,0 0 1 16,-1 13 10-16,1-13 4 0,0 0 6 0,0 0-21 0,0 0-9 15,0 0-1-15,0 0-5 0,1 0 1 0,4-4 4 16,-4-1-15-16,3-1 15 0,1-4-20 0,1-4 20 0,4-4-10 16,0-3 5-16,-1 11-5 0,1-5-10 15,2 0 5-15,2-2 10 0,-3 5 0 0,3-1-10 0,-2 3 0 16,-2 1 0-16,0 2-6 0,-10 7 16 0,0 0-15 0,0 0 10 0,0 0-15 0,9-4 20 0,-9 4-15 16,8 0 10-16,-8 0-16 0,0 0 11 0,0 0 0 0,10 4 5 15,-5 2 0-15,3 0 0 0,-1 3-10 0,-2 1 15 16,0 1-5-16,0 2-5 0,-2 0 10 0,0-2-5 0,1-1-5 15,-3 4 10-15,3-2-5 0,-3 2 5 0,1-1-5 16,0-2 0-16,-2-11 0 16,0 0 0-16,1 13 10 0,3-2-5 0,-4-11-10 0,1 14 0 15,-1-4 0-15,0-10 15 0,0 0-5 0,0 0-10 0,0 0 0 16,-1 10-31-16,1-10-41 0,0 0-30 0,0 0-36 0,0 11-21 16,-4 2-36-16,4-13-15 0,0 0-12 0,-1 10 113 15,1-10 57-15</inkml:trace>
  <inkml:trace contextRef="#ctx0" brushRef="#br0" timeOffset="-197175.04">29058 1659 1007 0,'0'0'236'0,"0"0"-78"0,0 0-55 16,0 0-11-16,7 3-20 0,-2 2-37 0,-5-5 1 0,5 5-26 15,-2 2 1-15,-2 3-11 16,-2 3 0-16,-2 0 0 0,1 3 0 0,-2-4 0 15,0 1-11-15,-1-2-55 0,3 2-31 0,-2-2-26 0,-1 3-21 16,0-1-29-16,-1-2-22 0,-3 3-40 0,3-5-47 16,-3 1 65-16,-1-4 108 0,0 5 55 0</inkml:trace>
  <inkml:trace contextRef="#ctx0" brushRef="#br0" timeOffset="-192920.17">27968 2082 741 0,'-15'-3'98'0,"3"-2"14"0,12 5 21 0,0 0-5 0,-14-5-21 0,14 5-25 15,0 0-36-15,0 0-35 0,0 0-11 0,0 0-5 16,0 0 15-16,0 0-5 0,0 0-10 0,0 0 0 0,5-3 0 16,4 0 5-16,6 1 10 0,7 2-5 0,10-2 0 0,4 2-15 15,8 0 5-15,7 2 10 0,-8-4 0 0,4 2 0 16,2 0-5-16,-1 0 0 0,3 2 0 0,0 3 0 0,0-4 0 0,1 3 0 0,1 1 0 16,-2-2 10-1,-2-1-15-15,2 1 15 0,-5-1-10 0,-1-2 6 16,-5 0-6-16,-2 0 0 0,-5 0 10 0,-4 1-5 0,-4-2-10 15,-4 1 0-15,-2 0 0 0,-6 0-36 0,-13 0-10 0,0 0-47 0,0 0 11 16,0 0-15-16,0 0-6 0,0 0 1 0,0 0-21 0,0 0-16 16,0 0-96-16,0 0 46 0,0 0 97 0,0 0 48 15</inkml:trace>
  <inkml:trace contextRef="#ctx0" brushRef="#br0" timeOffset="-192688.69">27867 2174 828 0,'0'0'77'15,"-13"9"-67"-15,13-9-30 0,0 0-1 0,0 0 11 16,0 0 5-16,0 0 5 0,0 0 20 0,-3 5 21 0,3-3 6 16,10 2 9-16,5-3-21 0,9-1-14 0,5 3-6 0,7-2-20 15,7 0 5-15,-1-1 5 0,3 3 0 0,3-3 1 16,1 1-6-16,2 3 0 0,3-3 10 0,1 4-15 0,-3 1 5 15,4 1-5-15,0 0-16 0,2 1-20 0,3-1-56 0,-5 1-56 16,4 1-47-16,-4 1-41 0,3-4 65 0,1 0 88 16,-3 2 44-16</inkml:trace>
  <inkml:trace contextRef="#ctx0" brushRef="#br0" timeOffset="-189472.8">28901 1166 424 0,'-15'-14'36'0,"0"-2"-31"15,2 6 31-15,1-4 41 0,1 0-1 0,1 1 32 0,-3-3-11 16,1 6 21-16,3 0-42 0,-4 0-4 0,2-3-6 0,-4 4 11 16,3-2-15-16,-2 1-32 0,0 1-9 0,2-1-26 0,-2 4 5 15,-1 0-5-15,3-3-5 0,-2 4 5 0,-1 0 0 16,-1 5-6-1,-1 3-15-15,-3 4-20 0,-4-2-20 0,-1 4-1 0,-3 8 11 16,-3 6-1-16,-4-2 11 0,-5 7-10 0,-1 1 10 0,-2 4 0 16,-3 2 5-16,0 6 10 0,-4-4 16 0,0-1 10 0,3 5-5 15,2-6 5-15,1 1 0 0,1 6 15 0,5-4-5 16,3-2 0-16,4 1-5 0,6 2 0 0,0-3 0 0,8 2-10 16,0-2 5-16,4-2 10 0,3-1 10 0,5 2-5 0,0 0-4 15,5-3-17-15,1-2 16 0,3 2-15 0,6-6 20 16,0 2 0-16,6 1 1 0,0-4 4 0,9 0 0 0,1-2-4 15,7 2-6-15,0-4-5 0,7 1 0 0,3-4 10 0,2-3-5 0,5-2 1 16,1-3-6-16,2 0 10 0,4-2-15 0,4-3 5 0,-1-5 5 16,6 0 0-16,1 2 0 0,-2-2-5 0,4-2 0 0,-3-3 0 15,1 0 10-15,-2-3-5 16,-1 1 21-16,-6-2 5 0,-3-5 20 0,4 3-16 16,-7-2 6-16,-2-1-5 0,-3 2 15 0,-5-6 26 0,-1 2 15 0,-1-3 0 0,-4 0 6 0,-5-1-32 0,-1-5-9 15,-3-4-16-15,-2 2-1 0,-4-4 12 0,-1-4-6 0,-4-3-21 16,-1-2-14-16,-4-2-32 0,-2 2 21 0,-3-4-5 15,-1-3 30-15,-2-2-15 0,-3 3 11 0,-3 1-16 0,-2 2 1 16,-1-5-17-16,-3 2 6 0,-1 5 0 0,-6-3 5 16,1 5-10-16,-6-4 5 0,-4 5-21 0,-1 1-5 0,-4-1 11 15,-2-1-1-15,-4 1 6 0,-1 3-16 0,-2 3-5 0,-2 2-15 16,-3 2-36-16,-2 5-10 16,-3 1-10-16,2 6 4 0,-4 2-30 0,-4 4-15 15,-1 7-26-15,-2 1-16 0,2 1-9 16,-1 2 10-16,2 6 94 0,2 5 48 0</inkml:trace>
  <inkml:trace contextRef="#ctx0" brushRef="#br0" timeOffset="-178759.23">23040 2240 327 0,'0'0'35'0,"0"0"-9"0,0 0 5 0,-11 6 30 16,11-6 1-16,0 0-6 0,0 0-31 0,0 0-14 0,0 0-21 16,0 0 5-16,0 0 10 0,0-4-10 0,5 4 5 15,2-5-5-15,7 0 5 0,3 0 0 0,7-3 0 0,2-1 0 16,11 2-11-16,-8 2 16 0,6 0-5 0,-1 1-5 0,7 0 0 15,4 3 10-15,0-4 0 0,8 0 11 0,-1-4-1 16,3 3 5-16,5 1 11 0,1 0 15 0,1-3-21 0,2-2-9 16,5 4-16-16,1-2 0 0,4 2 0 0,3 1 0 15,0 0 0-15,4 0 10 0,1 0-15 0,5 0 15 0,0 3-10 16,0 4 6-16,-3-6-6 0,3 3 0 0,1 2 0 0,-4-1 0 16,-1 4 10-16,-1-4 5 0,-1 5-5 0,-3-5 16 15,-5 3-16-15,-3 0 11 0,-2 1-16 0,-6-2-10 0,-2 1 10 16,-4 1-15-16,-5-4 10 0,-5 1-5 0,-3 0 15 15,-3 2-5-15,-5-2-10 0,-8-1 10 0,-2 0-5 0,-5 1-5 16,-5 2 10-16,-15-3 5 0,0 0 31 0,0 0 10 0,0 0 31 16,0 0-11-16,0 0 1 0,0 0-82 0,0 0-77 15,0 0-25-15,0 0-16 0,0 0 20 0,0-4 11 0,-4-1-1 0,-6 5-19 16,-5-4-16-16,-2 0-51 0,-8 2 110 0,-1-3 37 16,-3 0 18-16</inkml:trace>
  <inkml:trace contextRef="#ctx0" brushRef="#br0" timeOffset="-177764.92">27432 2325 107 0,'29'12'35'0,"2"0"12"16,5-1-6-16,1 3 5 0,7-1 15 0,3 2-31 15,7-4 1-15,0-1-26 0,7 4 1 0,4-3-6 0,1 2 10 16,3-3-5-16,2 2 0 0,1-3 5 0,4-3-5 0,2 3 11 16,-3-5-21-16,3 5 15 0,-3-5-10 0,2 1 5 15,-4-8 5-15,0 2 5 0,-1 0 16 0,-3-3 5 0,-2 0 25 0,-5-2 1 16,-3-1-6-16,-3-1 0 0,4-2 21 0,-8 1-5 16,-1-1 20-16,-2-3 0 0,-5-2 21 0,1-1-6 0,0-4 11 15,-7 2-1-15,-3-2 6 0,-1 0-20 0,-3-4-21 16,-3 0-36-16,-2-5-26 0,-1 2-4 0,-4 0-11 15,-2-7-10-15,-3-1 0 0,0-3 0 0,-2-2-26 0,-3 2 15 0,-1-1 1 0,-4-5-6 0,-1-2 1 16,-1 4-6-16,-3-4 16 0,-2 0 5 0,0 1-5 16,-4-3-6-16,-4 1-4 0,-1 1 10 0,-2 2-77 0,-1-3 66 15,-4 4-20-15,-3-3 67 0,-4 3-21 0,0-2 6 16,-4-1-22-16,-4 0 6 0,-3-3-10 0,-1 0-11 0,-1 2-51 16,-7 2 36-16,0 1 11 0,-4 0 30 0,0 1 0 15,-4 4-11-15,-3 5-4 0,-1 0 15 0,-2 3-10 0,-2 0-11 16,-1 9-4-16,-2-2-1 15,-5 6-5-15,-3-1-15 0,0 9 21 0,-6 0-1 0,-3 4 31 16,-3 1-15-16,1 5 20 0,0 0-20 0,-4 1 10 16,3 8-26-16,2 0 16 0,2 2 0 0,2-1 20 0,2 8-15 15,4 1-5-15,7 6 0 0,-1 0 5 0,7 3 5 0,-1-1 0 0,7 4 0 16,4 5 0-16,3-2-11 0,0 1 6 0,4 3 0 0,5 6-5 16,4-1 5-16,-2-2-11 0,4 2 11 0,2-3-10 15,-1 3-11-15,6-4 1 0,-1-1-11 0,3-2 10 0,2 1-10 16,6-1 11-16,-2-2-1 0,2 1 6 0,3 2-1 15,4-1 11-15,0 1 5 0,0-4 5 0,2 1 0 0,3 1-10 16,1-1 5-16,0 0 0 0,1-1 5 0,0 2-11 0,3-4 16 16,2 3-25-16,-1-5 4 0,4 0-20 0,-2 4-20 15,6-4-26-15,-2 2-15 0,1-1-25 0,3 2-63 0,4-4 96 16,2 2 44-16,-1 1 23 0</inkml:trace>
  <inkml:trace contextRef="#ctx0" brushRef="#br0" timeOffset="-171663.57">23302 2298 833 0,'0'0'62'0,"0"0"-57"15,0 0-15-15,-9-2 5 0,9 2 0 0,0 0 5 0,0 0 0 16,0 0-11-16,3-5 16 0,2-3-15 0,2 2 10 0,8 0-5 15,5-2 5-15,6-1-10 0,6-1-16 0,8 6-20 16,-2 1-10-16,5 0-26 0,2 1 0 0,6-3-5 0,0 2-15 16,1 1 9-16,10-2-9 0,-1 1 5 0,6 3 59 15,2 0 19-15,4-1 9 0</inkml:trace>
  <inkml:trace contextRef="#ctx0" brushRef="#br0" timeOffset="-170623.02">22388 1323 1125 0,'-13'15'281'0,"4"-2"-296"15,-1 1-87-15,10-14-51 0,0 0 35 0,-9 10 46 0,-1 0 52 16,2 4 15-16,1 1 5 0,-1 10 0 0,3 1 0 16,-3 7-11-16,3 4 16 0,0 4-56 0,1 2 0 0,4 0-21 15,-1 0 21-15,4-3 5 0,-1 3-15 16,3-7-11-16,-1-2 0 0,3-1 16 0,1-7 10 0,-3-3-15 16,2-2-11-16,1-6-10 0,-1 2 21 0,-2-7 30 15,-5-10 16-15</inkml:trace>
  <inkml:trace contextRef="#ctx0" brushRef="#br0" timeOffset="-170275.48">22871 868 828 0,'35'-17'36'0,"-2"1"-51"0,-2 0 10 0,-1-2 0 0,-1-2 15 16,-6 5-5-16,2-1 0 0,5 3-5 0,3-2 0 15,4-4 0-15,4 4-10 16,6-2 15-16,4 6-5 0,0-4 5 0,6 1-5 0,5-6-10 16,1 1 5-16,7 2 10 0,1-6 0 0,5 11 0 15,4-10-26-15,8-2-20 0,1 1-15 0,5-2 5 16,2 6-15-16,5-1-16 0,0 4 5 0,5-18-5 0,0 14 26 0,2 5-6 0,4-7 37 0,-1 11-11 0,2-9 26 16,1 8 0-16,0 1 10 0,-1 6-11 0,1-5 16 0,2 6-15 15,-4 3 10-15,1 1 5 0,-5 6 31 16,3-7 5-16,-2 4 5 0,-2 9 25 0,1-7-35 15,-1-1-10-15,-3 1-16 0,2 4-5 0,-2-5 1 0,3 3-6 16,-3 7 0-16,6-9 0 0,0 6 0 0,-3-2 0 16,6 11 0-16,0-3 10 0,6 0-26 0,1 7-20 0,-6-12-30 15,8 4 0-15,-3 9-32 0,2 4 21 0,-1-14 26 16,-2-1 26-16,-1 10 12 0</inkml:trace>
  <inkml:trace contextRef="#ctx0" brushRef="#br0" timeOffset="-170122.2">30241 985 45 0,'69'39'20'0,"-3"0"11"0,-4-6 5 0,-3 2-5 0,-5 1-16 0,-6 1 1 0,-4 2-11 16,-3-5 10-16,-5 1-10 0,2-1 1 0,-9 4-6 0,0-2 0 16,-4 3 0-16,-2 0 0 0,-4-2 0 0,-3 3 0 15,-1 0 0-15,-6 7 10 0,1-10-15 16,-8 4 5-16,2-1-16 0,-4-1 11 0,-1 1-10 16,-7-3-21-16,2 2-15 0,-3-9-11 0,-2 13 39 0,-2-7 12 15,-4 1 5-15</inkml:trace>
  <inkml:trace contextRef="#ctx0" brushRef="#br0" timeOffset="-164285.16">30029 2247 281 0,'-14'-1'46'0,"-1"-5"-46"0,3 1 20 16,-2 2 31-16,14 3 11 0,-12-7 25 0,12 7 5 0,-12-7 21 15,12 7-6-15,0 0-10 0,0 0 0 0,0 0-10 0,0 0-20 16,0 0-26-16,0 0-16 0,0 0 17 0,0 0-2 0,0-9 17 16,4 3-11-16,6 1-11 0,6 1-9 0,6 0-6 0,4 2 1 15,4-1 10-15,7 3-16 0,-7 0-4 0,5 3-11 16,-3-2 0-16,0-1 0 0,1 4 0 0,-3-4 10 0,0 1-15 15,-1 3 5-15,-3-4-5 0,2 1-6 0,-5 0-35 0,1-1-21 0,-4-1-35 16,0 1-10-16,-4 0-22 0,-1-1-14 0,0 1-21 16,-15 0-10-16,13-5-56 0,-1 2 28 15,-2 1 103-15,-10 2 52 0</inkml:trace>
  <inkml:trace contextRef="#ctx0" brushRef="#br0" timeOffset="-164039.21">30447 2077 0 0,'0'0'388'15,"-11"-1"-337"-15,11 1 16 0,0 0 25 0,0 0 0 0,0 0-5 16,0 0-25-16,-9-5-11 0,9 5-31 0,-10-4 1 16,-1 3-26-16,1 1 5 0,-4-2-5 0,4 2 5 0,-2 0 0 15,-2 2 0-15,-1 6-11 0,-1-1 6 0,1 1 10 16,-3-1 0-16,0 3 1 16,0 0-17-16,-4 3 6 0,5-1 10 0,-3 1 21 0,4-3-11 15,1 1-4-15,-1 3-22 0,1-3 16 16,5 2-5-16,0-8 16 0,0 4-11 0,10-9 0 0,0 0 5 15,-5 12 15-15,4-4 1 0,-3 2-21 0,8 1 5 0,-4-11-10 0,1 10 16 0,4-2-21 16,3 2 5-16,-1-5-26 0,3 1-46 0,1 1-30 0,2-1-41 16,3-2-21-16,0 1-36 0,3 3 19 0,2-1 90 0,2-2 46 15</inkml:trace>
  <inkml:trace contextRef="#ctx0" brushRef="#br0" timeOffset="-154079.44">11507 11499 1140 0,'0'0'159'0,"0"0"-159"0,0 0-15 0,0 0-11 16,0 0 21-16,0 0 0 0,0 0 5 0,0 0 10 15,7 9-15-15,-7-9 15 0,0 0-20 0,0 0 10 0,0 0-5 16,8 9 5-16,-8-9 0 0,7 10 10 0,3-5-15 0,-10-5 5 16,9 6-15-16,0-1 20 0,0 2-5 0,-3 2 15 15,1 1-20-15,1 0 5 0,-1-1-5 0,1-1 5 0,0 0 10 16,0-1-5-16,1-1 1 0,1 0-6 0,2-2 10 16,1-1 5-16,-1-1-5 0,1 1 6 0,-1-3-1 0,3 1 15 15,3-2 6-15,-1 1 5 0,2-5 0 0,-1 2-10 0,4-2 5 16,1 0-11-16,1 0 1 0,1-2 5 0,1-1-6 15,2-1-9-15,0 1-1 0,2-2 0 0,-1 0 16 0,0 0-6 16,1 0 1-16,0 0 5 0,-4 2-26 0,-1 0 10 16,0 3-5-16,-1-3 1 0,-1 4 14 0,-2 0 6 0,-1 3 0 15,-1 1-6-15,0 1-24 0,-2 0-1 0,0 1 5 0,-1 1 0 16,-1 1 0-16,0 4-5 0,0-3 0 0,0 1 10 16,-3 0-15-16,3-1 15 0,0-1-10 0,0-1 6 0,0 2-6 0,1-5 0 15,1 0 0-15,1 0-11 0,3-2 16 0,-1 1-5 0,2-2 6 16,-2-1 4-16,2-1-15 0,3 0 5 0,0 1-5 15,0-4 15-15,-1-1-5 0,1 1 0 0,-2-1 15 0,2 0-19 16,-1 1-1-16,0 1 0 0,-1 0 0 0,0 2 0 0,-1 3 0 16,0-1 0-16,-4-1 0 0,1 4 0 0,0-1 0 15,-3 4 0-15,0-3 0 0,-1 0 0 0,-1-2 0 0,3 2 0 0,1 3 0 16,1-2 0-16,-1 0 0 0,4-2 0 0,-1 1 0 16,-4 1 0-16,3 1 0 15,-2-1 0-15,0-2 0 0,1-3 0 0,0 1 0 0,1 2 0 16,0 0 0-16,3-2 0 0,0 0 0 0,-1-3 0 0,2 2 0 15,2 3 0-15,-2-4 0 0,1 0 0 0,0 0 0 16,0 0 0-16,-1 0 0 0,1 2 0 0,-3 2 0 0,0-1 0 0,1 0 0 0,-2 1 0 0,-2 1 0 0,0 1 0 16,-2 1 0-16,2 0 0 0,-3 2 0 0,0 1 0 0,3-2 0 15,-2 5 0-15,1-2 0 0,-1 2 0 0,5 0 0 16,0 0 0-16,1-2 0 0,2-1 0 0,-2 2 0 0,2-3 0 16,1 3 0-16,4-2 0 0,-3-2 0 0,1-1 0 15,0 1 0-15,0-1 0 0,4 0 0 0,-2-2 0 0,2-5 0 16,-1 2 0-16,3 2 0 15,2-2 0-15,0-2 0 0,-3-1 0 0,-2 0 0 0,1 2 0 16,3-2 0-16,-1 2 0 16,-2-2 0-16,1 5 0 0,-1-3 0 0,5 2 0 0,-2-1 0 15,-1 2 0-15,0 1 0 0,1 0 0 0,-1 1 0 0,-2-3 0 0,2 4 0 0,-3 1 0 0,2-1 0 16,-1 2 0-16,-1-2 0 0,-2 0 0 0,0-4 0 0,-1 5 0 16,1-3 0-16,1 1 0 0,0-2 0 0,0 5 0 15,0-3 0-15,4 0 0 0,-2 3 0 0,3-5 0 0,2 2 0 16,0-2 0-16,-1 2 0 0,0-6 0 0,3 4 0 0,1-1 0 15,0-1 0-15,-1 0 0 0,-1-2 0 0,-2 1 0 16,3 1 0-16,-2-1 0 0,2-1 0 0,-3 1 0 0,0 2 0 16,1 3 0-16,1 0 0 0,0 2 0 0,-2-1 0 15,-2 6 0-15,3-3 0 0,-2 1 0 16,0 4 0-16,0-4 0 0,1 3 0 16,-1-1 0-16,0 0 0 0,-1-4 0 0,-2 1 0 15,3-2 0-15,-1 0 0 0,2-1 0 0,-2-1 0 0,2 1 0 0,1-2 0 0,3 1 0 16,0-2 0-16,1 1 0 0,-1 0 0 0,0 0 0 0,4-3 0 15,1-1 0-15,-4 2 0 0,1-3 0 0,3 3 0 16,-2-5 0-16,0-1 0 0,4-1 0 0,-5 0 0 0,2 3 0 16,-1-1 0-16,4 2 0 0,-5-3 0 0,3 1 0 15,0 6 0-15,-4-1 0 0,0 1 0 0,-3-1 0 0,-2-5 0 16,0 9 0-16,-2-5 0 0,-2 7 0 0,1-7 0 0,0 2 0 16,0 2 0-16,1 2 0 0,0 3 0 0,1-6 0 0,0 4 0 15,0-4 0-15,0 2 0 0,3 0 0 0,-3-4 0 16,2 2 0-16,-1 2 0 0,3-4 0 15,-4 0 0-15,1 1 0 0,2-4 0 0,-1 1 0 16,3 3 0-16,-1-3 0 0,2-1 0 0,0 4 0 16,3 0 0-16,1-1 0 0,-3 2 0 0,0 0 0 0,-2 3 0 0,2-2 0 15,0 0 0-15,-2 0 0 0,-3 1 0 0,-2 3 0 0,0-2 0 16,1 2 0-16,-1-3 0 0,0 4 0 0,-2 0 0 16,2 0 0-16,1 4 0 0,3-5 0 0,-3 3 0 0,2-1 0 15,0 2 0-15,-1-2 0 0,2 3 0 0,1-1 0 16,-1-2 0-16,-4 1 0 0,2-3 0 0,2 1 0 0,-1-1 0 15,1-4 0-15,0 0 0 0,5-2 0 0,-6 0 0 0,7-1 0 16,1 0 0-16,-1-2 0 0,1-1 0 0,1 2 0 0,1-2 0 16,-2 0 0-16,-1 0 0 0,2-2 0 15,-4 3 0-15,1-8 0 0,1 6 0 0,0 0 0 16,-4 2 0-16,3-1 0 0,1 4 0 0,-2 1 0 0,1-1 0 0,-3 5 0 0,-2-4 0 0,-1 2 0 0,0-2 0 16,-1 4 0-16,3-4 0 0,-1 0 0 0,0-2 0 15,2 2 0-15,0 3 0 0,0-4 0 0,0-3 0 0,4 3 0 16,-3 0 0-16,-3 2 0 0,4 0 0 0,-2 3 0 15,4-6 0-15,-3 4 0 0,6 3 0 0,1-7 0 0,-2 0 0 16,5-1 0-16,2 0 0 0,-2-3 0 0,2 1 0 0,-1 0 0 16,-1 1 0-16,2 1 0 0,-3 2 0 0,-3-3 0 15,1 2 0-15,2 1 0 0,-1 0 0 0,0-1 0 0,-4 1 0 16,1 1 0-16,-1-1 0 16,0 6 0-16,-2 1 0 0,-2-1 0 0,-1-1 0 15,0 4 0-15,-2 1 0 0,1 0 0 0,0-1 0 16,0 0 0-16,1-1 0 0,0 2 0 0,0 1 0 15,-2-5 0-15,4 1 0 0,-2 0 0 0,-3 0 0 0,4-2 0 0,1-1 0 0,-2 2 0 0,1 0 0 16,3 0 0-16,-2-2 0 0,3 0 0 0,3-1 0 16,-1 1 0-16,3 2 0 0,0-4 0 0,4 3 0 0,-3-3 0 15,4 0 0-15,1 0 0 0,-4-1 0 0,6 0 0 16,-3 2 0-16,1-1 0 0,1-5 0 0,-2 3 0 0,0 0 0 16,4-2 0-16,-4 3 0 0,2-1 0 0,-2 0 0 15,-4-3 0-15,3 5 0 0,-1 0 0 0,-1 1 0 0,4-1 0 16,-4-2 0-16,2 2 0 0,0 1 0 0,-2 2 0 0,-1-4 0 15,-1 3 0-15,3-1 0 16,-2 2 0-16,-3 1 0 0,0-3 0 0,2 2 0 16,0 1 0-16,0 0 0 0,0-3 0 0,-3 1 0 0,2 1 0 15,-4-2 0-15,5 3 0 0,-4-3 0 0,3 0 0 0,-2 0 0 0,-1 3 0 16,2-1 0-16,1-2 0 0,-2 3 0 0,2-1 0 16,-1-2 0-16,0 1 0 0,1-2 0 0,0 0 0 0,-2-1 0 15,1 0 0-15,1-2 0 0,-2 1 0 0,0-2 0 16,2 4 0-16,-4-1 0 0,0-1 0 0,-2 1 0 0,1-3 0 15,-3 3 0-15,-1-2 0 0,3 2 0 0,-5-1 0 0,-1 1 0 16,-1 0 0-16,0 0 0 0,-2 4 0 0,0-3 0 0,-3 3 0 16,3-2 0-16,-1-1 0 0,-1 2 0 0,1-2 0 15,-2 2 0-15,0-1 0 0,-1-1 0 0,3-1 0 0,-3 0 0 16,2 3 0-16,-3-2 0 16,0 0 0-16,1 1 0 0,-5-2 0 0,4 1 0 0,-5 0 0 15,1 3 0-15,-2-3 0 0,-2 3 0 0,-2-2 0 16,1-1 0-16,-1 3 0 0,-3-3-72 0,-2 2-184 0,0-1-31 15,-5 0-46-15,-10-2-20 0,0 0-56 0,0 0 240 0,0 0 85 16,0 0 42-16</inkml:trace>
  <inkml:trace contextRef="#ctx0" brushRef="#br0" timeOffset="-152104.76">4306 12431 1529 0,'20'12'169'0,"-2"-2"-225"0,-3-7-1 0,0 2 27 16,-1-3 30-16,0 1 0 0,-3-1 10 0,5-1-15 0,3 2 5 15,3-2-5-15,3 4 5 0,4-4 0 0,4 3 0 0,-2-3 0 16,2-1 0-16,2 1 0 0,4-2 0 0,1 2 0 15,0-1-10-15,0 0 15 0,2-3-5 0,-2 0 5 0,1 3-5 16,2-2 0-16,-2 2 0 0,0-3 0 0,-1-2-10 16,3 4 15-16,0 0-5 0,1 0 5 0,-3-1-5 0,5 2 0 15,1 0 0-15,-1-5 0 0,1 4 0 0,1-4 0 0,0 0 10 16,2-1-15-16,0-1 15 0,3-5-20 0,-1 3 10 16,-1-1 5-16,3 1-10 0,-1-1 5 0,4-2-5 0,-2 2 15 15,2-4 16-15,-2 4-1 0,2-2 1 0,-2 1-16 0,-1-1-4 16,4-1 14-16,-5 4 0 0,3 0 6 0,-1 4 4 15,-1 0-4-15,-1-1-11 0,2 3 11 0,-4-1 5 0,3 3-11 16,-2-3 1-16,-2 3-6 0,2-2 5 0,-1 1-9 16,-3 0 4-16,0 0-20 0,-1 1 5 0,-1-1-5 0,1 1 15 15,0-4-15-15,0 0 5 0,2 3-5 0,1-2 15 16,1-1-15-16,-1-1 15 0,3-3-20 0,-2 3 20 0,0-1-10 16,0 2 6-16,-1-3-6 0,-1 3 0 0,-1-1-11 15,2 1 16-15,-1 0-5 0,2-1 6 0,-3 2-6 0,0-1 0 16,0 0 0-16,-1 2 0 0,0 0-11 0,0 3 16 0,-2 1-5 15,0 2 6-15,-1 0-6 0,0 2 0 0,-1 3-11 16,-1-1 16-16,3 2-5 0,0-2 6 0,-1 2-6 0,-2-3 0 16,3 3-11-16,-3 0 16 0,2-1-15 0,2 0 10 15,-5-1-5-15,2 1 5 0,0-2 0 0,1 4 0 0,1-4 10 16,1 3-5-16,4-6-10 0,-4 2 10 0,2 0-5 0,-1-2 6 16,1 2-6-16,-1-1 0 0,-1-2-11 0,-2 0 6 15,0 0 10-15,1 3 0 0,-1 1 1 0,1 0 24 0,-2-1-4 16,2-2-6-16,-2 4-14 0,2-1-6 0,-1 3 0 15,0-4 0-15,-3 1 0 0,1-1 0 0,0-1 0 0,-1 4 0 16,-1-4 0-16,-2 5 0 0,4-4 0 0,-1 0 0 16,0 0 0-16,1 1 0 0,5 1 0 0,0-4 0 0,0 1 0 15,2-8 0-15,2 5 0 0,0-2 0 0,2-3 0 0,-1 2 0 16,1-5 0-16,0 4 0 0,1-4 0 0,2 4 0 16,-2-1 0-16,3 0 0 0,1 1 0 0,-2-1 0 0,-1 0 0 15,2 0 0-15,-2 2 0 0,1-2 0 0,0 3 0 0,-3-2 0 16,0 2 0-16,2-1 0 0,-2 2 0 0,3 0 0 15,-4 2 0-15,2-1 0 0,0-1 0 0,-3 3 0 0,0 2 0 16,1-1 0-16,0-1 0 0,-3 2 0 0,3-3 0 16,-5 6 0-16,3 1 0 0,0 1 0 0,-1-4 0 0,3 0 0 15,0 2 0-15,-2-2 0 0,2 4 0 0,2-8 0 0,0 3 0 16,0-3 0-16,2 0 0 0,-2-1 0 0,-1 2 0 16,5-3 0-16,-2 0 0 0,2 0 0 0,1-4 0 0,-1 2 0 15,1-2 0-15,0 3 0 0,4-3 0 0,-6 3 0 16,3-3 0-16,-3 3 0 0,2 1 0 0,2-2 0 0,-4 2 0 15,1-1 0-15,1 2 0 0,0 2 0 0,1-3 0 16,4 2 0-16,-3-3 0 0,2 6 0 0,0-1 0 0,3 1 0 16,-2-3 0-16,0-1 0 0,2 4 0 0,-4 0 0 0,4 2 0 15,-2-4 0-15,2 1 0 0,-2 2 0 0,-1 0 0 16,2 3 0-16,-1-1 0 0,1-5 0 0,0 3 0 0,1 1 0 16,-4-1 0-16,1-2 0 0,0 2 0 0,-1-1 0 15,1 0 0-15,0 1 0 0,0-2 0 0,-2 2 0 0,2 0 0 16,2-1 0-16,0 0 0 0,-1 0 0 0,1-1 0 15,2 2 0-15,0-1 0 0,0-3 0 0,3 2 0 0,-1-3 0 16,2 1 0-16,-1 0 0 0,2 0 0 0,-3 0 0 16,1 1 0-16,0-3 0 0,0 4 0 0,-4 2 0 0,1-3 0 15,-2 6 0-15,0-5 0 0,0 3 0 0,-3-4 0 0,1 4 0 0,-3 3 0 0,2-6 0 16,0 3 0-16,-1-9 0 0,2 2 0 0,-1 3 0 16,-1 1 0-16,3-2 0 0,-2-3 0 0,0 1 0 0,0 2 0 0,-1 1 0 0,5 1 0 15,-3-6 0-15,2 5 0 0,-2-2 0 0,3 0 0 16,-1 2 0-16,-1-3 0 0,1 0 0 0,-3 1 0 0,1 3 0 15,-5-7 0-15,1 3 0 0,1 0 0 0,-3-2 0 0,2-1 0 16,-3 2 0-16,0-1 0 0,2-1 0 0,-2 4 0 16,3-2 0-16,-3 1 0 0,1 3 0 0,3-6 0 0,0-1 0 15,0 4 0 1,3-1 0-16,0 0 0 0,2-2 0 0,-2 1 0 16,4 1 0-16,-3 3 0 0,1-1 0 0,1 3 0 0,-2-8 0 15,1 3 0-15,0-1 0 0,-1 2 0 0,-2-2 0 16,-1 1 0-16,2 0 0 0,-4-3 0 0,3 5 0 0,-4-1 0 0,2 0 0 15,-2-1 0-15,1 2 0 0,0-2 0 0,-3 0 0 16,4 1 0-16,-4 1 0 0,3 0 0 0,0 4 0 0,-1-2 0 16,2-2 0-16,-1 0 0 0,0-1 0 0,0 3 0 0,1-3 0 0,0-1 0 15,1-3 0-15,-3 3 0 0,-2-2 0 0,1 4 0 0,-2 1 0 16,-1-4 0-16,1 0 0 0,0-1 0 0,-4 5 0 16,0-2 0-16,0 0 0 0,1-2 0 0,-1 4 0 0,1 0 0 15,3 1 0-15,-3 2 0 0,5-5 0 0,0 3 0 16,-2 1 0-16,1-3 0 15,3 1 0-15,1-5 0 0,-3 4 0 0,0-1 0 0,0 3 0 16,1-2 0-16,-4 0 0 0,0 5 0 0,-1-1 0 0,-3 3 0 0,0-3 0 0,-7 5 0 0,-2-3 0 16,-1-2 0-16,-2 3 0 0,-3-5 0 0,-1 5 0 0,-3-2 0 15,-5 0 0-15,4-3 0 0,-5-1 0 0,-3 2 0 16,-5 0 0-16,-1-1 0 0,-2-3 0 0,-14 0 0 0,0 0 0 16,0 0 0-16,0 0 0 0,0 0-154 0,0 0-148 0,0 0-62 15,0 0-86-15,0 0 61 0,0 0 195 16,0 0 97-16</inkml:trace>
  <inkml:trace contextRef="#ctx0" brushRef="#br0" timeOffset="-107062.67">2118 10407 736 0,'0'0'41'16,"0"0"-20"-16,0 0-21 0,0 0 0 0,0 0 0 0,0 0 10 15,0 0-5-15,0 0 20 0,0 0-4 16,0 0 15-16,0 0-11 0,0 0 22 0,0 0-7 0,0 0-4 16,0 0-21-16,0 0-9 0,1-4-6 0,3 7 0 15,0 4 10-15,2 3-5 0,0 9-10 0,-1 3 0 0,3 5 0 16,-1 4 15-16,-2-9-15 0,0 2 15 0,0 1-20 16,1 3 20-16,-1-2-10 0,0 2-5 0,3-5 0 0,-1 0 0 15,1-4-6-15,-1 0 26 0,-1-2-20 16,3-5 11-16,-3-4-1 0,-6-8 0 0,13 8 20 0,-3 0 37 15,1-3 4-15,2 3 26 0,-1-6-10 0,1-3 5 0,3 1-15 0,-1-2 5 0,2-5-10 16,1-3-11-16,-2 0-10 0,4-6-5 0,4-2-11 16,-2-2-14-16,4-4-1 0,3-2 11 0,2-2-21 0,2-2 20 15,2-3-20-15,5-2 6 0,-3 1-11 0,3-3 0 16,0-1 0-16,2-3 0 0,3 0 0 0,1 0 0 0,-1-1 0 16,-2-2 0-16,2 1 0 0,-2 2 0 15,2 4 0-15,-7 1 0 0,0 4-21 0,-3-1-10 0,-1 5-30 16,-4 9-21-16,-1 1-15 0,-6-2-5 0,0 1-31 15,-6 4-36-15,0 4-46 0,-2 4-10 0,-3 0-16 0,-12 7-10 16,0 0 72-16,13-7 90 0,-13 7 44 0</inkml:trace>
  <inkml:trace contextRef="#ctx0" brushRef="#br0" timeOffset="-105096.54">4298 13381 0 0,'-4'11'367'0,"1"-2"-346"0,3-9-21 15,0 0 0-15,0 0 20 0,0 0-10 0,0 0 32 16,0 0 4-16,0 0 36 0,0 0-1 0,0 0-4 0,0 0-10 16,0 0 4-16,2 6-24 0,-2-6-12 0,0 0-4 0,0 0-6 15,1 9 11-15,-1-9 0 0,4 7 5 0,4 0 0 0,-8-7 0 16,7 5 0-16,3 0 0 0,1-2 10 15,2-1-15-15,-4 1 5 0,2-1-5 0,0 1-16 0,-1-2 32 16,4 0-22-16,1 3 6 0,0-4-16 0,1 1 1 0,0 2 10 16,4-3-6-16,0 2-9 0,4-1-21 0,0 1 20 15,2-4-10-15,-1 4 15 0,5-1 16 0,0-1 5 0,5 2 15 16,-2-3 11-16,5 0-10 0,0 1-27 0,2 0-19 0,0-1-11 0,-1-2 0 0,3 1 0 0,3 1 0 16,-1-4 0-16,1 3 0 0,2-3 0 15,1 3 0-15,0-1 0 0,1 2 0 0,4-1 0 16,0-3 0-16,2 3 0 0,-1-1 0 0,-2 0 0 0,4-2 0 15,3 3 0-15,0-3 0 0,-1 2 0 0,0 3 0 0,0-1 0 16,1 2 0-16,0-1 0 0,-1 0 0 0,0 2 0 16,3 1 0-16,-2 0 0 0,-1 2 0 0,2-4 0 0,0 3 0 15,3-1 0-15,0 0 0 0,1 2 0 0,-3-1 0 16,1-2 0-16,0-1 0 0,-3 2 0 0,0 1 0 0,1-3 0 0,-3 1 0 0,2-3 0 16,0 0 0-16,-1 2 0 15,6-1 0-15,-3 0 0 0,4 0 0 16,-3-1 0-16,1 1 0 0,2 0 0 0,0 1 0 0,-2-1 0 15,0 1 0-15,-1-1 0 0,3 0 0 0,0 0 0 0,1-1 0 0,-1 2 0 0,1-1 0 16,0 2 0-16,3-4 0 0,-3 4 0 0,-1-5 0 16,1 4 0-16,0 1 0 0,-1-2 0 15,-1-2 0-15,1 0 0 0,-2 1 0 0,0-1 0 0,2 5 0 16,0-6 0-16,-2 2 0 0,1 1 0 0,3 0 0 0,-3 0 0 16,0-1 0-16,0 1 0 0,0-4 0 0,0 2 0 15,-1 0 0-15,0-1 0 0,0 3 0 0,1-2 0 0,1 1 0 16,-4-3 0-16,2 1 0 0,-4-1 0 0,3 0 0 15,0 2 0-15,-2-3 0 0,-1 1 0 0,0-1 0 16,1 1 0-16,3 6 0 0,-2-5 0 0,1 2 0 16,-1-3 0-16,3 1 0 0,2-1 0 0,-1 0 0 0,1 2 0 15,0-3 0-15,3 0 0 0,0-2 0 0,-1 3 0 0,0-1 0 0,0 0 0 16,0 1 0-16,-2-1 0 0,3 1 0 0,-5-1 0 16,3 3 0-16,-2-1 0 0,-2 2 0 0,3-1 0 0,-1 0 0 15,0-1 0-15,-1 1 0 0,1 1 0 0,-3 0 0 16,0 0 0-16,1-1 0 0,-1 1 0 0,3-1 0 15,-4-2 0-15,2 1 0 0,-2 1 0 0,-1-2 0 0,3 2 0 16,-3-2 0-16,0-1 0 0,-4 5 0 0,1-1 0 16,1 0 0-16,-4 2 0 0,2-2 0 0,-1-4 0 0,-1 3 0 15,-2 2 0-15,0-2 0 0,-2 1 0 0,-1-3 0 16,0 0 0-16,-6 1 0 0,1 0 0 0,0 1 0 0,-4-1 0 16,0 1 0-16,-3 0 0 0,2 1 0 0,-3-3 0 15,-4 3 0-15,0 0 0 0,-2-4 0 0,-2 6 0 0,-4-7 0 16,-2 2 0-16,-3 2-416 0,-5-1-400 0,0 0 408 0,-14 3 204 15</inkml:trace>
  <inkml:trace contextRef="#ctx0" brushRef="#br0" timeOffset="-100185.64">20580 16246 0 0,'-1'-15'132'0,"-3"0"-45"0,2-7 5 0,2 22 11 0,0 0-1 16,2-10 0-16,-2 10 11 0,0 0-6 0,0 0-9 0,3-10-11 16,-3 10 5-16,0 0-16 0,0 0 27 0,0 0-16 15,0 0 5-15,0 0-20 0,0 0 4 0,0 0-29 0,0 0 9 16,0 0-26-16,0 0 1 0,0 0-21 0,0 0 6 0,0 0-11 16,0 0 10-16,0 0 0 0,0 4 16 0,-2 4-16 0,1 7 6 15,1 6-26-15,-5 8 15 0,0 10-10 0,-2 5 6 16,-1 3-6-16,3-7 10 0,0-1-15 0,0 1-6 0,0-3 11 15,3-6 0-15,-1-1 6 0,3-4-17 0,0 0 16 0,1-4-5 16,-1-4 6-16,3 2 4 0,-1-5-15 0,0 1 5 16,1-4-5-16,-1-2 5 0,-2-10 10 0,0 0-26 0,0 0 21 15,0 0 0-15,0 0-4 0,0 0 19 0,0 0-5 0,0 0 1 16,0 0-11-16,0 0 5 0,0 0-15 0,0 0 5 16,0 0 5-16,0 0-10 0,0 0 5 0,0 0-26 0,0 0-5 15,1 0-10-15,-2-5 0 0,-2 0 21 0,2-6 10 0,-3-3 10 16,2-2-10-16,-2-1 15 0,4 17-5 0,-5-18-5 0,0 7 10 15,5 11-15-15,0 0 20 0,0 0-10 0,0 0 5 16,-5-10-5-16,-3 3 0 0,8 7 0 0,0 0 0 0,-8-4 0 16,-1 0 0-16,-1 3 0 0,10 1 0 0,0 0 0 0,0 0 0 15,0 0 0-15,0 0 0 0,0 0-10 0,0 0 15 16,0 0-5-16,0 0 5 0,0 0-5 0,0 0 0 0,0 0 0 16,0 0 0-16,0 0 10 0,0 0 5 0,0 0 16 0,0 0-5 15,0 0-1-15,1 0 6 0,2-1 5 0,3 2-5 0,4 0-16 16,2 3-9-16,6-3-6 0,2-1 0 0,4 4 0 0,-8-3 0 15,1 3 0-15,3-3 0 0,-1-1 0 0,3 0 0 16,2 0 0-16,4 0 0 0,0-1 0 0,1-3 0 0,2 2 0 16,3-1 0-16,2-2 0 0,-5 1 0 0,4-1 0 15,0 0 0-15,3 0 0 0,-1 0 0 0,2-2 0 0,-1 4 0 16,1-2 0-16,5 5 0 0,0-4 0 0,-3 2 0 16,2-1 0-16,-1 2 0 0,1 1 0 0,1-4 0 0,5 4 0 15,-2-5 0-15,0 3 0 0,3 2 0 0,2-3 0 16,-1-2 0-16,1 4 0 0,-2-3 0 0,1 3 0 0,0 1 0 15,2 1 0-15,0-1 0 0,5 0 0 0,-3 3 0 0,2-6 0 16,1 2 0-16,-1-3 0 0,3-1 0 0,-3 5 0 16,3-5 0-16,-5 0 0 0,3 0 0 0,-2 5 0 0,1 3 0 15,-1-1 0-15,2 1 0 0,-5-6 0 0,4 7 0 0,-4-3 0 16,2 2 0-16,1-1 0 0,-5-2 0 0,2 4 0 16,2-3 0-16,-2-2 0 0,2 0 0 0,0-2 0 0,1 8 0 15,-2-6 0-15,2-3 0 0,-1-1 0 0,4 3 0 16,0 3 0-16,-6-2 0 0,7-2 0 0,-4 2 0 0,3 2 0 15,1-2 0-15,1 1 0 0,-1 0 0 0,-3 0 0 16,2 0 0-16,2 1 0 0,-1-1 0 0,1 0 0 0,-3 4 0 16,3-3 0-16,0 3 0 0,1-3 0 0,3-2 0 0,-4 2 0 15,0-1 0-15,2 3 0 0,-1-3 0 0,-1 1 0 16,1-2 0-16,-1-2 0 0,2 6 0 0,1-6 0 0,2 6 0 16,-2-6 0-16,3 1 0 0,2 3 0 0,0-1 0 15,-2 1 0-15,-1 2 0 0,4-1 0 0,-3 2 0 0,1-3 0 16,-2 4 0-16,0-5 0 0,1 5 0 0,0-2 0 15,-1-1 0-15,-4-2 0 0,3 0 0 0,-3 4 0 0,5-4 0 16,-1 0 0-16,0-4 0 0,-3 4 0 0,4-5 0 16,-1 5 0-16,-3-1 0 0,2 1 0 0,-4 0 0 0,2 0 0 15,-2 0 0-15,-1 0 0 0,-1 5 0 0,-3-4 0 0,0 3 0 16,1-4 0-16,-2 0 0 0,-2 1 0 0,-5-1 0 16,0 3 0-16,-6-2 0 0,7-1 0 0,-8 0 0 0,0-1 0 15,2 1 0-15,-3 0 0 0,-3-3 0 0,-2 3 0 16,1 4 0-16,-5-4 0 0,2-1 0 0,-6 3 0 0,-2 1 0 15,1-1 0-15,-4 2 0 0,-1-1 0 0,-1-1 0 0,-4 3 0 16,3 0 0-16,-5 0 0 0,-2-2 0 0,-1-1 0 16,3 3 0-16,-14-5 0 0,9 5 0 0,-9-5 0 0,0 0 0 15,10 4 0-15,-10-4 0 0,0 0 0 0,0 0 0 0,0 0 0 0,0 0 0 0,7 4 0 16,-7-4 0-16,0 0 0 0,0 0 0 0,0 0 0 16,10 4 0-16,-10-4 0 0,0 0 0 15,9-3 0-15,-2 3 0 0,-7 0 0 0,8-5 0 0,-1-2 0 16,-2-3 0-16,-1-2 0 0,-4 12 0 0,3-15 0 15,-1-4 0-15,-1 3 0 0,-1-3 0 0,2 1 0 0,-2 1 0 16,0-6 0-16,2-2 0 0,-2 6 0 0,1-6 0 0,-1 2 0 16,2 4 0-16,-2-1 0 0,2 0 0 0,-1 5 0 15,-1-4 0-15,2 5 0 0,-2 4 0 0,0-4 0 0,0 14 0 16,2-11 0-16,-1-3 0 0,1 4 0 0,-2-2 0 16,0 12 0-16,0 0 0 0,0 0 0 0,0 0 0 0,0 0 0 0,0 0 0 15,0 0 0-15,0-10 0 0,0 10 0 0,0 0 0 0,0 0 0 16,0 0 0-16,0 0 0 0,0 0 0 0,0 2 0 15,-2 3 0-15,1 5 0 0,-1 5 0 0,0 5 0 0,2 6 0 16,0-1 0-16,0 5 0 0,5-7 0 0,-1-1 0 16,-1 2 0-16,4-2 0 0,-1 1 0 0,1-1 0 0,-1 2 0 0,1-5 0 0,0 0 0 0,-1-3 0 0,1-1 0 15,-2-4 0-15,-2 3 0 0,2-4 0 0,-5-10 0 16,5 10 0-16,-5-10 0 0,0 0 0 0,5 10 0 0,-5-10 0 16,0 0 0-16,5 7 0 0,-5-7 0 0,0 0 0 15,0 0 0 1,0 0 0-16,0 0 0 0,0 0 0 0,0 0 0 0,0 0 0 15,0 0 0-15,0 0 0 0,0 0 0 0,0 0 0 0,0 0 0 0,0 0 0 16,0 0-349-16,-2 3-183 0,-5-3-51 0,-2-2 291 0,-3-1 146 16</inkml:trace>
  <inkml:trace contextRef="#ctx0" brushRef="#br0" timeOffset="-95820.62">22287 16235 490 0,'0'0'57'0,"-8"0"14"0,0 1-9 15,8-1 9-15,0 0 11 0,0 0 0 0,-10 5-5 16,5 1-11-16,1 8-4 0,-1-2-11 0,3 3 5 0,3 0-9 16,-1 2-22-16,0 4-4 0,-1 2-26 0,1 0 25 15,-3 1-15-15,2 2 16 0,1 6-16 0,-1-1 0 0,-2-2-5 16,2 0 0-16,1 0 10 16,-1-1-15-16,1-2 5 0,0 3 5 0,0-4-10 0,0-2 15 15,1-3-10-15,3 3-5 0,-3-4 0 16,0-3 0-16,2-2-5 0,-1-3 5 0,2 2-31 0,-4-13-21 15,0 0-61-15,0 0-25 0,0 0-51 0,0 0-37 0,0 0-66 0,0 0 157 0,0 0 70 0,0 0 35 16</inkml:trace>
  <inkml:trace contextRef="#ctx0" brushRef="#br0" timeOffset="-95423.43">23543 16407 245 0,'0'0'133'0,"0"0"-21"0,9-5 16 15,-9 5-5-15,0 0 15 0,0 0 0 0,0 0-5 0,0 0-15 0,0 0-10 16,0 0-16-16,7-6 26 0,-7 6-11 0,0 0-5 0,0 0-25 16,9-8-20-16,-9 8-22 0,0 0-9 0,0 0-6 15,0 0 1-15,0 0-5 0,0 0-16 0,0 0 0 0,0 0 0 16,0 0 0-16,0 3 0 0,1 3 0 16,-2 4 0-16,0 4 0 0,-3 2 0 0,-1 1 0 15,1 7 0-15,2 2 0 0,2-8 0 0,0-4 0 0,0-2 0 16,2 3 0-16,-2-5 0 0,4 4 0 0,0-4 0 0,-4-10 0 15,5 8 0-15,-5-8 0 0,2 9 0 0,7-1-67 16,-9-8-56-16,0 0-21 0,6 7-45 0,-6-7-11 0,9 5-61 16,-9-5-20-16,0 0-47 0,0 0 101 0,0 0 113 0,0 0 57 15</inkml:trace>
  <inkml:trace contextRef="#ctx0" brushRef="#br0" timeOffset="-94993.03">25214 16294 720 0,'0'0'67'0,"0"0"-41"15,0 0 40-15,0 0 42 0,0 0 25 0,0 0-10 16,0 0-31-16,0 0-11 0,0 0-24 0,0 0 14 0,0 0-9 16,0 0 25-16,0 0-15 0,4 5-11 0,1 1-25 0,-5 4 0 0,0 0 10 0,-4 3 10 15,2 1-9-15,-7 5-47 0,3 1 0 0,4-9 0 16,-1 4 0-16,1 2 0 0,0-4 0 0,1 0 0 0,1-13 0 15,0 19 0-15,0-8 0 0,0 4 0 0,-4 2 0 0,4-5 0 16,-1 1 0-16,1-13 0 0,0 16 0 0,0-6 0 0,1 3 0 16,-1-1 0-16,2 0 0 0,0-2 0 0,-2-10 0 15,1 10 0-15,-1-10 0 0,4 11 0 0,-1-2-144 0,-3-9-30 16,0 0-26-16,0 0-35 0,2 10-31 0,-2-10-16 0,0 0-35 16,0 0 102-16,6 9 108 15,-6-9 53-15</inkml:trace>
  <inkml:trace contextRef="#ctx0" brushRef="#br0" timeOffset="-94602.79">26344 16334 475 0,'0'0'51'0,"9"-1"1"16,-9 1 29-16,0 0 37 0,0 0 10 0,12-2 0 16,-12 2-26-16,0 0 11 0,0 0-21 0,0 0 0 0,10 2 11 15,-10-2-1-15,0 0 5 0,10 6-25 0,-3 1-20 0,1-1-16 16,-6 6 15-16,2 0-9 0,-3 0-52 0,-1 2 0 0,0 1 0 15,0 0 0-15,0-3 0 0,0 1 0 0,0 0 0 16,3 2 0-16,-3-1 0 16,0-3 0-16,1 1 0 0,-1-4 0 0,0 5 0 15,0 0 0-15,0-13 0 0,0 11 0 0,0-11 0 16,4 10 0-16,-3 0 0 0,4-1 0 0,-5-9 0 0,0 0 0 16,4 9 0-16,-3 3 0 0,-1-12 0 0,1 8 0 15,-1-8 0-15,0 0-16 0,0 0-214 0,0 0-37 0,3 10-50 0,-3-10-51 0,0 0-62 0,0 0 220 16,0 0 105-16,0 0 53 0</inkml:trace>
  <inkml:trace contextRef="#ctx0" brushRef="#br0" timeOffset="-85227.1">26010 17289 501 0,'8'-5'143'0,"-8"5"-41"0,0 0 31 0,0 0 67 15,9-5-1-15,-9 5-30 0,0 0-51 0,9-6-36 0,-9 6-36 16,0 0 16-16,8-9-6 0,-1 3 10 0,-5-4-25 0,-2 10-10 15,0 0-11-15,0-10 1 0,-5 3-1 0,1-3 1 16,-2 0-5-16,0 4-16 16,-4-2 0-16,1 2 0 0,-2 1 0 0,-1 1 0 0,1-2 0 15,-1 2 0-15,0-2 0 0,1 2 0 16,0 4 0-16,-2 0 0 0,3 0 0 0,-1 0 0 0,1 5 0 16,-1-2 0-16,1 2 0 0,0 0 0 0,-1 0 0 0,1-3 0 0,0 2 0 0,10-4 0 15,-9 6 0-15,9-6 0 0,0 0 0 0,0 0 0 16,-6 9 0-16,6-9 0 0,0 0 0 0,-5 8 0 0,5-8 0 15,0 10 0-15,0-1 0 0,4 1 0 0,1 0 0 0,1 1 0 16,4-1 0-16,0-1 0 0,1-3 0 0,-1 1 0 0,0 0 0 16,0-1 0-16,0-1 0 0,1 3 0 0,-1-3 0 0,0 2 0 15,-1 1 0-15,-2 0 0 0,3-2 0 0,-10-6 0 16,7 6 0-16,0 4 0 0,-1 0 0 0,-1-1 0 0,0-1 0 16,-1 3 0-16,-3-1 0 15,3 0 0-15,-4-10 0 0,1 10 0 0,-1 0 0 16,0-10 0-16,-1 12 0 0,1-12 0 0,-4 10 0 15,1 2 0-15,3-12 0 0,0 0 0 0,-5 8 0 0,-2-2 0 0,-3 4 0 16,2-5 0-16,-4-1 0 0,1-3 0 0,11-1 0 0,-11 5 0 16,-3-6 0-16,2-3 0 0,-2 3 0 0,0-4 0 15,-1 0 0-15,2-1 0 0,-1 1 0 0,0-5 0 0,2 3 0 16,2 0 0-16,0-1 0 0,0 3 0 0,1-4 0 16,9 9 0-16,-8-5 0 0,8 5 0 0,-6-7-27 0,6 7-198 0,0 0-15 0,-7-13-36 15,7 13-16-15,0 0-15 0,-3-10-11 0,3 10 137 0,-2-10 90 16,2 2 46-16</inkml:trace>
  <inkml:trace contextRef="#ctx0" brushRef="#br0" timeOffset="-84648.05">25848 17035 501 0,'-7'-19'148'0,"-3"4"-142"0,-3 5-6 0,3 0 20 0,-2 2 21 0,-2 0-6 0,-1 4-14 16,0 4-6-16,1 2 0 0,0 3 6 0,0 0-1 0,-3 5 11 15,2 3 5-15,4 5 25 0,-3 1 11 0,-1 4 10 0,4 3 10 16,-3 1-5-16,3 2-10 0,0-1-21 0,0 2 0 0,-2 3-20 16,3-3-5-16,3 2-21 0,1 1 6 0,2-5-11 0,0 6 0 15,3-5-5-15,2-1 10 0,3-4-5 0,1 1 1 16,2-4-17-16,2-1 16 0,2-1 26 0,3-6 20 0,1 1 10 16,5-3-9-16,1-2-6 0,2-3-16 0,2 0 27 15,4-1 9-15,-2-2-24 16,3-2-42-16,2-1 0 0,1-1 0 0,-1-3 0 15,3-1 0-15,-3-1 0 0,3-3 0 0,3 1 0 16,-7-2 0-16,3 0 0 0,-3-5 0 0,-1 4 0 0,0-3 0 16,-4 0 0-16,-4-1 0 0,0 1 0 0,1-1 0 0,-1 0 0 0,-4 0 0 15,-1-1 0-15,-1-2 0 0,-1 2 0 0,-5-1 0 0,0 1 0 16,-5-3 0-16,0 1 0 0,-4-2 0 0,1-1 0 0,-5 1 0 16,-2-4 0-16,-2-4 0 0,-5-1 0 0,1 3 0 0,-4-6 0 15,-1 1 0-15,-4-3 0 0,-2 1 0 0,-1 3 0 16,0 5 0-16,-7 2 0 0,-1 4 0 0,-1 4 0 0,-2 5 0 15,1 8 0-15,0-1 0 0,-2 6 0 0,2-1 0 0,2 3 0 16,2 3 0-16,1 3 0 0,-2 3-93 0,0-1-30 16,2 5-41-16,0 1-50 15,1 4-57-15,1-2-57 0,-4 2-77 0,5-3 180 16,3 0 113-16,-3 0 56 0</inkml:trace>
  <inkml:trace contextRef="#ctx0" brushRef="#br0" timeOffset="-72016.7">17879 16480 419 0,'-12'-2'71'0,"2"-2"-14"0,10 4 50 15,-9-10 16-15,2 1 0 0,7 9-26 0,-7-8-41 16,6-5 1-16,1 13-16 0,-1-10 5 0,5-2 5 0,3 2 5 16,2-4 6-16,1 2-22 0,2 0-9 0,3 2-11 15,2-3 1-15,0 1-11 0,3 1-4 0,2-2-6 0,1 2 0 16,1 1 0-16,1 2 0 0,1-4 0 0,-1 4 0 0,1-1 0 15,-1 4 0-15,1 4 0 0,-2-3 0 0,-3 7 10 16,-2-1-26-16,-3 1 21 0,-2 3-20 0,-2 0 15 0,-3 3-5 16,-4 1 5-16,-3 2 0 0,-3-1 0 0,-1 0 0 0,-3 4 0 15,-4 1 0-15,-4 0 0 0,1 1 0 0,-4 1 0 16,0 1 0-16,-2-1 0 0,-2 0 0 0,0-1 0 0,0-1 10 16,1-1-15-16,1-1 5 0,0-1-5 0,1-3 15 15,2 0-5-15,1-4-10 0,2 3 10 0,2-3-15 0,10-6 10 16,0 0-15-16,0 0-1 0,0 0-4 0,0 0-1 0,0 0 1 15,0 0 10-15,0 0-5 0,0 0 10 0,0 0 0 0,0 0 15 16,0 0-5-16,0 0 0 0,0 0-5 0,1 3 0 16,5-3 0-16,3-3 0 0,5 3 0 0,2-5 0 0,3 4 0 15,2-4 0-15,2 0 10 0,-9 4-15 0,1-2 5 0,-4 3-5 16,1 0 5-16,-12 0 0 0,0 0 0 0,0 0 20 16,10 3-10-16,-2-1 11 0,0 6-16 0,-3-2 0 0,-1 3-5 15,-3-2 0-15,0 6 0 0,-2-2 0 0,-3-1 0 0,0 3 0 16,-2-1 0-16,-1-3 10 0,-1 5-5 0,1-2 11 15,-3 0-11-15,2-1 0 0,-1-1 5 0,-2 0-15 0,1 0 5 16,0-2 5-16,0 1 0 0,0-3 1 0,2-1-6 16,-2 3-11-16,10-8 16 0,0 0-25 0,0 0-16 0,-12 2-51 15,12-2-31-15,0 0-30 0,0 0-42 0,-8 0-19 0,8 0-27 16,-8-5 14-16,8 5 111 0,-6-5 55 0</inkml:trace>
  <inkml:trace contextRef="#ctx0" brushRef="#br0" timeOffset="-71511.55">18305 16489 229 0,'0'0'108'0,"0"0"-6"16,0 0-4-16,9 1 4 0,-9-1-30 0,5 9-6 0,0 0-20 16,-4-2 0-16,-1 7 5 0,-1 3-15 0,-2 0-5 0,-2 3-21 15,1-6 6-15,2-2-1 0,1-1-5 0,1-11 5 16,0 14-10-16,1-4 1 0,-1-10 4 0,5 10-5 0,1-3 10 15,3 2 0-15,0-2-4 0,-1-2 4 0,4 0 0 0,-2-2 16 16,1-3 5-16,-1 0-5 0,-10 0-16 0,0 0 1 16,11-1-1-16,0-3 5 0,-1 1 1 0,0-2-11 0,0-2 6 15,0 2-11-15,-2-4 0 0,2 2-5 0,-5-2 0 0,1 1 0 16,-1-2 0-16,1 0 0 0,-1 0 0 0,-1 0 0 16,0-1 0-16,-2-2-10 0,2 3 15 0,-4 10-5 0,0 0-5 15,4-11 10-15,-3 0-15 0,-1 11 10 0,0 0-26 0,0 0 26 16,0 0-15-16,0 0 4 0,0 0 1 0,0 0 5 15,0 0-5-15,0 0 5 0,-5-2 0 0,1 5 5 0,-1 2 0 16,0 4 10-16,-2 2-15 0,2 0 5 0,-2 7-5 0,2-2 5 16,5-16 0-16,2 10 0 0,-1 3 0 0,3-6 0 15,1 2 0-15,2-4 0 0,-1 4 10 0,3-3-15 0,0 0 25 16,-9-6-5-16,10 5 21 0,1-3 0 0,0 1 35 0,1-1 17 16,0-1 4-16,-1-1-5 0,0-1-6 0,-11 1-19 15,14-2-1-15,-4 0-14 0,0-1-1 0,-10 3-15 0,0 0-31 16,9-7 0-16,-3-3 0 0,0 0 0 0,-1-1 0 15,0-1 0-15,-3-1 0 0,0 1 0 0,-2-3 0 0,-2 1 0 16,-1 4 0-16,-2-2 0 0,-1 0 0 0,-2 2 0 0,0-2-62 16,-4 3-10-16,2 1-5 0,-2 3 11 0,-3 3-11 15,1-1-20-15,2 7-26 0,-2-3-26 0,0 4-9 0,-1 0-26 16,2 0-21-16,0 5-25 0,2-3-11 0,1 0 88 16,10-7 76-16,0 0 39 0</inkml:trace>
  <inkml:trace contextRef="#ctx0" brushRef="#br0" timeOffset="-71275.65">18762 16434 608 0,'0'0'236'0,"0"0"-16"0,7-10 0 0,-7 10-26 0,0 0-4 15,0 0-32-15,0 0-35 16,0 0-36-16,0 0-76 0,0 0-11 0,0 0 0 0,6-8 0 16,-6 8 0-16,0 0 0 0,0 0 0 0,0 0 0 15,0 0 0-15,7 1 0 0,-4 4 0 0,1 0 0 0,-1 7 0 16,0 1 0-16,-1 5 0 0,-1 2 0 0,0 0 0 15,-1-3 0-15,0-1 0 0,0 2 0 0,1-2 0 0,-2 0 0 16,1 1 0-16,0 2 0 0,1-2-78 0,-1 1-44 16,0 0 9-16,-1-3-10 0,1 1-30 0,-1-1-21 0,0-2-10 0,1-1-11 0,0-12 6 0,-2 12-11 15,2-12 0-15,0 0 42 0,-2 12 79 0,2-12 39 16</inkml:trace>
  <inkml:trace contextRef="#ctx0" brushRef="#br0" timeOffset="-70979.27">18911 16519 0 0,'10'-20'557'0,"-1"5"-383"0,1 1 5 16,-2-1 0 0,-1 2-15-16,1 3-11 0,-8 10-20 0,6-11-15 0,3 1-31 15,-2 4-15-15,-7 6-31 0,0 0-11 0,0 0-19 0,8-12 4 0,-8 12-10 0,0 0 1 0,0 0 4 16,0 0-5-16,0 0 0 0,0 0-15 0,0 0 5 0,0 0 0 16,-2 3 5-16,0 3 0 0,-4 4 0 0,-3 2 0 0,-2 5 0 15,-4 2 0-15,-2 1 10 16,-3 5-5-16,4-8-10 0,1 0 10 0,2-3-15 0,0 1 10 15,1 0-5-15,-1-1 5 0,2-1 0 0,2-1 0 0,0 0 10 16,2-1 15-16,2-1-10 0,1 1 6 0,4-11-6 16,-4 11-4-16,4-1 4 0,2-2-10 0,3 2 1 0,0-2-6 15,2-1 0-15,2 0 0 0,1-2 0 0,1 0 0 16,2-4 0-16,-1 2 0 0,1-3 0 16,0 0 0-16,2-3 0 0,0 3 0 0,0 0-42 0,1-5-55 15,2 4-56-15,-2-6-67 0,2 2-72 0,-3 0-87 0,0 0-53 0,0 0 216 0,-1-5 108 16</inkml:trace>
  <inkml:trace contextRef="#ctx0" brushRef="#br0" timeOffset="-69599.19">29073 16192 582 0,'11'-11'164'0,"0"1"-66"15,-1 2 60-15,5-1 32 0,-5-3-11 0,3 4-51 0,-1 1-51 16,1 1-37-16,2-2-4 0,0 3-21 0,0 0 6 0,0-2-16 0,1 7 11 0,0-5-11 0,2 4 0 16,-1-3-5-16,-1 4 0 0,3-1 0 0,-3-3 0 15,1 8 0-15,-4-3 0 0,-2 3 0 16,-11-4 10-16,0 0-15 0,9 3 5 0,-3 5-5 0,-4 0 5 16,-4 4 10-16,-3 1-15 0,-3 1 5 0,-4 2 5 15,-2 4-10-15,-4-4 15 0,-2 0-10 0,-1-1-5 0,0 0 10 16,-2 1-5-16,1-2 5 0,0-4-5 0,-1-1 0 15,3 4 0-15,-1-3-10 0,1-3 15 0,3 2-5 0,2 0 5 16,0-3-5-16,15-6 10 0,0 0-15 0,-10 8 5 0,10-8 5 16,0 0 0-16,0 0 1 0,0 0-17 0,0 0 16 0,0 0-5 15,0 0 6-15,0 0 4 0,0 4-5 16,5-1 20-16,3-1-4 0,4 1 25 0,5-3-15 0,1 0-1 16,4 2-9-16,3-4-11 0,-9 4 6 0,0 1-1 0,1-1 5 0,-3 1 1 15,0-1-11-15,-3 0-4 0,2 2-6 0,-13-4 0 0,8 5 0 16,-8-5 0-16,13 5 0 0,-13-5 0 0,0 0 0 0,7 10 0 15,-7-10 0-15,0 0 0 0,0 9 0 16,-1-3 0-16,-3 6 0 0,-2 0 0 0,-4 1 0 16,-2-2 0-16,-2-1 0 0,-1 0 0 0,4-2 0 0,-1 3 0 15,0-5 0-15,1 1 0 0,0 0 0 0,1-2 0 0,-4 0 0 16,4-2 0-16,10-3 0 0,0 0 0 0,-11 5 0 16,11-5-78-16,0 0-75 0,0 0-26 0,0 0-36 0,0 0-20 15,-10-4-22-15,10 4-4 0,-5-4-15 0,2-5 79 16,4-1 99-16,1 0 49 0</inkml:trace>
  <inkml:trace contextRef="#ctx0" brushRef="#br0" timeOffset="-69103.56">29575 16202 491 0,'18'-6'158'0,"-3"1"-4"16,-1 0 4-16,-14 5-15 0,0 0-10 0,0 0-10 16,0 0 0-16,0 0-31 0,0 0-25 0,0 0-21 0,0 0-16 15,4 3 6-15,-7 3-10 0,2 4-1 0,-8 2-4 0,-1 2-1 16,-2 1 11-16,-3 2 5 0,-1 6-5 0,6-9-6 15,0 1 6-15,1-1-16 0,2-4 6 0,2 3-26 0,0-1 5 16,5-12 5-16,0 12 0 0,0-12 1 0,0 11-6 16,2-1 0-16,3-1 0 0,0-3 0 0,4 3 0 0,-2-4 0 15,6-2 0-15,-2 0 0 0,0-6 0 0,0 1 0 16,3-1 0-16,0-2 0 0,-2-2 0 0,5-3 0 0,-2 1 0 16,-2-1 0-16,2 1 0 0,0-6-11 0,-2 0 6 0,0 2-21 15,0-3 16-15,1 4 0 0,-3-5 0 0,1-1 5 16,-3 2 0-16,1 0 5 0,-2 2 10 0,-2-1-15 0,-1 4 5 15,-5 11-5-15,1-12 5 0,3 2 0 0,-4 10 0 16,0 0-11-16,0 0 6 0,0 0-10 0,0 0 10 0,0 0-11 16,-4-8 21-16,-2 5-15 0,-3 3 10 0,3 1-5 0,-4 4 5 15,-1 0 0-15,-1 5 0 0,0 3 0 0,7 2 0 16,0-5 0-16,0 5 0 0,4-5 0 0,1 2 0 0,0 2 0 16,1-3 0-16,4 0 10 0,0-1-15 0,0 0 15 0,4 0 11 15,-1 3 15-15,0-7-6 0,2 2-4 0,1-1-10 16,-1 1-16-16,3-1 0 0,-1-2 0 0,2-3 0 0,1-1 0 15,1 0 0-15,0-1 0 0,-2 3 0 0,1-6 0 16,1 1 0-16,-3-3 0 0,-1-2 0 0,-1 4 0 0,-3-4 0 16,2-1 0-16,-3-5 0 0,1 0 0 0,-8-2 0 0,2 3 0 15,-4-2 0-15,-3-7 0 0,0 3 0 0,-3 0 0 16,1 2 0-16,1 1 0 0,1-2 0 0,-5 6 0 0,2 0-93 16,-1 1-50-16,-1 2-31 0,0 1-31 0,3 3-35 15,-6-1-26-15,2 3-16 0,1-1-46 0,10 3 170 0,-10-2 79 16,10 2 39-16</inkml:trace>
  <inkml:trace contextRef="#ctx0" brushRef="#br0" timeOffset="-68867.19">30251 16033 889 0,'0'0'246'0,"0"0"-82"0,0 0 0 0,0 0 15 16,0 0-26-16,0 0-45 0,0 0-52 0,3 4-15 0,-3 4-15 15,-3 2-11-15,-2-1-9 0,-4 3-6 0,-1 3 0 16,-1 0 0-16,-3 3 0 0,9-3 0 0,-2 4 0 0,-1-1 0 16,2 1 0-16,0-2 0 0,-3 3 0 0,3 3 0 0,0-2 0 15,-2-2 0-15,3-5-16 0,0 2-30 0,4 2-41 16,-4-2-21-16,3-1-35 0,-1-6-10 0,-2 5-32 0,4-1-30 16,-3-1-10-16,2 0-36 0,2-12-10 0,0 0 102 15,0 0 85-15,0 0 42 0</inkml:trace>
  <inkml:trace contextRef="#ctx0" brushRef="#br0" timeOffset="-68542.42">30355 16154 593 0,'0'0'169'16,"8"-7"-21"-16,-8 7-20 0,0 0-46 0,0 0-26 0,7-9-46 15,-7 9-4-15,0 0-11 0,0 0 5 0,0 0-11 0,0 0 6 16,0 0-21-16,0 0-15 0,-4-6-15 0,-2 7-15 0,-3 3 25 15,-4 2 10-15,0 3 26 0,-7 0 5 0,0 4 5 0,-1 2 0 16,4-2 10-16,1-3 26 0,2 0 5 0,-1 3 15 16,5-2 0-16,0 0-5 0,2 0-5 0,0 2-5 0,8-13-10 15,-5 8-16-15,5-8 11 0,-1 11 5 0,1-11 20 16,-1 10-5-16,3 0 0 0,2-1 5 0,1 1-5 0,2 0 10 16,3-5-9-16,4 0-2 0,0 2-4 0,0-2-21 15,1 1 1-15,0-2-16 0,0-2 11 0,1-2-1 0,-1 4-15 16,3-3 0-16,-1-1-5 0,-1 0 5 0,0-1 0 0,4 0 0 15,-5 2 10-15,1-1-25 0,-2 0 10 0,-3 1-36 16,2-1-15-16,1 0-52 0,-14 0-10 0,8 0-30 0,-8 0-16 16,10 0-36-16,-10 0-35 0,6-5-41 0,-6 5 43 0,0 0 117 15,8-4 58-15</inkml:trace>
  <inkml:trace contextRef="#ctx0" brushRef="#br0" timeOffset="-68191.98">29442 16625 337 0,'0'0'87'0,"0"0"-67"16,0 0-4-16,0 0 9 0,0 0 11 0,0 0 5 0,0 0-10 16,2 2-6-16,4-2 6 0,6-2 15 0,6-3 10 0,6 2 16 15,5-2 15-15,9 0 10 0,4 0 16 0,-5 1 4 0,1 3 16 16,0-3-5-16,3 7-10 0,4-3-31 0,-3 1-25 16,2-1-37-16,0 4-14 0,-3-3-11 0,2-1 0 0,0 2 0 15,-3-2 0-15,-3-2 0 0,-1 2 0 0,-2 0-11 0,-1-4-45 16,-3 4-46-16,-4-1-42 0,-1 1-35 15,-4 0-5-15,-4 0-16 0,-3-1 1 0,1-2-26 0,-15 3 10 16,0 0 72-16,0 0 71 0,0 0 36 0</inkml:trace>
  <inkml:trace contextRef="#ctx0" brushRef="#br0" timeOffset="-67519.46">29429 16829 0 0,'0'0'270'0,"0"0"-167"0,0 0 9 0,0 0-25 0,0 0 0 16,0-4-30-16,-3-2-6 0,-2 2-10 0,-2 0-11 0,-5-1-4 15,2 0-6-15,-5 2 1 0,15 3-1 0,0 0-9 0,0 0-6 16,0 0-5-16,-14-3 10 0,2 1 5 16,12 2 6-16,-10 0-1 0,10 0-9 0,0 0 4 15,-7-1 0-15,7 1 5 0,0 0 11 0,0 0-16 0,0 0 16 16,0 0 0-16,0 0 20 0,0 0 6 0,0 0 14 0,0 0 6 16,0 0 26-16,0 0-1 0,0 0 16 0,0 0-1 0,2-4 6 15,7 1-71-15,-1 1-52 0,5 2 0 0,7 0 0 0,3 0 0 16,7 0 0-16,1 2 0 0,-5 0 0 0,-1-1 0 15,6 4 0-15,-1-2 0 0,0 1 0 0,3-1 0 0,2 0 0 16,1 2 0-16,0 0 0 0,4 0 0 0,0-5 0 0,2 4 0 16,3-4 0-16,0 0 0 0,-1 0 0 0,2 0 0 15,4-4-98-15,-4-1-225 0,0 3-76 0,0-2-97 0,-3 3 130 16,0-2 183-16,-1 0 92 0</inkml:trace>
  <inkml:trace contextRef="#ctx0" brushRef="#br0" timeOffset="-66761.49">17988 16942 265 0,'11'-8'6'0,"-11"8"14"0,11-6 16 0,-11 6 51 15,13-5 0-15,-13 5-5 0,7-6-16 0,1-2-5 16,-2 3 1-16,-6 5-1 0,10-7 11 0,0 0-15 0,1 2-7 16,2-3 2-16,0 2 14 0,5 1-20 0,1-1 11 0,2 2-16 15,0 2 5-15,4-1-16 0,4-2-4 0,2 4-16 16,4 0-5-16,0-2-5 0,2 2 10 0,5-3-5 0,0 3-10 15,-1-3 0-15,0 3 0 0,-1 0 5 0,-2-2 0 16,-3 2 0-16,-4 0 0 0,-2-2 10 0,-5 3-15 0,0 3 5 16,-4-2 5-16,-2 0 0 0,-2-1-10 0,-1 0-31 15,-3 0-25-15,1 0-36 0,-1 0-26 0,0 0-26 0,-2 0-9 16,-1-2-37-16,-9 2-14 0,0 0 22 0,10-4 94 0,-10 4 46 16</inkml:trace>
  <inkml:trace contextRef="#ctx0" brushRef="#br0" timeOffset="-66544.87">17792 17244 450 0,'15'1'133'0,"2"2"-41"0,6-6 26 16,2 1 9-16,4-3-9 0,3-2-26 0,4 2-30 0,7-5-27 15,2 0-9-15,4-1-16 0,5 1-4 0,4-3-6 16,1 1 10-16,8-5-5 0,1 0 0 0,6-1-5 16,3-1-51-16,4-1-87 0,4-3-88 0,4 3-137 0,2-5 107 15,0 2 128-15,6-2 64 0</inkml:trace>
  <inkml:trace contextRef="#ctx0" brushRef="#br0" timeOffset="-37518.09">26846 17367 199 0,'0'0'71'0,"0"0"6"0,0 0 46 16,2-5 0-16,3 3 0 0,3-1-47 0,2 1 1 16,3-1-25-16,6 3-1 0,2 0-11 0,0 0 1 0,-7 0 0 15,0 0 0-15,-2 0-10 0,3 0 5 0,0 3-21 0,-4-6 6 16,3 6-6-1,-3-2-5-15,3-1-4 0,-14 0 4 0,11 0-5 0,-11 0 0 16,11 0-5-16,-1-1 0 0,-10 1 0 0,0 0 0 0,10 1-10 16,-10-1-6-16,0 0-25 0,0 0-31 0,0 0-20 0,0 0-30 15,0 0-1-15,0 0-15 0,12 0-42 0,-12 0-24 0,0 0 58 16,0 0 73-16,0 0 37 0</inkml:trace>
  <inkml:trace contextRef="#ctx0" brushRef="#br0" timeOffset="-37292.69">26807 17404 235 0,'0'0'86'16,"0"0"-9"-16,0 0 25 0,0 8 21 0,3 3-10 0,-3-11-26 15,0 0-36-15,5 7-20 0,2-2 10 0,2 4-10 16,5-8-11-16,1 3-14 0,1-5-6 0,1 1 0 0,1 0 10 15,0 0-15-15,2 0 5 0,1-3-16 0,-1 3-10 16,0 0-30-16,1 3-26 0,-1-3-25 0,3-3-1 0,-1 3-30 16,-2 0 0-16,1 0-31 0,0-1 85 0,1 1 42 0,-1-1 21 15</inkml:trace>
  <inkml:trace contextRef="#ctx0" brushRef="#br0" timeOffset="-36903.74">27599 17377 332 0,'0'0'133'0,"0"0"-31"0,0 0-5 0,0 0-20 0,0 0-5 16,0 0-21-16,0 0-5 0,0 0-15 0,0 0-6 0,0 0-4 16,0 0-1-16,0-3-9 0,-4 1-6 0,-2 1 5 0,-5-1-5 15,-3 2 10-15,-1 0 0 0,-2 3 6 0,-7-1-1 16,13 1-9-16,-1-1-6 0,-1 3 5 0,2 2-15 0,-3-2 5 16,3-1 5-16,1 1-20 0,0 0 20 0,10-5-20 15,-12 9 15-15,12-9 5 0,-10 6 0 0,7 4 10 0,-2-2 0 16,5-8-4-16,0 10 4 0,3-1 0 0,1-1 6 15,2 1 10-15,1-2-6 0,3 1 1 0,-2-4 5 0,4 1-6 16,-1-2 11-16,-1-1 10 0,3 2 0 0,0-3 10 0,2 3-9 16,0-3-12-16,0-1-9 0,0 0 5 0,-4 4-6 15,4-5 1-15,-5-2-6 0,1 2 0 0,2-3-9 0,-1 2 14 16,-2-2-15-16,-1 0 11 0,2-2-6 0,-2 0 16 16,1 1-5-16,-1-2-11 0,-9 7 1 0,7-10-11 0,-1 1 0 15,1-1 15-15,-2 0 11 0,-5 10-11 0,3-10 1 0,-1 0-26 16,-2 10 15-16,2-11-10 0,-2 11 6 0,0 0-17 15,-2-10 16-15,2 10-15 0,-2-10 0 0,2 10 0 0,0 0-26 16,0 0-21-16,-6-8-9 0,-1-2-42 0,0 5-15 0,-3 0-40 16,0 0-11-16,-1 1-10 0,1 2-1 0,10 2 1 15,-11-4-31-15,1 0-36 0,-1 4 118 0,1-1 67 0,-3-3 33 16</inkml:trace>
  <inkml:trace contextRef="#ctx0" brushRef="#br0" timeOffset="-25887.14">30929 14868 332 0,'1'-11'118'0,"-1"0"4"0,0 11 27 16,0 0-11-16,0 0-5 0,0 0-51 0,0 0-11 0,0 0-35 15,0 0-5-15,0 0-11 0,0 0-19 0,0 0-1 0,0 0-5 16,0 0 15-16,0 0-15 0,0 0 5 0,0 0-5 0,0 0 5 15,-2 1-11-15,-3 1 16 0,0 6-5 0,-3 3 6 16,1 4-6-16,-2 5 0 0,3 4 0 0,-1 5 0 0,4-7 0 0,-1 2 0 16,3-2 0-16,-3 2-11 0,-1-1-15 0,4-2-10 0,-3 3-5 15,0-2-20-15,2-2 0 0,-1-4-5 0,1 0-27 16,0 1-4-16,1-5-20 0,1-12-22 0,-4 12-4 0,4-12-16 16,0 0 70-16,0 0 44 0,0 0 23 0</inkml:trace>
  <inkml:trace contextRef="#ctx0" brushRef="#br0" timeOffset="-25670.61">30806 14945 511 0,'0'0'148'16,"0"0"-45"-16,0 0-1 0,0 0-10 0,0 0-46 0,0 0-25 16,0 0-21-16,0 0 0 15,0 0 0-15,0 0 0 0,0 0 0 0,0 0 0 16,0 0-10-16,10-9 5 0,0 2-11 0,2 0-10 0,3 5-10 15,1 1 6-15,1 2-6 0,3-1-20 0,2 0-16 16,-2-2-20-16,-3-1-15 0,2 2-11 0,4-2-26 16,0 1-9-16,-2 1 92 0,0 1 30 0,1-2 16 0</inkml:trace>
  <inkml:trace contextRef="#ctx0" brushRef="#br0" timeOffset="-25505.1">31227 14929 148 0,'-5'7'46'0,"-1"6"5"16,6-13-5-16,0 0 0 0,-9 11-16 0,9-11 6 15,-7 13 10-15,7-13 1 0,0 0 9 0,3 4 0 0,4 2-25 16,0 2-5-16,2-5-31 0,-9-3 15 0,11 5-10 0,-11-5 5 16,13 4-5-16,0-3-21 15,1-3-20-15,-3 2-5 0,3-1-10 0,-3-3-11 16,-11 4-9-16,11-5-6 0,-2 0 0 0,0-4-10 0,-9 9 36 16,7-8 28-16,0-1 14 0</inkml:trace>
  <inkml:trace contextRef="#ctx0" brushRef="#br0" timeOffset="-25385.62">31176 15001 0 0,'-10'11'0'0,"7"-1"30"0,3-10-15 0,0 0-5 0,0 0 6 0,0 10-21 15,3-2 15-15,1 0-10 0,2-2-5 0,4-2-11 16,4 2-12-16,-2-4 14 0,2-2 7 0</inkml:trace>
  <inkml:trace contextRef="#ctx0" brushRef="#br0" timeOffset="-25085.14">31574 14994 0 0,'0'0'173'0,"0"0"-147"0,0 0-11 16,0 0-20-16,0 0 15 0,0 0-10 0,0 0 16 15,-4 4-11-15,-1 1 0 0,-5 1-5 0,-3 3 20 0,-5 1 1 16,-2 2-6-16,-1-1 1 0,6-2-11 0,4-1 10 16,11-8-10-16,-15 8 10 15,5 2-10-15,10-10 1 0,0 0-6 0,-6 9 0 0,6-9 20 16,-2 10-20-16,0-3 5 0,6 2-10 0,-4-9 5 15,5 10 10-15,1-5-5 0,9 2 1 0,-4-1-17 0,3-2 16 16,-2 2-5-16,2 1 6 0,0-2-6 0,-2 0 0 16,2 2-11-16,-3-2 16 0,0 1-5 0,-1 2 6 0,-10-8-17 15,0 0 16-15,10 5 16 0,-10-5 25 0,0 0 10 16,0 0 6-16,0 0-11 0,0 0-26 0,0 0-14 0,0 0-11 16,0 6 0-16,-2 0 0 0,-6 1 10 0,1-2-15 0,-6 2 15 0,-2-1-10 0,-1-4 5 15,-4 2-5-15,8-3-10 0,-2 0-36 0,1-1-10 0,13 0-32 16,-11 0-4-16,-3-1-30 0,3-1-32 0,-1-1 90 0,12 3 32 15,-5-6 16-15</inkml:trace>
  <inkml:trace contextRef="#ctx0" brushRef="#br0" timeOffset="-24869.04">31767 14924 378 0,'13'6'102'0,"-13"-6"-15"0,6 9 16 15,-2 2-6-15,-4-11-15 0,-1 8-36 0,1-8-26 0,-3 12-4 0,1 0-11 16,-2 0 0-16,-1-2-5 0,0 3 0 0,-1-2 0 0,1 1 0 0,1 1 0 16,1-2 0-16,-1-2 0 0,0 5 0 0,3-1 0 15,-3-1-10-15,1-1 5 0,0 1-21 0,3-12-15 0,-4 11-36 16,1 4-5-16,0-3-25 0,3-12-16 0,0 14-15 16,-5-4-36-16,1 1 95 0,4-11 39 0,-5 11 20 0</inkml:trace>
  <inkml:trace contextRef="#ctx0" brushRef="#br0" timeOffset="-24715.35">31684 15140 547 0,'0'0'122'16,"0"0"-14"-16,2-12 15 0,-2 12-16 0,4-8-20 0,-1-3-41 0,0 2-15 16,-3 9-21-16,5-9-4 0,2 0-6 0,1 0 0 15,0 0 0-15,1 3-11 0,2-2-35 0,2 2-31 0,2 0-40 0,-1 0-17 16,4-2-9-16,-6 3-31 0,4 0-26 0,2-1 57 0,-1 0 72 15,-2 1 35-15</inkml:trace>
  <inkml:trace contextRef="#ctx0" brushRef="#br0" timeOffset="-23890.18">31967 15118 685 0,'0'0'97'0,"0"0"-20"0,0 0 36 16,0 0 4-16,-7-6 11 0,7 6-36 0,-8-7-36 0,4-1-15 15,4 8-15-15,0-10-1 0,2-2-24 0,5 0 9 16,3-2-10-16,3 3-5 0,-2 0 0 0,3-2 0 0,1 1 5 16,-2-1 10-16,1 0-15 0,1 0 5 0,0 0-5 15,1-5 5-15,-1 5 0 0,1 0 10 0,-2 0-15 0,-3 5 5 16,3-4-5-16,-3 6-6 0,-11 6 16 0,0 0-15 0,12-5 10 16,-12 5-5-16,0 0 5 0,0 0-10 0,0 0 5 15,0 0-11-15,0 0 21 0,0 0-15 0,6 5 20 0,0 1-10 16,-3 3 6-16,-1 0-6 0,1 4-11 0,-6 3 6 0,1 0-10 15,-3 4 20-15,2-5-5 0,1 0 5 0,-3 2-5 16,1-1 0-16,-1 3 0 0,2-3-10 0,0 1-16 0,-1-1-20 16,0 3-10-16,-1-4-5 0,0 0 9 0,1 3 6 0,-2-6-5 15,2 4 5-15,-1-3 10 0,0-1 11 0,0-1 4 16,5-11 11-16,0 0 5 0,-6 10-5 0,6-10 15 0,0 0-5 16,0 0 5-16,0 0-5 0,0 0 20 0,0 0 1 0,0 0 4 15,0 0-4-15,0 0-1 0,0 0 11 0,0 0-16 0,0 0-4 16,0 0 9-16,0 0 11 0,0 0-1 0,0 0 17 0,0 0-17 15,3-2 11-15,-3 2-15 0,5 2-1 0,2-4-4 16,2-1 9-16,2 3-4 0,3-7-11 0,1 0-9 0,4 2-6 16,-2 9 0-16,-6-3 0 0,2-3-21 0,-1-1-40 15,1-2-36-15,-2 5-42 0,-11 0-24 0,0 0-27 0,11-4 1 16,2-1-62-16,-13 5 100 0,11-5 76 0,-11 5 37 0</inkml:trace>
  <inkml:trace contextRef="#ctx0" brushRef="#br0" timeOffset="-23324.24">30559 15329 828 0,'-3'14'36'0,"8"-7"-16"0,0 6 42 0,3-7 30 16,7-2-5-16,2 2 0 0,5-1-30 0,7-1-27 15,3-1-19-15,4 1-11 0,6 0 20 0,6 1 10 0,3 0 1 16,3 2 15-16,2-1-15 0,10 1 10 0,2 1-26 16,3 2 6-16,3-1-16 0,3-1 0 0,0 0-5 0,4 2 0 15,-1 0 0-15,3 0-10 0,-2 1 15 0,0-2-5 16,-5-1 5-16,-2 0-5 0,-3-1 0 0,-4-2 0 0,-6-1 10 15,-3-3-5-15,-7-2 1 0,-1-3-6 0,-1-1 0 16,-5 0 0-16,3-2-11 0,-5 0 16 0,2-4 5 0,-4 1-9 16,-2-4-1-16,0-5 5 0,-6 4 0 0,1-9-10 0,-8 5-21 15,-2-11-20-15,-6-1-21 0,1-5 1 0,-8-1-21 0,-3-3 5 0,-6-2-5 0,-4-3 36 16,-2-3-6-16,-6 2 37 0,-4-1-16 0,-6 1 26 0,-4 0 0 16,-3-2 10-16,-3 5 10 0,-6 4-15 0,-2-5 15 15,2 7-10-15,-4 0 6 0,-2 3-6 0,-1 3 10 0,-2 4-5 16,0-1-10-16,-6 5 0 0,0 6 0 0,-7 1 15 0,-3 1-5 15,-5 3 0-15,-2 3-5 0,-6 5 0 0,-6 2-10 16,-1 3 5-16,-5 5 10 16,-7 5-10-16,0 5 5 0,2 3-5 0,1 1 5 15,1 0 0-15,3 8 0 0,4 6 10 0,7-2-5 0,8 3 20 16,3 3-15-16,6-1 1 0,4 10-1 0,5-4-5 0,7-2 10 16,4-5 11-16,8 1-11 0,3-1 6 0,8-5-6 0,6-2 5 0,4-4 1 0,6 1-1 0,4 3 1 15,4-4-1-15,4-2-19 0,2 0-1 0,2-1-5 16,5 3-6-16,5-2-15 0,2 2-51 15,5-5-35-15,1-2-77 0,2 2-72 0,4-1-15 0,4-4 138 16,3 0 69-16</inkml:trace>
  <inkml:trace contextRef="#ctx0" brushRef="#br0" timeOffset="-23198.21">31811 15871 884 0,'-2'15'-317'0,"-1"-5"33"0,-2 0 142 16,5-10 71-16</inkml:trace>
  <inkml:trace contextRef="#ctx0" brushRef="#br0" timeOffset="-19618.95">30020 7966 321 0,'0'0'41'16,"0"0"5"-16,-2-11 11 0,2 11-6 0,0 0-5 0,0 0-15 15,0 0-16-15,0 0-9 0,0 0-6 0,0 0 10 0,0 0-5 16,-3 4 0-16,-1 3 5 0,1 3-5 0,-5 5 11 16,3 5-1-16,-2 6-15 0,2 3 0 0,2-5-5 0,-3 3 15 15,2 7-5-15,-2 1 0 0,2 1-5 0,-2 1 0 16,-1 5 0-16,0 5 0 0,-3 3 0 0,5-1 0 0,-1 0 0 16,-3 4 0-16,4-2 0 0,0 0 0 0,0-2 0 0,3-3 0 15,-2-5 0-15,0 1 0 0,2-1 0 0,-1-5 0 16,2 0 0-16,0-1 0 0,-3-4 10 0,4 2-15 0,0-2 5 15,0 0-5-15,0-1 5 0,0-3 0 0,0 2 0 16,0-4 0-16,3 0 10 0,-2-3-15 0,0 0 5 0,0-3-5 16,3-1 15-16,0 2-5 0,-2-4 1 0,3 0-6 0,0-1-11 15,-1-4 6-15,0 3 0 0,3-4 5 0,-2 1 0 16,-5-11 0-16,10 10 0 0,2-1 0 0,-2-3 0 0,0-2 0 16,2 2 0-16,2-7 0 0,-2 2 10 0,3 1-15 15,-1-4 5-15,1 1-5 0,0-1 15 0,1 2-15 0,4 0 15 16,-2 5 0-16,0-1 11 0,2 0-11 0,0 1 16 0,0-1 5 15,1 2 10-15,6-1-11 0,-2 0-4 0,1-2 5 16,-1 1-6-16,5-1-9 0,0 2-1 0,2 1 0 0,-1-1 6 16,1-2-1-16,5 0-10 0,0 1 6 0,1-2-1 15,3 2 16-15,0-2 15 0,2 1 0 0,0-2-10 0,4 2-21 16,-1-1 11-16,0 0-16 0,0 1 11 0,3-2 4 16,-1 2 0-16,4-1 11 0,-1 1-10 0,2-1-1 0,-1 1-4 15,0 2-1-15,2-3 11 0,-2-1-5 0,3-2-11 0,-4 1 1 16,3 1-1-16,-2-1 5 0,1 0-9 0,0-3-6 15,0 0-5-15,-2 4 0 0,-4 3 10 0,-1-3-15 0,-1-1 5 16,-3 0 5-16,-5 0-10 0,-3 2 15 0,-3 0-10 0,-4-3-5 16,-2-2 0-16,-1 1 10 0,-3 2 0 0,-2-1-10 15,-2-2-21-15,-3 1-20 0,-14 2-10 0,0 0 15 0,11-3 0 16,-11 3 15-16,0 0-40 0,0 0-57 0,0 0-40 0,8-7-62 16,-8 7-1-16,0 0-30 0,1-8 80 0,-3 0 88 15,-3-6 44-15</inkml:trace>
  <inkml:trace contextRef="#ctx0" brushRef="#br0" timeOffset="-18825.92">30021 8071 275 0,'-10'-5'57'0,"10"5"-62"16,0 0 5-16,0 0 0 0,0 0 0 0,0 0 0 0,-3-4 0 15,3-1 0-15,5 0 0 0,0-2 0 0,5-3 10 0,1 6 5 16,4-3-5-16,2 2 16 0,-3 3-16 0,1-2 1 0,4-1-1 16,-2-1-5-16,3 2-10 0,1-2 0 0,4 4 10 15,0-3 0-15,4 1 0 0,0 3 5 0,3 1 5 0,2 1 27 16,1-1 9-16,5 1 20 0,1 0-14 0,4 3-6 0,2 0-10 16,1-2-11-16,3 2 17 0,5-1-17 0,-1 0 11 15,2 2-15-15,3 0-11 0,2-1-9 0,0 1-6 0,2 0 0 16,2-1 0-16,0 0 10 0,-4-1-5 0,3 1 0 15,-1-2-5-15,-4-1 0 0,-3-3 0 0,-1 2 0 16,0 0 0-16,1 0 0 0,-1-1 10 0,-1-1-15 0,-4 2 15 0,-1 0-20 0,-2 2 20 0,-1 1-10 16,-5-1-5-16,0 0 0 0,-5-1 0 0,-4 2 15 0,1 1-5 15,-1 2-10-15,-2-1 0 0,0-2 10 0,-2 4 0 0,-2 0 1 16,3 1-6-16,-3 0 0 0,0 3-11 0,-1-3 6 16,0-1 0-1,-1 3 15-15,5-1-15 0,-4-3 5 0,0 3-15 0,-3-2 20 16,1-1 5-16,1-1 0 0,-3 4 6 0,-4-3 9 15,-2-1-10-15,-3 1-4 0,-13-6-11 0,14 2-11 0,0 0 6 16,-14-2 0-16,0 0 5 0,12 0 10 0,-12 0-5 0,0 0 11 16,0 0-11-16,0 0 0 0,0 0-15 0,8 6 5 15,-8-6 0-15,0 0 15 0,0 0-15 0,0 0 5 0,0 0 5 16,0 0-21-16,0 0 21 0,0 0-10 0,0 0 21 0,0 0-11 16,0 0 0-16,0 0-15 0,0 0 5 0,0 0 20 0,0 0 16 0,0 0-1 0,0 0-35 0,0 0 20 15,0 0-4-15,2 4-6 0,-2 5 5 0,-2-2-10 16,-1 1-5-16,-3 3 10 0,-3 4-5 0,-1 1 6 0,2 0-6 15,3 0-11-15,0 5 37 0,1 4-36 0,-5 3 35 16,2 5-35-16,-1 0 25 0,0 7-5 0,-1 4 21 0,-1 2-5 16,1 2-1-16,-1-3 37 0,3 5-1 0,-2-2 1 0,1 1-47 0,2-3 0 15,1-4-5-15,-1 2 32 0,3-4-12 0,0 1-9 0,1-1-16 16,0-4-5-16,1 0 0 0,1-4 0 0,-3 1 0 16,3 0-10-1,-4-2 15-15,1-3-5 0,0-2-5 0,1 3 10 16,-1-6-15-16,-1 0 10 0,2-3-36 0,2-20-21 0,-3 17-30 15,3-2-20-15,-3-3-42 0,3-12 1 0,0 0-57 0,0 0-45 0,0 0-42 16,0 0 146-16,0 0 73 0</inkml:trace>
  <inkml:trace contextRef="#ctx0" brushRef="#br0" timeOffset="-18379">30441 8471 665 0,'0'0'189'15,"0"0"-25"-15,0 0-6 0,0 0 1 0,0 0 0 0,0 0-6 0,0 0-35 0,0 0-41 0,0 0-37 16,0 0-24-16,0 0-21 0,0 0 0 0,0 0 10 15,0 0-10-15,0 0 15 0,0 0-10 0,2 5 5 0,1 2-5 16,-2 6 0-16,-1 1 0 0,-1 8 0 0,-2 1 0 0,1 4 0 16,-1 4 0-16,3-7 0 0,0-4-31 0,0 0-25 0,0-2-41 0,0 2-16 15,0-1-20-15,3-3-16 0,-3 2 11 0,0-4-15 16,1 0-1-16,-1-14-19 0,1 13 4 0,-1-13-10 0,3 13-1 16,-3-13 91-16,0 0 44 0,0 0 23 0</inkml:trace>
  <inkml:trace contextRef="#ctx0" brushRef="#br0" timeOffset="-18093.66">30382 8396 219 0,'0'0'57'0,"0"0"4"0,-1-12 31 0,1 12 20 0,1-11 21 16,-1 11-15-16,5-9 5 0,3 0-36 0,-1 3 0 15,6 0-10-15,0 0-15 0,1 0-11 0,2 2-10 0,1 0-11 16,0 3 16-16,0-2-15 0,0 2-11 0,-2 0-4 0,0 2-11 0,0 0-10 15,-2 2 10-15,0 1-15 0,-1-2 20 0,-12-2-20 0,9 8 20 16,-4 0-20-16,-1 2 20 0,-3 0-10 0,-1 3 5 16,-5 0-5-1,-1 1 0-15,-4 2 0 0,-1 1 0 0,-1-2-10 0,-1 0 15 16,-4 1-5-16,-1-2 15 0,3-1-20 0,-3 1 15 0,2 0-10 16,-1-4 16-16,0 0-11 0,2-2-10 0,3 1-11 0,1-2-15 15,-2 0-56-15,13-7-41 0,-7 6-40 0,7-6-42 0,0 0-20 16,0 0 4-16,0 0 1 0,0 0 133 0,0 0 46 0,0 0 23 15</inkml:trace>
  <inkml:trace contextRef="#ctx0" brushRef="#br0" timeOffset="-17728.8">30729 8461 219 0,'0'0'108'0,"9"-11"20"0,-9 11-16 16,7-10 1-16,-7 10-11 0,0 0-20 0,0 0-10 0,0 0-21 15,0 0-16-15,0 0-19 16,0-8-11-16,0 8-5 0,-5-3 0 0,-1 3 0 0,-4 2 0 15,0 3 0-15,-5 6 0 0,-2 3 0 0,0 3 0 0,5 2 0 0,-1-1 10 0,4 1-5 0,1-2-10 16,2 0 0-16,1-4 0 0,4 2 15 0,-1-1-15 16,4-3 5-1,-2-11-5-15,1 11 15 0,4 0-15 0,0-2 15 0,-5-9-10 16,6 9-5-16,4-2 10 0,-1-5-5 0,2 1 6 0,-1-2-6 16,0-2 0-16,1-2-11 0,-11 3 16 0,10-3-5 15,0-5 6-15,0 1-6 0,0-2 0 0,-1 1-11 0,-2-2 6 16,2-2-10-16,-4 0 20 0,0 0-5 0,0-1-5 15,0 1 0-15,-2-1 0 0,0 1 5 0,-3 12 10 0,0 0-5 16,2-12 10-16,-2 12 0 0,0 0-4 0,0 0-6 0,0 0 5 16,0 0-15-16,0 0 5 0,0 0-5 0,0 0 5 0,-2 0 10 15,1 6-15-15,-1 1 5 0,-3 4-5 0,0 2 5 0,2 5 10 0,-2 1-46 0,0 1-9 16,6-9-43-16,-1-11 17 0,0 10-11 0,3 2 5 16,-3-12-15-16,0 13-5 0,0-13 4 0,0 0-14 0,0 0-5 15,5 11 15-15,-5-11 48 0,0 0 25 0</inkml:trace>
  <inkml:trace contextRef="#ctx0" brushRef="#br0" timeOffset="-17113.63">30848 8506 240 0,'0'0'71'0,"2"-12"-4"0,-2 12-6 16,0 0 47 0,0 0-16-16,0 0 5 0,0 0-35 0,0 0-1 0,3 0-15 15,2 4-10-15,-2 2 0 0,0 3-1 0,1 5-4 16,-3 2-6-16,3 2 6 0,-3 3-16 0,1-8 16 0,1-2 0 0,-3 0 10 15,4 2 0-15,-3-4 10 0,-1-9 16 0,4 12-1 0,-4-12 11 16,0 0 0-16,0 0 5 0,0 0-1 0,0 0 1 0,0 0 11 16,0 0-7-16,0 0-59 0,0 0-27 0,0 0 0 15,0 0 0-15,0 0 0 0,0 0 0 0,0 0 0 0,0 0 0 16,0 0 0-16,0 0 0 0,0 0 0 0,3-4 0 16,0-4 0-16,2-1 0 0,0-5-113 0,2-2-20 15,1-3 5-15,-2-4-21 0,4-3 6 0,0 7 5 0,-1 4 10 16,1 3 5-16,0-1 20 0,-3 2 32 0,3 0 9 15,-10 11 6-15,10-7 15 0,-10 7 0 0,10-5 16 0,0 0-1 16,0 1 16-16,-1-1 5 0,-2 4 5 0,-7 1 0 0,0 0 0 16,0 0 0-16,14-2 0 0,-4 4 10 0,-10-2 5 0,0 0 16 15,0 0 15-15,0 0 20 0,0 0 22 0,10 1-1 16,-10-1 0-16,0 0-26 0,3 6-10 0,0 2-10 0,-1-1 0 16,-2 4 0-16,-3 0-21 0,-4 3 1 0,0 1-16 0,-3 0 11 15,3-5-21-15,-1 5 15 0,1-2-20 0,-1 0 20 16,3-2-10-16,0-1 5 0,0 1-15 0,5-11 15 0,-2 10-15 15,-1 0 10-15,3-10-5 0,-1 11 15 0,1-11-5 0,1 9 0 16,2 0-5-16,-3-9 10 0,0 0-5 0,5 9 1 16,0-3-6-16,-5-6 0 0,7 5-11 0,2-1 16 0,2-3-5 15,1-1 6-15,-2-1-6 0,0-1 0 0,-10 2 0 16,10-7 0-16,1 2 0 0,-2-1 0 0,-3-1 0 0,2-1 10 16,-1-3-5-16,-2 0 0 0,5 0-5 0,-5 0 0 0,1-2-10 15,-2 2 15-15,1-1-5 0,0 0 5 0,-2 4-5 16,-3 8 20-16,0 0 21 0,0 0 5 0,0 0 0 0,0 0-26 15,0 0 1-15,0 0-16 0,0 0-10 0,0 0 0 0,0 0 0 16,0 0 5-16,0 0 10 0,0 0-15 0,0 0 5 0,-2 0-5 16,-3 2 5-16,0 6 0 0,-1 0 0 0,-2 2 0 15,-1 5 0-15,1 0 0 0,0 1-10 0,6-5-36 0,2-11-31 16,-2 10-10-16,2-1 10 0,0-9-10 0,0 0-5 0,2 9-41 16,-2-9-5-16,0 0-31 0,0 0-5 0,5 8-41 0,0-1 110 15,-5-7 53-15,8 5 26 0</inkml:trace>
  <inkml:trace contextRef="#ctx0" brushRef="#br0" timeOffset="-16232.66">31324 8458 480 0,'0'0'72'0,"-2"-2"9"15,-3 2 7-15,-3 5 24 0,0 2-25 0,-2 3-20 0,-3 3-42 16,3-2-14-16,-3 7-1 0,8-10-5 0,0 4 0 0,0-3-15 15,5-9 15-15,-4 10-5 0,4-10-5 0,0 0 10 16,0 0-15-16,0 0 10 0,-4 10-5 0,4-10 15 0,0 0-5 16,0 8 0-16,0-8-5 0,0 0 0 0,0 0 0 0,0 0 0 15,0 0 0-15,4 9 0 0,-4-9 0 0,0 0 0 0,6 3 10 16,-6-3-15-16,8 0 5 0,0-2 5 0,5 0-10 16,-3-4 5-16,0-3-5 0,1-2 5 0,-4 3 10 0,2 0-5 15,-4-1 11-15,1-1-11 0,-1 1 10 0,-5 9-20 16,9-7 25-16,-9 7-4 0,0 0-11 0,8-7 15 0,-8 7-25 15,0 0 21-15,0 0-16 0,0 0-5 0,0 0 10 0,0 0-5 16,0 0 5-16,0 0-5 0,7 0 0 0,-7 0 0 0,0 0 10 16,3 2-15-16,2 3 5 0,0 2-5 0,-2 3 5 0,-3-10-10 15,2 13 15-15,-2-13-5 0,0 0 15 0,0 0-20 0,0 0 5 16,0 0-5-16,0 0 15 0,0 0-15 0,0 0 15 16,0 0-20-16,0 0 20 0,0 0-20 0,0 0 20 0,0 0-20 15,0 0 20-15,0 0-20 0,7 3 10 0,-2 1-5 0,1-6 5 16,1-4 10-16,1-3-15 0,0 1 5 0,2-2 5 15,-10 10-10-15,0 0 5 0,0 0-5 0,0 0 5 0,0 0-10 16,0 0 5-16,12-11-11 0,-12 11 21 0,0 0-15 0,0 0 20 16,0 0-20-16,0 0 20 0,4 3-20 0,0 2 10 0,1 2-5 15,-2 2 5-15,-3-9 0 0,3 11 0 0,1 0 0 16,-4-11 0-16,3 11 0 0,-3-11 0 0,0 0 0 0,0 0 0 16,0 0 0-16,0 0 20 0,0 0 1 0,3 15-6 0,6-10-9 15,-3-2 4-15,4-2-5 0,-1-1 0 0,-2-1-5 0,3-3 0 16,3-1 0-16,-6-2 10 0,2-1-15 0,-2 3 5 15,1-2 5-15,-1 1 0 0,1-3-10 0,-1 1 10 16,-7 8-15-16,5-7 10 0,1-2-5 0,-6 9 15 0,8-7-15 16,-8 7 5-16,0 0-5 0,0 0-5 0,0 0-6 0,0 0-15 15,0 0 16-15,0 0-5 0,0 0 15 0,0 0 0 0,0 0 5 0,-3 2 0 16,2 1 0-16,-3 3 0 0,0 1 0 0,-4 2-11 16,-1 5 16-16,2-1-5 0,-2 5 6 0,9-18-17 0,0 0 16 15,-4 8-15-15,1 2 20 0,3-10-20 0,0 0 10 0,0 0 5 16,0 0 0-16,0 0 1 0,0 0 4 0,0 0-5 15,0 0 20-15,0 0-15 0,0 0 11 0,0 0-26 0,0 0 5 16,3 5 5-16,2-2 0 0,3-1 1 0,2-4-6 0,0-1 10 16,3-3-15-16,1-5 15 0,2 0-10 0,-6 1 5 15,0-1-5-15,-1 0-10 0,1-4 15 0,0 2-15 0,-1-2 10 16,2 2-5-16,-2-3 5 0,1 2 0 0,0-1 10 16,0 1-15-16,-1 2 5 0,0 1-5 0,-9 11 15 0,0 0-15 0,0 0 25 15,0 0-15-15,0 0 6 0,0 0-1 0,0 0 5 16,0 0 26-16,0 0 0 0,5 0 15 0,-2 2 0 0,-3 7-4 15,0 0-6-15,0 4-5 0,-3 5-11 0,0 2-4 0,-2-1-16 16,1-5-4-16,2 0-6 0,2-3 0 0,-2 3 0 0,2-3 0 0,0-11 0 0,-1 11 0 0,1-11 0 16,3 10 0-16,-2 0 0 0,0 0 0 0,-1-10-11 15,0 0 6-15,4 11-21 0,-3-1-25 0,-1-10-21 0,0 0-30 16,0 0-21-16,5 11-25 0,-5-11-21 0,0 0 0 0,0 0 0 16,0 0-4-16,0 0-37 0,0 0 95 0,0 0 57 0,0 0 29 31</inkml:trace>
  <inkml:trace contextRef="#ctx0" brushRef="#br0" timeOffset="-16071.9">31663 8462 690 0,'-10'-2'102'15,"-2"0"-50"-15,12 2 9 0,0 0 6 0,0 0-1 16,0 0-15-16,0 0-5 0,0 0-5 0,0 0-21 0,0 0-9 16,0 0-11-16,0 0 10 0,0 0-15 0,2-2 5 15,1-1-15-15,4 1-11 0,3-2-41 0,5-1-50 0,6-3-42 16,4 4 0-16,5-2-5 0,-12 1-4 0,-1 1-1 15,3-1 85-15,-3 1 42 0</inkml:trace>
  <inkml:trace contextRef="#ctx0" brushRef="#br0" timeOffset="-15268.77">31907 8503 0 0,'-12'6'316'16,"12"-6"-224"-16,-10 8 1 0,10-8 4 0,0 0 5 0,0 0-30 15,0 0-16-15,0 0-36 0,-13 6 1 0,13-6-6 0,0 0 6 16,0 0 20-16,0 0-10 0,0 0-1 0,0 0-19 15,0 0 4-15,0 0-10 0,0 1 0 0,5-1 5 0,4-1-15 16,-1-3 15-16,2-2 0 0,-1 1-9 0,8-4-1 0,-5-1 5 16,-12 10-10-16,0 0 5 0,6-8 5 0,-1-2 0 15,-3 0 0-15,3 0-15 0,-5 10 15 0,2-11 5 0,-2 11 0 0,0 0 6 0,1-10-11 16,-1 10-10-16,0 0-11 0,-8-10 6 16,3 3 5-16,-4 3 5 0,-2 4 0 0,-2 2-10 15,0 3 5-15,-5 4 0 0,2 1 5 0,3 3 0 0,3 1 0 16,-2 1-11-16,1-1 16 0,2-1-5 0,-1 1 6 0,2 1-6 0,2-3 0 15,2-1 0-15,4-11 0 0,-5 10 0 0,2 1-11 16,3-11-4-16,0 0-5 0,0 0-1 0,-2 10 1 0,2-10-1 0,0 0 1 0,0 0-1 0,0 0 11 16,3 10 5-16,3-5 5 0,0 0 0 0,2-2 0 0,1-2 0 15,1-4 10-15,1 1-15 0,4-4 5 0,-15 6-5 16,7-8 5-16,6 2 10 0,-3-3-15 0,0 2 5 0,-3-3-5 16,5 0 5-16,-3 0 0 0,-1-1-10 0,3 1 15 15,-5 0-5-15,3 0 5 0,-9 10-5 0,8-7-10 0,-8 7 5 16,0 0 10-1,0 0 0-15,0 0 0 0,0 0 5 0,0 0 5 16,0 0-4-16,12-3 25 0,-6 6 20 0,-1 2-10 0,0 1 0 16,-1 4 0-16,-4 2-10 0,1 6 5 0,-2-1-5 15,-1-3-16-15,0-3-9 0,2-11 9 0,0 12 0 0,0 1 26 16,-1-3 5-16,1-10 11 0,0 0-11 0,0 11 5 0,0-11 11 16,0 0-1-16,0 0 11 0,0 0-20 0,1 10 14 0,-1-10 1 15,0 0-51-15,0 0-21 0,0 0 0 0,0 0 0 0,0 0 0 0,0 0 0 0,0 0 0 0,0 0 0 16,0 0 0-16,0 0 0 0,0 0 0 0,0 0 0 0,3-2 0 15,-1-4 0-15,2-1-93 0,0-4-50 0,3-4 10 0,1-3 20 16,2-4 31-16,2-3 6 0,0 7 9 0,0 2 11 16,2-2 9-16,1 5 27 0,1-2 0 0,-1 1 15 15,0 3 10-15,-3 1 0 16,3 3 0-16,-2 0-5 0,-2 4 10 0,-11 3 5 16,0 0 27-16,0 0 19 0,0 0 15 0,0 0 37 0,0 0-5 0,0 0 4 0,0 0-50 0,0 0-1 0,0 0-20 15,0 0 25-15,6 2-14 0,-6-2-31 0,2 8-21 0,-2-1 0 16,-3 3 0-16,-2 1 0 0,-1 0 0 0,-3 2 0 15,9-13 0-15,-9 13 0 0,9-13 0 0,0 0 0 0,0 0 0 16,-5 8 0-16,5-8 0 0,-5 8 0 0,5-8 0 0,-1 9 0 16,0 1 0-16,1-10 0 0,1 10 0 15,-1-10 0-15,1 12 0 0,2-2 0 0,-1 1 0 0,3-1 0 16,-5-10 0-16,4 11 0 0,0-2 0 0,-4-9 0 0,5 10 0 16,-5-10 0-16,6 8 0 0,-6-8 0 15,0 0 0-15,5 7 0 0,-5-7 0 0,0 0 0 16,0 0 0-16,0 0 0 0,6 7 0 0,-6-7 0 0,0 0 0 15,0 0 0-15,0 0 0 0,0 0 0 0,4 10 0 0,-4-10 0 0,0 0 0 16,0 0 0-16,-1 8 0 0,-2 0 0 0,0-1 0 0,-2-1 0 0,-4 0 0 0,-4 0 0 16,-2-1 0-16,4-1-26 0,1-2-138 0,0-2-36 0,-1 3-30 15,0-2-51-15,-1 3-68 0,12-4-70 0,-12 0 230 0,0-1 94 16,0-1 48-16</inkml:trace>
  <inkml:trace contextRef="#ctx0" brushRef="#br0" timeOffset="-4676.51">30538 8915 414 0,'0'0'66'0,"0"0"-25"0,0 0 15 15,6 6 11-15,-6-6-11 0,0 5-20 0,-1 5-21 0,-4 0-9 16,0 3-6-16,-4 4 10 0,-3 0-15 0,-3 3 5 16,2-5-5-16,6 2-16 0,-4 0-10 0,2 2-20 0,0-3-5 15,2-2 15-15,-1 2 0 0,3-4 26 0,-1 2 5 16,1-3 10-16,3 0 0 0,2-11 0 0,0 0 0 0,-5 8 0 16,5-8-11-16,0 0 16 0,0 0 16 0,0 0 15 0,0 0 5 15,0 0 0-15,0 0-11 0,0 0-4 0,0 0-16 0,0 0 5 16,0 0 0-16,0 0 6 0,0 0 10 0,0 0 5 0,0 0-6 15,0 0 6-15,0 0 0 0,0 0 15 0,0 0-15 0,0 0 15 16,0 0-20-16,0 0 10 0,0 0-26 0,2-2 16 0,2 1-11 16,2-5 6-16,0 1 5 0,3-2-6 0,1-2 11 15,0-2-10-15,3-2-1 0,-3 12 6 0,-1-5-6 16,1 5-9-16,3-2-1 0,-2 1-10 0,2 2 21 0,2-3-16 16,0 2 11-16,-2 0-6 0,2 2-15 0,-2-2 0 0,1 2 5 15,-2-1-10-15,0-1 15 0,1 2-20 0,-3 0 20 16,0 0-20-16,0 1 10 0,-10-2-5 0,10 0 15 0,-10 0-15 15,0 0-5-15,0 0-52 0,10 0-20 0,-10 0-30 0,0 0-26 16,0 0-6-16,0 0-4 0,0 0-36 0,0 0-31 0,0 0 3 16,0 0 106-16,0 0 53 0</inkml:trace>
  <inkml:trace contextRef="#ctx0" brushRef="#br0" timeOffset="-3914.38">30884 8978 393 0,'0'0'118'0,"0"0"-16"0,0 0 26 15,0 0-15-15,0 0-21 0,0 0-41 0,0 0-30 0,0 0 4 16,0 0 6-16,0 0 10 0,0 0 20 0,0 0-9 0,0 0 9 16,0 0-15-16,5 5 0 0,0-1-5 0,5 1 0 15,1-3 0-15,2 1-11 0,2-3-4 0,-4-2-16 16,5 0 6-16,-5 1-11 0,-1 1 0 0,3-2-5 0,-2 0 0 15,-11 2 10-15,11 1-15 0,-11-1 5 0,10 0 5 0,0 1-10 0,-10-1-46 0,0 0-41 0,0 0-36 16,9 0-21-16,-9 0-19 0,0 0-12 0,0 0-35 16,0 0-25-16,0 0 51 0,0 0 94 0,0 0 48 0</inkml:trace>
  <inkml:trace contextRef="#ctx0" brushRef="#br0" timeOffset="-3729.79">30888 9088 526 0,'0'0'133'0,"0"0"-36"0,0 0 21 0,0 0 31 0,0 0-6 16,0 0-30-16,0 0-52 0,0 0-25 0,1 8-36 0,4 2 0 16,0-4-5-16,5 0 5 0,1-5-10 0,4 3-57 0,0-4-51 15,5 1-76-15,-6-2-62 0,2 0-67 0,-4 1 121 0,2-1 101 16,1 3 51-16</inkml:trace>
  <inkml:trace contextRef="#ctx0" brushRef="#br0" timeOffset="-1972.19">30612 9365 219 0,'10'-2'128'15,"1"0"-5"-15,-11 2 36 0,15 0-6 0,-15 0-10 0,0 0-35 16,0 0-26-16,0 0-16 0,15 2-4 0,-15-2-11 0,0 0-5 16,0 0 5-16,0 0 5 0,6-7-4 0,-6 7 4 0,0 0-10 15,0 0-10-15,0 0-21 0,5-7 1 0,-5 7-11 16,0 0 0-16,0 0 5 0,0 0-15 0,0 0 5 0,0-6-5 0,-2-1 5 0,-3 1-10 16,-4-1 15-16,-1-2-15 0,-5 3 20 0,0 3-20 15,-2 5-1-15,2-1 1 16,1-2 5-16,0 2 5 0,-1 1 0 0,0 3-10 15,1-1 5-15,2-1 0 0,-1 2 5 0,4-2 0 0,-1 5 0 0,10-8 0 0,-9 7-11 0,9-7 6 0,0 0 0 16,-5 8 5-16,5-8 0 0,-4 10 0 0,3-3 0 16,1-7 0-16,1 11 0 15,0-1 0-15,4 4 0 0,4-6 10 0,1 1-15 16,0 1 5-16,1-4-5 0,0 0 5 0,1 2 0 0,1-1 0 16,1-3 10-16,-1 2-15 0,-2 3 5 0,1-4-5 0,-2 1 5 15,3 1 10-15,-4-3-15 0,-2 4 15 0,3-2-20 16,-10-6 10-16,7 7-5 0,-7-7 5 0,3 8 0 0,-3-8 10 15,0 0-5-15,5 10 21 0,-5-2 5 0,0-8 9 0,-5 8-19 16,0 0-1-16,0-1-15 0,-5 0 11 0,1-1-11 16,-3-2 10-16,2 0 11 0,-1-2-1 0,2 2-9 0,-2-2-1 15,-2 0-10-15,1-2 1 0,0-2-6 0,2 2 0 0,-2-2-11 0,-1-1 16 16,2 1-5-16,0-2-5 0,1 4-21 0,-1-3-10 0,-2-1-35 16,13 4-16-16,0 0-15 0,-10-4-21 0,2 0-21 15,8 4-24-15,0 0-32 0,-8-6-35 0,8 6-21 0,0 0 44 16,0 0 106-16,0 0 53 0</inkml:trace>
  <inkml:trace contextRef="#ctx0" brushRef="#br0" timeOffset="-1771.45">30833 9375 490 0,'0'0'205'15,"0"0"-36"-15,0 0-21 0,0 0-10 0,0 0-10 0,0 0-25 16,0 0-11-16,12-5-30 0,-4-1-11 0,-8 6-21 0,10-4-4 15,-10 4-16-15,10-7-4 0,0 0-6 0,-2 4 0 0,4-1 0 16,0 3 0-16,-2-2 0 0,4 2 0 0,-3 0 0 0,0 0-41 16,2 1-21-16,-3 1-40 0,2 0-11 0,-1-1-10 15,-11 0-10-15,10 1-5 0,-10-1-26 0,10 3-30 0,-10-3-21 16,0 0 28-16,0 0 94 0,0 0 46 0</inkml:trace>
  <inkml:trace contextRef="#ctx0" brushRef="#br0" timeOffset="-1593.34">30816 9436 409 0,'0'0'133'0,"0"0"0"16,0 0 30-16,0 0 21 0,0 0-25 0,0 0-31 0,0 0-51 16,0 0-21-16,2 5-46 0,3-3-4 0,5 3-11 15,3-4 15-15,4 1-15 0,3-2-26 0,3-3-71 0,5-1-78 16,-7 4-65-16,0-1-52 0,3 2-5 0,-3-3 151 0,0 1 76 15</inkml:trace>
  <inkml:trace contextRef="#ctx0" brushRef="#br0" timeOffset="1356.97">30551 10001 496 0,'0'-10'214'0,"0"10"-50"0,-3-10 31 15,3 10-1-15,0 0 1 0,0 0-32 0,0 0-50 0,0 0-52 16,0 0-30-16,0 0-21 0,0 0 6 0,0 0-11 16,0 0 0-16,0 0-5 0,0 0-10 0,0 0 5 15,0 0 10-15,-7-7 0 0,-1 6 0 0,-2 1-15 16,-1 3 5-16,-2 5 0 0,1 1-6 0,-3 3 6 16,1 4-10-16,2-4 10 0,-1 1 0 0,1 2 5 0,-2-4 0 0,3 0-11 15,-3 3 16-15,4-3-15 0,-1 1 20 0,1-1-20 16,2-1 10-16,8-10-5 0,-7 9 5 0,1 1 0 0,6-10 0 15,0 0-10-15,0 0 15 0,-4 11-5 0,1-1-5 0,3-10 10 16,0 9-5-16,0-9 5 0,5 7-5 0,0 3 0 0,3-2 0 16,4-3 0-16,1-2 10 0,-2 0-5 0,7-1-10 0,-6-1 10 15,3-1-15-15,-4-2 20 0,4 2-20 0,-2-3 10 16,1 3-5-16,0-1 15 0,0-1-5 0,0 1 1 0,-2-3-6 16,5 1 0-16,-7 1 10 0,2 1-5 0,-12 1 0 15,0 0-5-15,9-4 20 0,-9 4 11 0,10-5 20 16,-10 5-4-16,0 0-1 0,0 0-15 0,0 0-31 15,5-9 0-15,-3 2 0 0,0-3 0 0,-4 0 0 0,-1 0 0 16,-1-2 0-16,-2-2 0 0,-3 0 0 0,6 3 0 16,-2 0 0-16,0-1 0 0,2-1 0 0,-2 2-26 0,0 0-82 15,2 0-9-15,-2 0-32 0,5 11 6 0,-5-10-26 0,3 0-36 16,2 10-25-16,0 0-46 0,-5-9-57 0,5 9 187 16,0 0 73-16,0 0 37 0</inkml:trace>
  <inkml:trace contextRef="#ctx0" brushRef="#br0" timeOffset="2192.6">30360 10031 695 0,'-15'-6'67'0,"0"-2"4"0,-1 1 52 0,2-2 36 15,3 3 10-15,11 6-31 0,-9-9-51 0,9 9-52 0,0 0-14 16,0 0-6-16,0 0 16 0,-5-10 5 0,5 10 15 0,2-8-5 15,6-1 0-15,2 2-15 0,7-1-6 0,2 4-4 16,3 1-11-16,2 3 6 0,1 0-11 0,0 1 0 0,-4 3-5 16,4 2 0-16,-4 0 0 0,2-2 0 0,1 6 0 0,-1-4 0 15,-1 1 10 1,-6 2-15-16,3 0 5 0,-4-1-5 0,-4 1 15 16,-1 0-15-16,-10-9 5 0,7 6-5 0,-3 5-16 0,-4-11-10 15,1 10 1-15,-1-10-6 0,-1 11-10 0,-4-1-20 16,-5 0-11-16,4 0-15 0,-5-1-6 0,-3-2 6 0,-1-2-5 15,2 0-10-15,-2-4-11 0,2-1-5 0,-2-1-10 0,0-4-5 0,0 3 5 0,2 0-5 16,-1 1-1-16,0-4 45 0,0 0 47 0,-1 0 23 16</inkml:trace>
  <inkml:trace contextRef="#ctx0" brushRef="#br0" timeOffset="2338.67">30387 10069 183 0,'-10'-4'118'0,"10"4"-31"0,0 0-20 16,0 0-21-16,0 0 15 0,0 0 42 0,0 0 24 16,0 0 6-16,0 0-36 0,-5 4 11 0,5-4-21 0,0 4 5 15,4 2-10-15,1 1-20 0,5 1-22 0,0 1-14 0,5 0-16 16,1 3 6-16,0-7-11 0,-1-1 0 0,0-1-5 15,1 0 0-15,2-1 0 0,-4 2 0 0,4 1-10 0,-1 0-57 0,-2-5-51 0,1 4-56 16,-2-1-41 0,-2 0-10-16,1-1-5 0,-1 0-16 0,2-2 111 15,-3 0 67-15,0 0 34 0</inkml:trace>
  <inkml:trace contextRef="#ctx0" brushRef="#br0" timeOffset="2527.56">30935 9918 649 0,'0'0'138'16,"0"0"-122"-16,0 0 14 0,0 0 11 0,0 0 21 0,0 0-11 16,0 0-16-16,3 3-9 0,-3 3-26 0,-3 3 0 15,-2 2-5-15,0 5 5 0,-5 4 0 0,-1 1 0 0,1 1 0 16,4-3 0-16,-1-1 0 0,0 0-10 16,2-1-26-16,0-1-5 0,2 1-25 0,0-2-26 0,-2 0-11 15,2-2-25-15,-1-3 5 0,-1 2-5 0,2-2-15 0,3-10 56 0,0 0 44 0,0 0 21 0</inkml:trace>
  <inkml:trace contextRef="#ctx0" brushRef="#br0" timeOffset="2849.77">30858 9944 332 0,'0'0'148'16,"0"0"-40"-16,0 0-31 0,0 0-11 0,0 0-25 15,0 0 0-15,0 0-5 0,0 0 5 0,0 0 0 0,0 0-11 16,0 0-4-16,0 0 4 0,0 0 17 0,6-2-1 15,3 7-11-15,-3 0 1 0,3 6-10 0,-1 6-1 0,2 4-14 16,-1 2 4-16,1 3-20 0,0-9 15 0,0-2-10 0,-1 2 6 0,-2 4 4 0,3-3 26 16,-1-2-6-16,-3-1 11 0,4-2 5 0,-4 2 31 0,2-2-6 15,-2-2 1-15,-6-11 10 0,0 0 0 0,0 0 5 16,6 10 15-16,-6-10-60 0,0 0-42 0,0 0 0 0,0 0 0 16,9 7 0-16,-9-7 0 0,0 0 0 0,0 0 0 0,0 0 0 15,0 0 0-15,6 0 0 0,-1-5 0 0,3-2 0 16,-2-6 0-16,0-3 0 0,-1-6 0 0,-1-5 0 0,-1-6 0 15,2 7 0-15,-3-1 0 16,3-2 0-16,-2-2 0 0,2 4 0 0,-2 1 0 0,0 3 0 16,-1 2-124-16,1 1-70 0,-3 20-21 0,1-18-26 15,-2 5-35-15,1 13-21 0,0 0-51 0,0 0 172 0,0 0 88 16,0 0 44-16</inkml:trace>
  <inkml:trace contextRef="#ctx0" brushRef="#br0" timeOffset="3110.16">31407 10032 644 0,'-1'4'128'0,"-8"-2"-46"16,4 0 46-16,-6-5 72 0,1 4-1 15,-3 1-30-15,-2 1-62 0,15-3-40 0,0 0-52 0,0 0 0 16,0 0-15-16,0 0 16 0,0 0 20 0,0 0 15 15,0 0 10-15,0 0 1 0,0 0-11 0,-9-1-35 0,17 0-16 16,4 0 0-16,0-1 0 0,3 0 0 0,3-1 0 0,5 1 0 16,0-3 0-16,-5 1 0 0,-1 3 0 0,-2 0 0 15,-1 0-57-15,1-1-96 0,-2 2-47 0,-2 3-30 0,-11-3-11 16,0 0-25-16,0 0-21 0,0 0-36 0,0 0 178 0,0 0 72 0,0 0 37 16</inkml:trace>
  <inkml:trace contextRef="#ctx0" brushRef="#br0" timeOffset="3295.25">31292 10140 603 0,'-14'3'159'0,"14"-3"-78"0,0 0 1 0,0 0-15 0,0 0 20 0,0 0 25 0,0 0 21 0,0 0 21 0,0 0-26 16,0 0-10-16,3 6-26 0,2 0-5 0,1-2-36 0,8-2-25 16,-1 1-21-16,7-2 5 0,2-1-15 0,5 1 5 15,-8-2-36-15,3 0-51 0,1-1-77 0,-2-2-61 0,1 2-41 16,0 0-36-16,-1 2-76 0,0-1 112 0,-2 2 133 15,-1-2 66-15</inkml:trace>
  <inkml:trace contextRef="#ctx0" brushRef="#br0" timeOffset="4949.92">32006 9983 321 0,'2'-12'149'0,"1"3"-1"0,-3 9 21 0,0 0 10 0,0 0-15 16,0 0-21-16,0 0-25 0,0 0-31 0,2-12-25 0,-2 12-27 15,0 0-19-15,0 0-1 0,0 0 0 0,0 0-4 0,0 0-6 16,0 0-5-16,0 0-10 0,0 0 15 0,-2 2-5 0,2-2 5 16,-3 0-5-16,-4 5 0 0,2 1 0 0,-4 2 0 0,2 2 0 0,-3 3 10 15,3 3-15-15,7-16 5 0,-3 7-5 0,-2 3-5 0,5-10 15 16,-2 10-5-16,2-10-5 0,-1 11 0 0,-1 1 10 0,2-1 0 31,0-11 0-31,0 12-5 0,2 1-10 0,1-4 5 0,-1 1 10 16,1 2-10-16,2-4 5 0,0 1 5 0,1 1-10 15,-4-2 15-15,-2-8-20 0,7 8 20 0,-7-8-20 0,5 11 10 0,-2-1-5 16,4 0 5-16,-1-1 10 0,-6-9-5 0,5 8 0 0,-5-8-15 16,7 10 15-16,-2-1-15 0,-5-9 10 0,0 0-5 0,5 9 5 15,-5-9 10-15,0 0-15 0,5 8 5 0,-5-8-5 16,3 9 5-16,-3 1 10 0,0-10-5 0,-1 10 0 0,1-10-5 16,0 0 10-16,0 0 16 0,0 0 9 0,-4 10-14 0,-1-3-1 15,5-7-15-15,-6 6-10 0,-3-1 10 0,-1 3-5 0,10-8-5 16,-10 1 10-16,0-1-5 0,-3 0-5 0,5-2-20 0,8 2-31 0,-12-4-26 15,2 3-36-15,-1-2-36 0,1-3-30 0,-1 2-26 0,11 4-30 16,0 0-36 0,-11-5 74-16,0-2 101 0,11 7 50 0</inkml:trace>
  <inkml:trace contextRef="#ctx0" brushRef="#br0" timeOffset="5131.15">31950 10014 961 0,'10'-7'149'0,"-10"7"-31"0,0 0 25 16,0 0 46-16,5-6-5 0,6 1-15 0,0 4-62 15,-2-1-80-15,1 0-27 0,0 1 0 0,1 1 0 0,2 1 0 16,2-1 0-16,-3 0 0 0,4-1 0 0,2 2 0 16,-1-2 0-16,2 0-77 0,-2 1-144 0,2-1-76 0,-3 1-35 15,3-2-57-15,-3 2 23 0,-1-2 183 0,-2 1 92 0</inkml:trace>
  <inkml:trace contextRef="#ctx0" brushRef="#br0" timeOffset="6819.65">30346 10708 715 0,'0'0'129'16,"0"0"-7"-1,0 0 22-15,5-8 45 0,-5 8 0 0,5-9-25 16,-5 9-67-16,0 0-35 0,4-10-32 0,-4 10-4 0,0 0-6 15,0 0-9-15,0 0-6 0,0 0-5 0,0 0 0 0,0 0-10 0,0 0 15 16,0 0-5-16,0 0 5 0,-5-6-15 0,-2 4 15 0,-3 5-15 16,0 4 10-16,-3 2-5 0,0 3 5 0,-2 3 0 15,-3 4 0-15,8-5 0 0,-2-3 10 0,-1 1-15 0,1-2 5 16,5 2-5-16,-6-3 5 0,7 0 0 0,-3 0 0 0,9-9 10 0,-5 8-15 0,5-8 5 16,-5 9-16-16,4 0 21 0,1-9-15 0,-1 7 10 15,1-7-5-15,0 0 15 0,2 10-15 0,6 0 5 0,-1-3-5 16,2-1 5-16,2-2 0 0,3 1 0 0,2-4 0 0,-2 1 0 15,1-5 0-15,-1 2 0 0,1 0 0 0,0-1 0 16,0 1 0 0,0-3 10-16,-2 2-5 0,1-4-10 0,0 5 0 0,-3-2 10 15,2 1 0-15,-13 2-10 0,0 0 10 0,10-5-5 16,-10 5 16-16,0 0-1 0,7-7-5 0,-1 0 6 0,-6 7 9 0,8-7 1 16,-8 7-1-16,0 0-14 0,1-7 4 0,-1-3-10 15,-4-1 1-15,3 0-6 0,-3-3 0 0,-1 1 0 0,-1 2 0 16,0 0 0-16,2-2 0 0,-1 1 0 0,5 12 0 0,-6-13 0 15,0 0-1-15,-2 2-76 0,3 1-35 0,0-3-21 16,5 13-21-16,-5-10-4 0,3-1-27 0,2 11 1 0,0 0-26 0,-5-10-5 0,5 10-10 0,0 0 28 16,0 0 99-16,0 0 49 0</inkml:trace>
  <inkml:trace contextRef="#ctx0" brushRef="#br0" timeOffset="7135.96">30428 10657 260 0,'0'0'113'16,"15"7"-1"-16,-15-7-4 15,0 0 20-15,0 0-26 0,0 0 6 0,0 0-22 16,0 0-9-16,0 0 0 0,0 0-10 0,0 0 9 0,8-4-9 16,-8 4-21-16,7-3 5 0,3 2-10 0,-10 1 5 0,9-1-26 15,-2-2 11-15,-7 3-21 0,10-6 1 0,0 4-1 0,0-1-5 16,-10 3 11-16,12 1 9 0,-4 6 0 0,4-2 1 16,-2 2 5-16,1 0 25 0,-1 2 6 0,2 5 14 0,-4 2-40 15,4 4-5-15,0-5-26 0,-1 5 1 0,-3 2-6 0,5 1 0 0,-3-2 0 16,1-1 0-16,3-4 0 0,-3 2 0 0,-1-1 0 15,1-1 0-15,-1-3 0 0,0-2 0 0,-5 0 0 16,4 0 0-16,-4 2 0 0,-5-13 0 0,0 0 0 16,4 10 0-16,-4-10 0 0,0 0 0 0,0 0 0 0,0 0 0 0,4 8 0 0,-4-8 0 15,0 0 0-15,0 0 0 0,0 0-62 0,0 0-41 0,0 0-4 16,0 0-26-16,0 0-15 0,0 0-26 0,0 0-5 0,0 0-16 0,0 0-5 0,-3 1-35 16,1-4-26-16,-2-3 136 0,-4-3 62 0,1-2 32 15</inkml:trace>
  <inkml:trace contextRef="#ctx0" brushRef="#br0" timeOffset="7479.34">30784 10656 0 0,'0'0'419'0,"0"0"-250"0,11-4 5 16,-11 4 10-16,0 0-10 0,0 0-26 0,0 0-25 0,10-3-15 15,-10 3-37-15,0 0 6 0,0 0-15 0,0 0-17 16,0 0-24-16,0 0-16 0,5 3-5 0,-5-3 0 0,0 0 0 16,-1 5 0-16,-2 3 0 0,-3 3 0 0,-5-2 0 0,-4 3 0 15,-5 2 0-15,-4 4 0 16,3-3 0-16,-1 0 0 0,2 0 0 0,-4-1 0 15,4-1 0-15,-1 3 0 0,1-2 0 0,-1 0-10 0,1-3 15 0,2 1-5 0,-1-1 5 0,3-1-5 16,3 0 0-16,0-4-51 0,13-6-26 0,0 0-25 0,-9 10-31 16,9-10 5-16,0 0-16 0,0 0-24 0,0 0-1 0,0 0-36 15,0 0-5-15,0 0 13 0,0 0 99 0,0 4 49 0</inkml:trace>
  <inkml:trace contextRef="#ctx0" brushRef="#br0" timeOffset="7721.21">30939 10707 997 0,'0'0'179'0,"0"0"-71"0,0 0 55 0,0 0 21 16,0 0-20-16,0 0-46 0,0 0-26 0,0 0-50 15,0 0-42-15,0 0 0 0,10-5 0 0,0 4 0 0,1-5 0 16,-1 3 0-16,1 2 0 0,5-2 0 0,-2 1 0 0,1-3 0 15,1 5 0-15,-1-4 0 0,2 7 0 0,-1-2-1 16,1-2-111-16,-4 2-16 0,5-2-26 0,-5 3-14 0,2-1-22 16,-3 1-20-16,0-1-30 15,-12-1-6-15,0 0-15 0,0 0 92 0,12 0 85 0,-12 0 42 16</inkml:trace>
  <inkml:trace contextRef="#ctx0" brushRef="#br0" timeOffset="7922.59">30943 10810 639 0,'-10'5'194'0,"10"-5"-40"0,0 0-36 15,0 0 5-15,0 0-11 0,0 0 21 0,0 0 15 0,0 0-10 16,0 0-25-16,0 7-31 0,2-2-36 0,8-1-15 16,4 0-21-16,2-3-15 0,5 3 10 0,5-3-5 0,6 1-15 15,-7-4-57-15,-3 1-71 0,4-1-52 0,0 1-45 16,1 0-47-16,-4-2-45 15,1 2-68-15,2-4 221 0,-1 4 90 0,4 1 44 16</inkml:trace>
  <inkml:trace contextRef="#ctx0" brushRef="#br0" timeOffset="8754.19">31668 10619 649 0,'0'0'169'0,"5"-8"-10"16,-5 8 5-16,8-8 15 0,-8 8-10 0,0 0-21 0,0 0-36 15,0 0-50-15,0 0-16 0,0 0 0 0,0 0-10 0,0 0-6 16,0 0-9-16,0 0-11 0,0 0 6 0,7 1-11 0,-5 3 0 0,2 4-5 16,-3 4 0-16,-2 2 0 0,-3 4 10 0,-1 4-15 15,0 4 15-15,-2-6-20 0,-1 0 20 0,-1-5-10 0,1 2-15 0,0 0-16 0,-1 1-10 16,3-2 10-16,-3-2 16 0,3-2 10 0,0 0-5 15,0 2 15-15,0-2-15 0,1-2 10 0,5-10-5 0,0 0 5 16,0 0 10-16,0 0-5 0,0 0-10 0,0 0 0 0,0 0 0 16,0 0 5-16,0 0 10 0,0 0-15 0,0 0 15 0,0 0-10 15,0 0 15-15,0 0-20 0,0 0 25 0,0 0-25 0,0 0 21 16,0 0-6-16,0 0 0 16,0 0 16-16,0 0-6 0,0 0 6 0,0 0-10 15,3 5-16-15,5-1 0 0,0-5 0 0,5 2 0 0,2-5 0 0,0 2 0 0,4-2 0 0,3-5 0 0,-8 6 0 16,1 0 0-16,2 2 0 0,-1-3 0 0,-1 2 0 15,2-2 0-15,-1 0 0 0,-5 4 0 0,4-2 0 0,-1 3 0 16,-2-3 0-16,-12 2 0 0,0 0 0 0,10-2 0 0,-10 2 0 16,13-2 0-16,-13 2 0 0,0 0 0 15,0 0 0-15,0 0 0 0,0 0 0 0,0 0 0 16,0 0 0-16,0 0 0 0,0 0-103 0,0 0-76 0,0 0-51 16,0 0-21-16,0 0-46 0,0 0-36 0,0 0 6 0,-3-1 163 15,-2-2 82-15</inkml:trace>
  <inkml:trace contextRef="#ctx0" brushRef="#br0" timeOffset="9270.2">32154 10639 475 0,'0'0'200'0,"0"0"-26"0,0 0-11 0,8-8-25 0,-8 8-10 15,0 0-5-15,0 0-20 0,0 0-11 0,0 0-20 16,0 0-16-16,0 0-21 0,0 0-19 0,0 0 9 0,0 0-4 15,0 0 25-15,0 0 5 0,0 0 11 0,0 0-21 0,2 6-21 0,-2 3-14 0,-1 5-6 0,-3 1 0 0,-2 5 0 16,-3 4 0-16,-2 4 0 0,-1 1 0 0,2-9 0 0,1-1 0 16,-1 1 0-16,1 1 0 15,-1-3 0-15,2 3 0 0,-1 1 0 0,-1-4 0 0,1 0-52 16,2-1-20-16,-2 1-20 0,-1-1-5 0,2-1-15 0,1-3-17 16,-2 1-29-16,0 1-16 0,1-1-41 0,-5-1-26 15,13-13-30-15,-10 8 54 0,-1 2 108 0,11-10 55 16</inkml:trace>
  <inkml:trace contextRef="#ctx0" brushRef="#br0" timeOffset="9502.52">32283 10795 808 0,'0'0'138'0,"0"0"-15"0,0 0 20 16,0 0-15-16,0 0 0 0,0 0-52 15,0 0-14-15,0 0-42 0,1 1 1 0,-3 3-26 16,-3 3 15-16,0 5-20 0,-5 1 10 0,0 3 5 0,0 3 0 16,-5 2 1-16,7-7-37 0,0 2-26 0,0-1-20 15,1-2-15-15,0 2-15 0,2-4-11 0,-1 3-15 0,1-2-16 16,3 0 1-16,2-12 10 0,0 0 0 0,-4 12-11 0,1-2-29 16,3-10 106-16,0 0 36 0,0 0 18 15</inkml:trace>
  <inkml:trace contextRef="#ctx0" brushRef="#br0" timeOffset="9808.68">32191 10856 306 0,'0'0'113'0,"0"0"10"0,0 0 4 0,0 0 17 16,0 0-21-16,0 0-21 0,0 0-15 16,0 0 5-16,0 0-25 0,7-1-1 0,1 3-30 0,0 3 25 15,1 5-14-15,0 1 14 0,-1 4-15 0,4 2-10 0,-4 3-21 16,1-7 1-16,-3 0 19 0,2-2-15 0,-1-1 16 15,1 0-15-15,1 1-6 0,-3 1 11 0,1-4 5 0,1 0 20 16,1-3 15-16,-9-5 11 0,7 8-76 0,-7-8-1 16,0 0 0-16,0 0 0 0,0 0 0 0,5 8 0 0,-5-8 0 0,0 0 0 15,0 0 0-15,0 0 0 0,0 0 0 0,0 0 0 0,0 0 0 0,8-2 0 16,-2-2 0-16,-2-5 0 0,1-2 0 0,-3-2 0 0,1-4 0 16,-2-4 0-16,1-4 0 0,0 4 0 0,-1-1 0 15,1-2 0-15,1-1 0 0,-1 0 0 0,-2 2 0 0,5-2 0 16,-2-1 0-16,-1 4-42 0,-2 3-168 0,3 1-30 15,-3 18-21-15,2-14-31 0,-2 14-41 0,0 0-2 0,0 0 168 16,0 0 83-16</inkml:trace>
  <inkml:trace contextRef="#ctx0" brushRef="#br0" timeOffset="12053.25">32969 10719 1135 0,'0'0'31'0,"0"0"-31"16,0 0 31-16,0 0 15 0,0 0 56 0,0 0-31 0,7 9-4 16,-7-9-36-16,0 0-16 0,0 0-9 0,0 0-6 0,0 0 0 15,0 0 0-15,0 0 0 0,0 0 10 0,12 5-5 0,-3 4 0 16,-9-9-26-16,0 0-51 0,0 0-40 0,0 0-67 15,0 0-26-15,0 0-40 0,0 0-11 0,0 0 23 0,0 0 117 16,0 0 58-16</inkml:trace>
  <inkml:trace contextRef="#ctx0" brushRef="#br0" timeOffset="12284.63">32892 10928 618 0,'0'0'215'0,"5"11"-36"0,-5-11 6 16,0 0 19-16,0 0-19 0,1 10-22 0,2 1-45 0,-3-11-31 16,2 11-41-16,-3 0 1 0,1-11-47 0,-3 11 0 0,3-11 0 15,0 0 0-15,-1 10 0 0,-1 0 0 0,-2 1 0 16,4-11 0-16,0 0 0 0,-3 10 0 0,-2-1 0 0,-1 0-6 16,1-1-76-16,-2-1-25 0,-1 0-26 0,-2 0-16 0,0 0-19 15,-1-1-22-15,0 0-10 0,-2-2-15 0,0 3-36 16,-1-6-30-16,-2 3 148 0,-1 0 67 0,1 0 33 0</inkml:trace>
  <inkml:trace contextRef="#ctx0" brushRef="#br0" timeOffset="14372.09">29787 8969 219 0,'0'0'46'0,"0"0"-10"0,0 0-31 0,0 0 11 16,0 0-16-16,0 0 15 15,0 0 0-15,0 0 16 0,0 0-16 0,0 0 6 16,0 0 4-16,0 0-10 0,-4 0-4 0,2 3-1 0,-2 2-5 16,3 5 11-16,-3 2-1 0,3 4 5 0,-3 3 1 0,3 6 10 15,-3-9-6-15,4 4 1 0,-5 3-6 0,2 3-9 0,-2 2 4 16,0 4-10-16,-2 1 10 0,2 6-10 0,-1-1 1 0,1 4-6 16,-2-2 0-16,2 2 0 0,0 2 10 0,0-1 5 15,0 0 16-15,2 0-16 0,-2-1 16 0,1 1-21 0,0 1 11 16,1-4-16-16,0 0 10 0,1 1-10 0,2 1 1 15,-2-1 4-15,1 1-5 0,1-1 0 0,0 3-15 0,-2 2 15 16,2-1-15-16,-2 1 20 0,1 0-20 0,-1 0 20 0,2 0-10 16,0-1 5-16,-2-1 5 0,4-3-5 15,-2 0 1-15,0-2 4 0,3 0-5 0,-1 0-10 16,1-1 10-16,-1-1-5 0,3-1-5 0,-3 0 0 0,3 0 10 0,-2-1 0 0,3-1 0 0,-3-6-5 0,2 4 10 16,0-1-15-16,2-2 5 0,-2-1-5 0,0-2 5 0,3 2 0 15,-1-2 10-15,1 4-5 0,0-7 1 0,1 1-6 16,-3-2 0-16,4 0 0 0,1 2 0 0,-1-2 10 0,3 4-5 15,-2-3 0 1,0-1 5-16,3-4-5 0,-3 4 11 0,0-3-21 16,5 0 15-16,-2-3-10 0,0-2 5 0,2 1-5 0,2 0 10 15,0-2 5-15,4 2-5 0,-1-4 6 0,0-1-11 0,4 0 20 16,0-1-4-16,0-2 15 0,2-1 0 0,-2-2 5 16,1 1-11-16,3 0 6 0,1 0 0 0,1 0 5 15,1-3 0-15,0 3-11 0,3 0-4 0,0 0-26 0,1 0 10 16,0 0-10-16,0 0 16 0,4 0-21 0,-2 1 5 15,1-1 5-15,-2 0 0 0,3-1 0 0,-3 0-5 0,5-3 0 16,-4 1 20-16,5-2 11 0,-1 3 0 0,1-2 15 0,0 0-15 16,1 2 9-16,0-2-14 0,2 2-1 0,4-1-4 15,-3 3-1-15,-1-2 1 0,4-1-11 0,-2 0 6 0,0 0-1 16,1 0 16-16,-3-1-16 0,0 1-4 0,0-1-1 0,1 0-5 16,-4 0-10-16,4 1 10 0,0 1-5 0,-3 4 5 15,-2-4-5-15,0 1 10 0,0-2-5 0,-1 5-10 16,-2-4 10-16,-2 2-5 0,-2-1 6 0,0-4 4 0,1 3-5 15,-1-1 20-15,-1 2-4 0,-1-3-6 0,1 0-9 0,0 3-6 16,-1-2 0-16,1 3 0 0,-3-1 0 0,2 2 0 16,2-2 0-16,0 0 0 0,-2 0 0 0,1-3 0 0,0 0 0 15,-2 1 0-15,-3 0 0 0,-2-4 0 0,-2 4 0 0,-3-2 0 16,-2 1 0-16,-4-1 0 0,-1 0 0 0,0 0 0 16,-2-3 0-16,0 2 0 0,-1 0 0 0,-2 0 0 0,2 0 0 15,-1-1 0-15,-1 0 0 0,-10 2 0 0,10-5 0 16,0 1 0-16,2 0 0 0,0-2 0 0,0-1 0 0,-2-1 0 15,1-5 0-15,0 4 0 0,-1-1 0 0,-1-1 0 16,0-4 0-16,1-1 0 0,-1 1 0 0,1-2 0 0,1 2 0 16,0-6 0-16,5 3 0 0,-3-5 0 0,4-1 0 0,0 2 0 15,-1-9 0-15,7 5 0 0,1-6 0 0,1-1 0 16,1-5 0-16,8 6 0 0,-5-9 0 0,3 6 0 0,3 1 0 16,-12-3 0-16,2 3 0 0,-3 0 0 0,-1-1 0 15,-2-3 0-15,2 7 0 0,-3-9 0 0,0 2 0 0,4-3 0 16,-7 1 0-16,0-5 0 0,0 2 0 0,-1-2 0 15,-4 2 0-15,-3 0 0 0,1-3 0 0,4 6 0 0,-4-7 0 16,6 2 0-16,-10 2 0 0,0-2 0 0,4 1 0 0,1-5 0 16,-3 2 0-16,-3-5 0 0,1 4 0 0,-3-7 0 15,3 8 0-15,-3-1 0 0,-2-3 0 0,2 4 0 16,-4 3 0-16,5-2 0 0,-6 0 0 0,1 5 0 0,1-7 0 16,1 3 0-16,-4 2 0 0,-4-2 0 0,6-1 0 0,-5-1 0 15,0 4 0-15,1 0 0 0,-2 0 0 0,-4 1 0 16,3 6 0-16,4-6 0 0,-5 0 0 0,3 2 0 0,1-2 0 15,-5 2 0-15,0-1 0 0,7-2 0 0,-3-4 0 16,-4 7 0-16,0 1 0 0,-2 0 0 0,-3 2 0 0,2 1 0 16,-3 1 0-16,1 8 0 0,1-3 0 0,-3 2 0 0,-2 0 0 15,-6-3 0-15,4 5 0 0,1 0 0 0,-1 1 0 16,-3-3 0-16,-2-1 0 0,3 3 0 0,0 1 0 0,5 4 0 16,-2-3 0-16,-2-1 0 0,4 2 0 0,-2 2 0 15,-1 7 0-15,-1-5 0 0,1 0 0 0,-4 1 0 0,1-1 0 16,0 3 0-16,-4 0 0 0,-2-2 0 0,-1 2 0 15,-2 3 0-15,-2-2 0 0,-4 2 0 0,-1 1 0 0,-4 1 0 16,3 0 0-16,-1 2 0 0,0 0 0 0,2 1 0 0,-2 0 0 16,2 1 0-16,3 2 0 0,2 0 0 0,-3 1 0 15,2 2 0-15,-1-1 0 0,0 1 0 0,0-1 0 0,1 2 0 16,-2 1 0-16,-2 0 0 0,-2-3 0 0,-2 2 0 16,-3 0 0-16,-2 0 0 0,0 1 0 0,-1 0 0 0,-4 2 0 15,1-1 0-15,-1 3 0 0,1 0 0 0,-4 1 0 0,-2 0 0 16,2-1 0-16,-6-1 0 0,4 0 0 0,0 2 0 15,-3-2 0-15,-1 2 0 0,2 0 0 0,2 0 0 0,-1 3 0 16,1-3 0-16,1 2 0 0,2 1 0 0,2-1 0 16,1-1 0-16,1-1 0 0,3-1 0 0,2 1 0 15,2 1 0-15,2-1 0 0,1 0 0 0,2-2 0 0,3-1 0 16,-2 2 0-16,5-3 0 0,-3 1-180 0,3 0-306 0,1-1-159 16,2-2 277-16,-3 3 184 0,5 2 92 0</inkml:trace>
  <inkml:trace contextRef="#ctx0" brushRef="#br0" timeOffset="22569.46">30428 9160 0 0,'0'0'0'0,"-11"5"60"0,11-5-44 0,0 0-1 0,-10 2 0 15,10-2 16-15,0 0-5 0,0 0-11 0,0 0-9 0,0 0 4 0,0 0-5 0,0 0 10 0,0 0-10 0,0 0 11 0,0 0-11 16,0 0 10-16,0 0-10 0,0 0 11 16,0 0-11-16,0 0 10 0,0 0-20 0,0-3 15 0,0 3-10 15,4-4 6-15,1 2 4 0,2-4-15 0,6 2 15 16,-1-3-20-16,8 3 10 0,0 1-5 0,-4 3 15 0,1 0-15 15,1-1 5-15,2 1 5 0,3 0 0 0,1 1 0 0,1 1-15 16,2-2-67-16,-1 0-46 0,4 0 64 0,-4 2 30 16,1-4 14-16</inkml:trace>
  <inkml:trace contextRef="#ctx0" brushRef="#br0" timeOffset="26319.63">30848 10332 0 0,'0'0'158'0,"-10"-8"-107"0,10 8-26 16,0 0-14-16,0 0-11 0,0 0 0 0,0 0-10 0,0 0 15 16,-3-9-5-16,3-1-5 0,3 1 0 0,7-2 0 0,5 4 5 15,1-3 10-15,9 2-15 0,1 1 5 0,1 2 5 16,2 4 0-16,1-3 0 15,1 4-5-15,1 0 10 0,-2 1-5 16,-1 3 1-16,4 2-27 0,1-1-61 0,-2 0 0 0,4 4 41 16,0 0 21-16</inkml:trace>
  <inkml:trace contextRef="#ctx0" brushRef="#br0" timeOffset="33077.83">30231 12223 0 0,'0'0'142'0,"0"0"-70"0,0 0-15 0,0 0-12 0,-2 2-4 0,-1 3-10 0,1 4-6 16,0 3-14-16,2 7 14 0,0 7-15 0,-1 5 11 16,-3 6-26-16,2-5 15 0,-6 4-20 0,3 5 20 0,-2 7-10 15,-3 0 6-15,1 1-6 0,-3 7 0 0,-2 5 0 16,0-2-31-16,3 3 5 0,-4 2-15 0,3-1 15 0,-2 3 1 15,-1 2 15-15,5-5 5 0,0-1-5 16,4 1-26-16,-3-2-26 0,3-3 26 0,1-3 26 16,0-4-16-16,2-5-4 0,1-3-29 0,0-3 30 0,-1-4 14 15</inkml:trace>
  <inkml:trace contextRef="#ctx0" brushRef="#br0" timeOffset="33659.63">30402 12376 475 0,'5'-13'113'0,"-1"3"-118"0,-4 10 10 0,1-11-15 0,-1 11 10 0,3-10-5 15,-3 10 15-15,0 0-15 0,2-10 5 0,1 1-5 16,0 0 5-1,2 2 0-15,4 1 0 0,2 3 0 0,2-2 0 0,4 2 0 16,3 0 0-16,3-1-11 0,7 3 16 0,1 0-5 16,4-2 6-16,5 0-6 0,5 0 0 0,1 2 0 15,5 0-11-15,1-1 16 0,5 1-15 0,1-1-11 0,3 3-15 16,3-1 6-16,3 1 4 0,-3 0-5 0,5 1 6 0,-2-1-1 0,-1-1 16 0,-3 2 5 16,3-2 5-16,0 2 0 0,-7-2 0 0,-1 0 0 15,-2 2 0-15,-1 2 0 0,-3 1 0 0,-1-1 0 0,-5 1-10 16,-4-2 5-16,2 2 0 0,-4 1 5 0,-3 1 0 15,0-1 0-15,1 0 0 0,-3 3 0 0,-1 1 0 0,-3 1 0 16,2 2 0-16,-6 1 0 0,2 3-10 0,-2-2 5 0,-6 4 10 16,1 2-10-16,4 0-6 0,-6 1 21 0,2 3-5 0,-4 2 26 15,-2-2-41-15,-4 4 20 16,5-1-25-16,-2 0 15 0,-9 3 5 0,4 2 10 0,2-1-15 16,-5 3 0-16,-9 5-5 0,5-1 5 0,4 2-10 0,-8 4 25 0,-4-2-10 0,3 6 6 0,-5 0-22 15,5 4 16-15,-1-8-5 0,2 4 6 0,-6-1-17 16,4 3 16-16,6-3-5 0,-6-2 6 0,-2-2-6 0,9 0 0 15,1 1-11-15,-5-2 16 16,-6-2-5-16,-2-2 26 0,13 0 5 0,-5-5-21 16,-6 1 26-16,-4-2-16 0,6-1 1 0,-2-1 4 0,5-2 6 15,2-2 10-15,-4 0-10 0,5 0-16 0,5-3 1 0,-3-3-1 16,-5-2 5-16,3 0-10 0,1-3-15 0,-8 1 10 16,1-3-5-16,-6-2-5 0,9-1 10 0,-7 0-5 0,8-11-5 15,0 10 10-15,-9-1-5 0,9-9 6 0,0 0-37 16,0 0 5-16,-7 11-35 0,7-11-26 0,-6 8-36 0,6-8-36 15,-10 5 44-15,3-2 58 0,-11-1 28 0</inkml:trace>
  <inkml:trace contextRef="#ctx0" brushRef="#br0" timeOffset="34063.18">30113 13796 557 0,'12'10'108'0,"3"1"-113"16,-1-2 10-16,2-1 0 0,0-2-10 0,4-1 0 0,1 0 10 0,6 1 0 0,3-1 10 15,3 4-20-15,5-2 15 0,4 3-10 0,4 1 5 16,5-1-5 0,4 0 10-16,3-1-5 0,8 2 11 0,1-1-11 0,4-2 0 15,4 2-5-15,0 0 0 0,6 3 0 0,0-1 0 0,3 2 0 0,-3-2 0 0,7 2 0 0,-1 1 0 16,0-1 0-16,-2 4 10 0,-1-5-15 0,-2 1-5 0,-1 1-62 15,0 0-35-15,-3 0-52 16,-6 0-55-16,3-2 124 0,-1 1 45 0,2 0 23 16</inkml:trace>
  <inkml:trace contextRef="#ctx0" brushRef="#br0" timeOffset="41367.36">29638 8507 158 0,'-3'-11'5'0,"-1"-2"15"0,0 0 11 16,-2 4 20-16,-2-2-15 15,2 1 26-15,-3 2-27 0,9 8 1 0,-7-8-16 0,-1 0 1 16,8 8 10-16,-6-8 15 0,6 8 10 0,0 0-5 0,-5-10 6 16,-1 0-32-16,2 0 11 0,4 10-5 0,0 0 30 15,0 0 1-15,0 0-16 0,0 0-16 0,0 0-9 0,0 0-11 0,0 0-5 0,0 0-5 0,0 0 0 16,0 0 10-16,0 0-5 0,0 0-10 0,0 0 0 16,0 0 10-16,0 0 0 0,-10-1 11 0,0 1-21 0,3 2 15 15,-4 4-10-15,-2 4 5 0,2 6-15 0,-3 3 15 16,-2 2-15-16,5-5 20 0,2 3-10 0,-2-1 5 0,1 3-5 15,2-1 0-15,1-1-10 0,2-1 15 0,0 1-5 16,3 1 5-16,-1 0-5 0,3-2 0 0,3 0 0 0,1 2 0 16,-1-1 0-16,2 4 10 0,2-1-15 0,1-1 15 0,2 0-20 15,1 2 10-15,-1 0 5 0,0-2-10 0,4 3 5 16,-2-2-5-16,-2 0 5 0,3-1 0 0,-4 1 0 16,0-1 0-16,1 0 0 0,0 0 0 0,-1-1 10 15,-3 1-15-15,2 0 5 0,-2 2 5 0,-1-2-10 16,-3-1 15-16,2 0-20 0,-3-1 20 0,2 1-20 0,-6-2 20 0,3 1-10 15,-5-2 6-15,0 2-6 0,-1 1 0 0,-1-1 0 0,-2 1 0 16,-2-1 0-16,-3-1 0 0,3 0 0 0,-3-1 10 16,-1-1-15-16,-1 0 15 0,1-1-20 0,-1-2 20 0,-1-1 41 15,-1-1 0-15,0 2-5 0,-1-3-30 0,0-3 9 16,1 2-15-16,-3-2 1 0,2-1-21 0,2 1 15 0,3-1-5 16,0-2 5-16,2 0-5 0,12-4 0 0,0 0 0 0,0 0-10 15,0 0 15-15,-9 7-5 0,9-7-5 0,0 0 10 16,0 0-5-16,-5 8 5 0,2 2-5 0,5 0 0 15,-1 3 0-15,4-3 0 0,4 3-10 0,-2 2 5 0,3 0 0 16,0-3 5-16,0 2 0 0,-1 3 10 0,-2-1-5 0,3 3 0 0,-2 0-5 0,2 3 0 0,-3-1 0 16,0 3 0-16,0 0-10 0,-2 1 5 0,0 5 10 0,-2-1-10 15,-1-1 15-15,-1 2-10 0,1 1 5 0,-2 0-15 0,-2 0 5 16,1 4 10-16,-1-6 10 0,-3 5 36 0,5-1 15 16,-5 0-4-16,2 0-11 0,-2 2-10 0,0-3 0 0,0 2-10 15,-1-2-6-15,1 0 6 0,-3-2-6 0,1 1 1 16,-2 0-16-1,3 0-4-15,0 4 4 0,-2-7-15 0,2-1 15 0,-3 4-20 16,3-2 10-16,0 1-5 0,-3-4 5 0,4-5 0 16,-1 0 10-16,-3 0-5 0,3 2-10 0,1-6 0 0,-1 2 0 15,1-4 5-15,0-1 0 0,0 2-21 0,1-3-30 16,4 0-51-16,0-13-57 0,0 0-20 0,0 0-21 0,-1 13-20 16,1 0-26-16,1-4-15 0,3 2 80 0,1-2 90 0,-5-9 46 0</inkml:trace>
  <inkml:trace contextRef="#ctx0" brushRef="#br0" timeOffset="48763.24">31354 9369 66 0,'0'0'51'0,"0"0"10"16,0 0 1-16,0 0-11 0,0 0-26 0,0 0-4 16,0 0-6-16,0 0-15 0,0 0 10 0,0 0 0 0,0 0 1 15,0 0 4-15,0 0 0 0,0 0-4 0,0 0 4 0,0 0 11 0,0 0-1 0,0 0 11 16,0 0-21-16,0 0 16 0,0 0-21 0,0 0 11 15,0 0-6-15,0 0 16 0,0 0-6 16,0 0 1-16,0 0-6 0,0 0 1 0,0 0 10 0,0 0-6 16,0 0 1-16,0 0 5 0,7-8-6 0,-7 8 1 0,0 0-6 0,0 0-9 0,0 0 14 15,0 0-15-15,0 0 11 0,0 0-26 0,0 0 15 0,0 0-10 16,0 0-5-16,0 0 10 0,0 0-5 0,0 0 6 0,0 0-6 0,0 0 0 0,0 0 0 16,0 0 0-16,0 0 0 0,0 0 0 0,0 0 0 0,0 0 10 15,0 0-15-15,0 0 15 0,0 0 0 0,0 0 0 0,0 0-15 16,0 0 10-16,0 0-5 0,0 0 15 0,0 0-20 0,0 0 15 15,0 0-10-15,0 0 6 0,0 0-6 0,0 0 0 16,0 0 10-16,0 0-5 0,0 0 0 0,0 0 5 0,0 0 5 31,0 0-4-31,0 0 4 0,0 0-10 0,0 0 1 0,0 0 4 16,0 0 5-16,0 0-5 0,0 0 6 0,0 0-1 0,0 0-5 0,0 0 16 16,0 0-16-16,5-10 11 0,-5 10-6 0,0 0-5 15,0 0-4-15,0 0 4 0,0 0-5 0,0 0 0 0,0 0-5 16,0 0 0-16,0 0 0 0,0 0 0 0,0 0 0 0,0 0 0 15,0 0 10-15,0 0-5 0,0 0 11 0,7-10-1 0,-7 10-5 16,0 0 5-16,0 0 11 0,5-7-1 0,-5 7-9 0,0 0-1 0,0 0 0 0,0 0 6 0,0 0-1 16,0 0-9-16,0 0 4 0,0 0-10 0,0 0 11 0,5-7-11 15,-5 7 0-15,0 0-5 0,0 0 0 0,0 0 0 0,5-12 0 16,0 2 0-16,-5 10 0 0,0 0 0 0,0 0 0 16,0 0 0-16,4-11 0 0,-4 11 0 0,0 0 0 0,0 0 0 15,0 0 10 1,0 0-15-16,0 0 5 0,0 0 5 0,0 0-10 0,0 0 5 15,0 0-5-15,0 0 5 0,0 0 0 0,0 0 0 0,0 0 0 0,0 0 10 0,5-11-15 0,-5 11 5 0,0 0-5 16,0 0 5-16,0 0 0 0,0 0 0 0,0 0 0 0,0 0 0 16,0 0 0-16,0 0 0 0,0 0 0 0,0 0 0 15,0 0 0-15,0 0 10 0,0 0-5 0,0 0 1 0,0 0-6 16,0 0-11-16,0 0 6 0,0 0 0 0,0 0 5 0,0 0 0 16,0 0 0-16,0 0 0 0,0 0 0 0,0 0 0 15,0 0 10-15,0 0-15 0,0 0 15 0,0 0-20 0,0 0 10 16,2-10-5-16,-2 10 15 0,0 0-15 0,0 0 5 0,0 0-5 15,0 0 5-15,0 0 0 0,0 0 0 16,0 0 0-16,0 0 0 0,0 0 10 0,0 0-15 16,0 0 5-16,0 0-5 0,0 0 15 0,0 0-15 15,0 0 5-15,0 0-15 0,0 0 10 0,0 0-11 0,0 0-10 0,0 0-10 0,0 0-15 0,0 0-25 16,0 0-6-16,0 0-15 16,0 0-11-16,0 0 1 0,0 0-21 0,0 0-16 0,0 0-24 15,0 0-22-15,0 0 14 0,0 0 88 0,-5-5 44 0</inkml:trace>
  <inkml:trace contextRef="#ctx0" brushRef="#br0" timeOffset="49922.82">30402 9704 291 0,'0'0'41'15,"-10"5"0"-15,10-5 0 0,0 0 15 0,0 0-31 16,0 0 1-16,0 0-31 0,0 0 15 0,0 0-10 0,0 0 6 15,0 0-6-15,0 0 10 0,0 0-5 0,0 0 10 0,0 0 0 0,0 0 16 0,0 0-5 16,0 0 20-16,0 0-26 0,0 0 6 0,3 3-11 0,3 2-5 0,0-4 6 0,4 1 9 16,5-2-10-16,1-2 6 0,6 2 5 0,2 0-11 15,-9 2 6-15,2 0-16 0,3-1 10 0,-3 1 0 0,2-1 6 16,0-2-21-16,1 3 0 0,-1-1-5 0,-1-1 5 16,3-1 0-16,2-1 0 0,-5 0 0 0,1 1 0 0,-3 1 10 15,1-5-5-15,0 2-10 0,-1 0 0 0,0 1 0 0,-1-1 5 16,2-1 10-16,-2-1-15 15,-2 2 5-15,2-1 5 0,-2 0 0 0,-2 1 1 16,3-2-6-16,-4 0 0 0,0 0 0 16,1 1 10-16,-2-2-5 0,-9 6 10 0,10-8 0 0,0 1 6 15,2-2-11-15,-2 0-5 0,0 2-5 0,0-2 0 0,-1-1 0 16,0 0 10-16,-2 1-5 0,-1-1 1 0,1 0-6 0,-2-1 0 16,0-1 0-16,0 1 0 0,0-4 0 0,1 3 10 15,-4 1-5-15,1-2-10 0,-1 0 10 0,1-3-5 0,-1 1 5 0,0 1-15 0,-2-1 15 0,1 0-5 16,-1 0-5-16,0 1 0 0,-1 0 0 0,-3 2 5 15,3-3 0-15,-3 3 10 0,4 12-5 0,-4-9 0 0,-1-1-5 16,-2-3 0-16,-1 5 0 0,1 0-10 0,-3 1 15 0,0-1-15 16,-3 0 10-16,-1 3-16 0,3 0 11 0,-4 2 0 15,-2-1 5-15,-2 2 0 0,2-1 0 0,-3 2 0 0,-4 0-10 16,1 0 15 0,-2 1-5-16,-1 0 5 0,-3 0-5 0,3 0-10 0,-1 1 5 15,-1 1 0-15,2 2 5 0,-3 1 0 0,2-1 0 0,3 2-10 0,-3 0 15 0,3 3-15 0,-1 2 10 16,0 2-5-16,1 0 5 0,1-2 0 0,-1 8 0 15,-1 0-11-15,3 0 16 0,-2 2-5 0,1-2 6 0,1 2-6 16,1 1-11-16,3 3 6 0,0-5 0 0,3 0 5 0,-2-1 0 16,2 0 0-16,5-1 0 0,0-2-10 15,3 0 15-15,-1-4 5 0,2 2-10 0,1-2 10 0,0 1-10 16,4 1 6-16,0-2-17 0,1-1 6 0,0 0 10 16,0-11 0-16,1 11 1 0,3 1-6 0,-1-1 0 0,2 0 0 15,-5-11-11-15,5 9-4 0,3-1-16 0,-2 1-36 16,-6-9-30-16,9 9-41 0,-2-1-46 0,2-2-36 0,-9-6 100 15,8 8 60-15,-8-8 30 0</inkml:trace>
  <inkml:trace contextRef="#ctx0" brushRef="#br0" timeOffset="59109.35">31487 9325 214 0,'-7'-8'77'0,"7"8"-26"16,-8-4 5-16,-2 3 1 0,1 1-32 0,-4 0-14 0,0 5-11 15,3 3-11-15,10-8 6 0,-10 9 0 0,4 0 5 0,-1-3 10 16,1 5 16-16,-1-1 10 0,2 0-16 0,-2 0 1 0,1 3 4 15,-1 0 11-15,4-2 5 0,-1 1 0 0,3-2-11 0,-1 3 6 16,3 0 10-16,3 0 1 0,-1-2-1 0,2 0-5 0,0 0-21 16,2 3 1-16,0-4 4 0,-1 1 21 0,2-1-10 15,-2 0 5-15,0 0-5 0,2-4-16 0,1 0-9 0,-1-1-1 16,2-1-5-16,1 0 10 0,-1-3-10 0,0-2 11 16,0-2-11-16,0 2 10 0,0-3-10 0,-1-1 1 0,0-2 14 15,0-2-10-15,-2-3 1 0,1 0-1 16,-1 0-5-16,-1-3 0 0,-1-3 5 0,0 3-15 15,0-4 15-15,-1-2-10 0,-3 1 5 0,3-1-5 0,-3-1 0 0,-1-2 0 0,0 3 10 16,-1-2-25-16,0 1 20 0,-2 5-10 0,1 1 0 0,-2 2 10 16,-1 2-36-16,0 2-10 0,-1 0-20 0,6 10-21 15,-9-6-10-15,9 6 0 0,-10-4-5 0,0 2-11 16,-1 2-20-16,0 0-21 0,-1 3-9 0,0 1-26 16,2 2 102-16,0 1 41 0,2-1 21 0</inkml:trace>
  <inkml:trace contextRef="#ctx0" brushRef="#br0" timeOffset="130952.17">17861 16088 327 0,'-10'7'41'15,"-5"-4"-31"-15,0 0-15 0,-2 0 15 0,0 1-20 0,-2-1 20 16,-1 0-10-16,3 6 5 0,-2 1-5 15,3 1 0-15,-2 6 0 0,5 1 0 0,-2 3 0 0,1 5 0 16,0 5-10-16,1 1 5 0,0 4 10 0,-1 3 0 16,2 2 0-16,-1 1-15 0,2 4 15 0,0-3-5 0,2 3 5 15,2-1-5-15,-2 0 0 0,3 1 0 0,1 3-10 16,0 0 5-16,1 5 0 0,1 0 5 0,1 2 0 0,3 0 10 0,0 5-15 0,4-6 15 0,2-1-20 0,1-1 20 0,2 0-10 31,3-4 5-31,4-5 5 0,0 1-5 0,3-1 1 0,2-1 4 0,3-1-5 16,2-2 10-16,5-4 11 0,0 0-1 0,3-4 11 0,4-2-10 15,1-2-11-15,3-4 1 0,2-4-1 0,3-1-5 16,2-4-4-16,1-1-6 0,2-5 0 0,2-4 0 0,0-8 10 16,1 1-5-16,3-3 10 0,-1-8-10 0,0 3 21 0,0-7 4 15,-4-5 11-15,1-2 0 0,0-1-10 0,-1 1 5 16,-2-6 0-16,0-4 15 0,0-4-26 0,-2-1 11 0,-1 2-16 0,-1-4 6 0,0 0-6 16,-5-6-9-16,1 1 4 0,-3-2-20 15,-5 0 15-15,1-5-10 16,-6 3 6-16,0-4-6 0,-2 1 0 0,-4-4 10 15,-3 2-5-15,-1 2 0 0,-2-5-5 0,-3 4 10 0,-1-1-5 0,-3-2 1 0,-4-7 4 0,-2 2 5 0,-1-1-5 16,-5-1 16-16,-3-1 5 0,-3-1-1 0,-4 6 6 16,-5-2 0-16,0 3 15 0,-4 6 15 15,-2-2-9-15,-3 6-6 0,-2 0-20 0,-1 2-16 16,-4 3-9-16,0 5 4 0,-1 1-5 0,-3 7 10 0,-3 3-20 16,-2 1 5-16,0 7-5 0,-3 7-5 0,-3-2-6 15,1 2-25-15,-4 7-10 0,-1 1 0 0,-2 5 15 0,-1 4-10 16,-3 2 15-16,1 3 1 0,0 6 9 0,-3 5 1 15,3 1-1-15,1 1-10 0,2-1-15 0,2 1-20 0,3 3-41 16,2-1-22-16,7 2-24 0,4 0-37 0,3 0-29 16,3 5 58-16,7 0 80 0,4 2 41 0</inkml:trace>
  <inkml:trace contextRef="#ctx0" brushRef="#br0" timeOffset="131688.71">29234 15711 1048 0,'-10'-20'72'0,"-5"-4"-87"0,-1 0 25 0,-4 4 5 0,-3 0-5 15,0 3 6-15,0-4-11 0,-1 5 0 0,3 2-15 16,1 3-6-16,-2 4 6 0,2-3 5 0,0 8 5 0,0 2 0 0,0 2 0 0,0 5 0 16,-1 4 0-16,1 7 0 15,0 3 0-15,4 5 0 0,1 2 0 16,3 8-10-16,2 10 5 0,3 1 0 0,4 4 5 0,3 6-11 16,5 8-45-16,5 4-36 0,2 4-6 0,5 9 6 0,4 1 31 0,7 5 10 0,3 3 31 15,5-2-1-15,8-1 16 0,3-1 0 0,4-4 5 0,11-7 0 16,0-6 0-16,4-1 0 0,7-11 0 15,-2-5 10-15,5-4 16 0,0-10 30 0,1-4 15 16,1-6 11-16,2-7 0 0,-6-2-10 0,5-5 4 0,-4-4 1 16,4-6-5-16,-6 0 5 0,2-5-10 0,-5-2-11 15,1-1 0-15,-3-5-20 0,1-2 15 0,-2-7-20 0,-4-2-11 16,2 0-4-16,-5-5-11 0,-3-1 20 0,-3-5-4 16,-8-3 4-16,2-7 6 0,-10 2-16 0,-1-7-4 0,-7-3-11 15,-6-3 10-15,-1-7-15 0,-8-3 5 0,-1-4-5 16,-7-2 5-16,-3-1 0 0,-5-1 0 0,-6-3 0 0,-1 6-11 15,-6-1-14-15,-4 3-11 0,-5 10-15 0,-2 5-26 0,-6 3-56 16,-2 6-61-16,-4 10-67 0,-7 6-72 0,-1 6 13 0,-6 3 160 16,-9 10 80-16</inkml:trace>
  <inkml:trace contextRef="#ctx0" brushRef="#br0" timeOffset="132479.9">26110 16943 419 0,'-32'2'15'0,"-5"5"-20"0,-1-1 5 0,0 2 0 15,-3-1 0-15,0 3 0 0,0 3-10 0,2 6 15 0,2 2-15 16,0 2-11-16,3 5-15 0,1-2-5 0,3 4 0 16,-1-1 11-16,0 1-6 0,1 4 10 0,0-5 1 0,4 5 4 15,-1-1 1-15,4 1 10 0,0-1-6 0,0 1 21 0,3 2-5 0,2-3-5 0,3 2 20 16,0 0 1-16,1-1 20 15,7 5-11-15,-2-2 11 0,7-1 10 0,2-1 0 16,1 8 0-16,4-4 5 0,5 4 6 0,5-3-16 16,5 3 10-16,2 4-10 0,8-3 5 0,3 2-26 0,7-8-9 0,2 7-11 0,8-1 10 15,1-2-5-15,4 2 0 0,4-9-15 0,2 4 5 16,4-5 10-16,3-5-10 0,6 1 15 0,3-12-20 16,2-4 10-16,3-10 5 0,3-3 0 0,-1-7-10 15,3-7 0-15,-1-6 0 0,-2-6 15 0,-3-2-15 0,0 0 5 16,-3-1 5-16,-3-6-10 0,-3-1 15 0,-5-2-10 15,-3-4 25-15,1-1-15 0,-3-2 21 0,-2-2 0 0,-4-3 0 16,-3-3 5-16,-2-2 0 0,-1 1 5 0,-5-2 0 16,-4 1-1-16,-4 0 1 0,-4 1 0 0,-1 1 10 0,-6 1-4 15,-3 3-1-15,-4-1-5 0,-8 0 0 0,-1 3-1 16,-9-2-9-16,2-2 5 0,-11-8-11 0,-2 3 1 0,-6-4-6 16,-2 0 1-16,-5 2-21 0,-2-2 20 0,-5 2-15 0,-4 2 16 15,-6 7-6-15,0 1-14 0,-6 7-1 0,-3 0-5 16,-2 7 15-16,-4-1-15 0,-5 3 5 0,-1 4-16 0,-1 2 11 15,-6 4-10-15,1 4-1 0,-8 4-15 0,-1 3 6 16,-4 7 10-16,-2 6-1 0,-4 7 1 0,-2 3-6 0,-3 4-9 0,4-1-16 0,-4 8-10 0,3 1-27 0,1 2-9 16,0 4-10-16,-1 2 0 0,2 6-31 0,4 5-47 15,-1 6-50-15,4 3 54 0,4 11 88 0,1 0 44 0</inkml:trace>
  <inkml:trace contextRef="#ctx0" brushRef="#br0" timeOffset="179203.84">1805 12850 1755 0,'-10'4'76'0,"-2"-4"-50"0,0 1-57 0,1-2 16 0,1-5-26 15,10 6-36-15,0 0-20 0,0 0-21 0,0 0 21 0,0 0 35 16,0 0 47-16,0 0 15 0,0 0 6 0,-8 1-6 0,0 4 0 16,6 5 0-16,0 3 0 0,4 5 0 0,0 5-11 15,1 2 6-15,4 2 0 0,-7-6 5 0,6 3 10 0,-1 0-15 16,0-1 5-16,0-1-5 0,0 0 5 0,1-4 0 0,-2 1 0 16,1-2 0-16,0-1-10 0,1-2 15 0,-1 0-15 0,-1-3 10 0,-4-11-5 15,6 8 15-15,-6-8-15 0,0 0 5 0,0 0 25 0,0 0 11 16,0 0 20-16,0 0 21 0,0 0 15 0,5 10 51 15,-5-10 11-15,0 0-6 0,0 0-106 0,0 0-42 0,0 0 0 16,10-1 0-16,0-6 0 0,4-7 0 16,1-3 0-16,2-4 0 0,4-8 0 0,4-2 0 0,0-7 0 15,1 7 0-15,1 1 0 0,-1 0 0 0,3 0 0 0,-3 2 0 0,0 0 0 0,3 0 0 0,-3 2 0 16,1 1 0-16,2 3 0 0,-4 3 0 0,2-2 0 16,0 5 0-16,-4 1 0 0,0 3 0 0,-2-1 0 0,-2 3 0 15,-3-1 0-15,4-2 0 0,-4 4 0 0,-1-7 0 16,1 3 0-16,4 2 0 0,-1 0 0 0,1-5 0 0,-3 3 0 15,7 4-52-15,-6-3-111 0,2 7-6 0,0-2-10 0,-4 0 10 16,-1-1-10-16,1 7-31 16,-3-3-41-16,-13 4-46 0,11-5 108 0,-11 5 94 0,0 0 48 15</inkml:trace>
  <inkml:trace contextRef="#ctx0" brushRef="#br0" timeOffset="181926.87">3715 15518 772 0,'-11'-9'61'15,"-1"0"-61"-15,0 3 16 0,5-1-32 0,7 7 21 0,-8-10-20 16,8 10 15-16,-2-10-5 0,2 10 5 0,-3-7 0 0,6-5 0 15,3 6 10-15,0 0-15 0,4-1 15 0,-10 7-10 16,12-7-5-16,3 4 0 0,-5-2 10 0,5 0-10 0,-4 3 5 16,3 1 5-16,-1-1-10 0,4-1 5 0,-1 1 5 0,-3 2 21 15,5 2-11-15,-2-2-4 0,4 0-1 0,0 0-5 16,1 1 20-16,4 3 6 0,-3-3-21 0,2 1-4 0,0-2-1 16,1 0 10-16,3 5-5 0,-1-5 26 0,1 2 0 0,3-2 10 0,5 0-16 0,-1 3-4 15,4-1-6-15,-1 1 11 0,1-3-5 0,5 5-11 16,2-5 1-16,-3 2-1 0,1 0 5 0,2 3-9 0,0-1 4 15,2-1 0-15,3 0 6 0,-1-1-1 0,-3 1-10 16,7 4 6-16,-5-5-11 0,3 2 10 0,1-3-20 0,-2 4 15 16,1 0 0-16,4 0 11 15,-2 0-11-15,5 0 6 0,-1 3-11 0,3-6 20 0,2 3-15 16,1 1 11-16,-1 0-6 0,2-1-4 0,1 1 4 16,3-2-20-16,-3 0 15 0,1 6-20 0,1-5 20 0,2 1 0 15,-3-3 1-15,4 2-6 0,-2-2-5 0,1 2 0 0,2 0 0 16,-1-1 0-16,4 2 20 0,-5-3 11 0,4 1-1 15,-3 0-4-15,1-2 5 0,-2 3-6 0,0-1 1 0,0-3-6 0,0-1 1 16,-2 5-1-16,5 0 1 0,-5-5 10 0,2 5-6 0,0 0 1 16,-1-1-6-16,2 1 1 0,-2 0-5 0,1-1-16 0,-4-1 0 15,4 0 0-15,-1-2 0 0,3 0 0 0,-3 2 0 16,1-2 0-16,0 0 0 0,0 0 0 0,3 1 0 0,-2-2 0 16,-1 2 0-16,-2 1 0 0,2 2 0 0,0-3 0 15,1-2 0-15,-3 0 0 0,1 3 0 0,0 1 0 0,3 0 0 16,-2 0 0-16,-1-3 0 0,1 0 0 0,0 2 0 0,1-1 0 0,-2 1 0 0,0-2 0 15,-2 0 0-15,4-1 0 0,1 0 0 0,-1 5 0 16,-1-2 0 0,0-1 0-16,0-2 0 0,0 1 0 0,1-1 0 0,-4 3 0 15,-1-1 0-15,2 0 0 0,2 0 0 0,-3-3 0 0,2 1 0 0,-2 2 0 0,3 0 0 0,0 3 0 16,-1-5 0-16,2 1 0 0,-4 1 0 0,4 1 0 0,-3-1 0 16,0-4 0-1,2 1 0-15,-1-3 0 0,1 3 0 0,2-3 0 0,-1 3 0 16,3-1 0-16,2 2 0 0,1 3 0 0,-3-3 0 15,3 2 0-15,-3 1 0 0,1-1 0 0,-1 0 0 0,-1 1 0 16,1 0 0-16,-1-3 0 0,0 2 0 0,-2-4 0 0,1 4 0 16,-2-1 0-16,4-1 0 0,-5 0 0 0,0 0 0 15,-1 2 0-15,-2-2 0 0,4-2 0 0,-1-4 0 0,-1 3 0 16,1-1 0-16,-1-1 0 0,1 1 0 0,3-1 0 16,0 3 0-16,-1 0 0 0,-1 5 0 0,3-2 0 15,-2-1 0-15,3 3 0 0,-2-2 0 0,1 0 0 0,-1 0 0 0,-1-1 0 0,-1-1 0 16,4 1 0-16,-4 3 0 0,1-5 0 0,-2 5 0 0,-1-3 0 15,1 4 0-15,-2-1 0 0,1-1 0 0,-5-1 0 16,1-1 0-16,3 2 0 0,1 0 0 0,-1 1 0 0,2-2 0 16,2 3 0-16,-1-1 0 15,0 2 0-15,1 5 0 0,-1-5 0 0,2 3 0 0,-1-3 0 16,0-1 0-16,-1-2 0 0,1 5 0 0,-1-5 0 16,-1 1 0-16,-4-1 0 0,0-2 0 0,1 0 0 0,0 5 0 15,0 0 0-15,-1-3 0 0,-1 0 0 0,1 1 0 16,1 0 0-16,-3-3 0 0,-1 5 0 0,-1-5 0 0,1 0 0 15,-1-1 0-15,2-1 0 0,-1 0 0 0,0 1 0 16,1 2 0-16,-1-6 0 0,1 4 0 0,-1-1 0 0,2 0 0 16,-1 2 0-16,-3-6 0 0,-1-3 0 0,1 3 0 0,0 1 0 0,0-5 0 15,-4 3 0-15,0 0 0 0,-2-1 0 0,1 6 0 0,2-1 0 16,-3-2 0-16,1 0 0 0,-1 0 0 0,1-5 0 16,-2 5 0-16,2-3 0 0,-2 0 0 0,1-5 0 0,0 7 0 15,-2 0 0-15,-2-1 0 0,1 0 0 0,0-3 0 16,1 3 0-16,2 2 0 0,0 0 0 0,2 0 0 0,-1-1 0 0,1 1 0 0,0 0 0 15,1 1 0-15,-2 2 0 0,-2-3 0 0,2 2 0 0,-4-2 0 16,4 0 0-16,0 0 0 0,4-1 0 0,-3-1 0 0,-1 1 0 31,4-1 0-31,-6-1 0 0,2 3 0 0,-1 0 0 0,-3 1 0 16,-1-1 0-16,2 4 0 0,-1-3 0 0,4 3 0 16,0-2 0-16,0 1 0 0,3 1 0 0,-2-2 0 0,0 4 0 15,1-2 0-15,1 1 0 0,-3 0 0 0,2-1 0 0,3 3 0 0,-1-3 0 16,1 0 0-16,1-1 0 0,-3 0 0 0,2 1 0 15,0 1 0-15,-1 1 0 0,-3-3 0 0,0 3 0 0,0 0 0 16,0 2 0-16,4-1 0 0,0 1 0 0,0 2 0 16,0-3 0-16,1 3 0 0,2 0 0 0,-2 0 0 0,0 3 0 15,-1-2 0-15,1 2 0 0,4-5 0 0,0 3 0 0,-2 0 0 16,2 0 0-16,1-1 0 0,-1 0 0 16,2 0 0-16,-3 0 0 0,-1 3 0 0,2-2 0 15,-2 0 0-15,2 2 0 0,-1-3 0 0,0 2 0 0,-1-1 0 16,2 2 0-16,-1-3 0 0,-1 8 0 0,-5-7 0 0,3-1 0 15,0 3 0-15,5-6 0 0,-2 3 0 0,2-1 0 16,0 0 0-16,2-4 0 0,3 3 0 0,-4 0 0 0,4 2 0 16,-1 0 0-16,0 4 0 0,4-3 0 0,-2 4 0 15,0 0 0-15,1 0 0 0,-1 3 0 0,1 1 0 0,-3-8 0 16,3 1 0-16,-3 1 0 0,1-3 0 0,-3 2 0 0,-2-1 0 16,4 1 0-16,-5-5 0 0,3 8 0 0,-7 0 0 15,2-1 0-15,-1-3 0 0,4 0 0 0,0 2 0 0,2-6 0 16,-2 3 0-16,1-3 0 0,-1 1 0 0,2 1 0 15,-2-3 0-15,0-1 0 0,-1 2 0 0,0 2 0 0,0-3 0 16,-3 4 0-16,-1-5 0 0,-1 4 0 0,1-2 0 16,-3-2 0-16,-6 3 0 0,2-3 0 0,-3 0 0 0,3-3 0 15,-2 1 0-15,2 0 0 0,-3-3 0 0,-2 3 0 0,1-4 0 16,2 0 0-16,-2 1 0 0,-3 0 0 0,2 3 0 16,-3-2 0-16,2-2 0 0,-2 3 0 0,0 1 0 0,5-1 0 15,0 1 0-15,1 4 0 0,-5-2 0 0,4-5 0 16,-1 9 0-16,0-8 0 0,-3 4 0 0,-4 0 0 0,2-5 0 15,-5-1 0-15,1 1 0 0,-1-1 0 0,-3 0 0 16,2-1 0-16,0 3 0 0,-4-5 0 0,1 3 0 0,-3-1 0 16,0 0 0-16,-3 2 0 0,-3-5 0 0,0 3 0 0,-2-2 0 15,-2-3 0-15,0 4 0 0,-3-2 0 0,0 0 0 16,1 3 0-16,-2 1 0 0,-2 1 0 0,2-4 0 0,-3 4 0 16,3 0 0-16,-2 1 0 0,-6 3 0 0,4-4 0 15,-1 1 0-15,-3 3 0 0,-11 1 0 0,0 0 0 0,0 0 0 16,0 0 0-16,12-1 0 0,-2-2 0 0,-10 3-98 0,0 0-235 15,0 0-71-15,0 0-46 0,0 0 69 0,0 0 190 0,0 0 96 16</inkml:trace>
  <inkml:trace contextRef="#ctx0" brushRef="#br0" timeOffset="-162086.74">3455 14350 106 0,'-9'-13'21'0,"5"3"-16"15,-3-1 0-15,7 11 21 16,-7-9-6-16,2-1 6 0,5 10 5 0,-8-7-6 0,-2 1 1 16,10 6 4-16,-9-5-4 0,9 5-1 0,-9-3-14 15,9 3 4-15,-10-2-20 0,-1 2 5 16,1 2 15-16,-4 1-5 0,4 2 11 0,-1 0-6 0,11-5-4 15,-10 8-6-15,0 0 15 0,-1 1-10 0,1-1 21 0,0 0-21 0,1 3 1 16,-1-1-1-16,3 3-15 0,-2-1 15 0,-1 0-20 0,5 4 20 16,-1 0-20-16,-3 4 10 0,1 1 5 0,3 0-10 0,-1 3 5 0,-1 1 5 15,4 1 0-15,-4 1 1 0,6-1-6 0,-3 1-11 0,3 1 16 16,-3 0-5-16,1-2 6 0,0-4-6 0,3 3 0 16,0-2 0-16,0 0 0 0,0-2 0 0,0 3 0 0,3-3 0 15,0 4-11-15,2-1 16 0,-3 0 5 0,1 3 1 0,4-2-6 16,-1 1-15-16,-1 0 5 0,2 1 10 0,1 4 0 15,0-3 0-15,2 2-15 16,0-4 5-16,2 1 10 0,1 4 0 0,1-1 0 16,-2-4-5-16,3-3 0 0,1 3 0 0,2-1 0 0,-3-1-10 15,2 0 15-15,-1-1-5 0,3 2-5 0,-1-4 10 16,0 1-15-16,2 2 20 0,2-3-20 0,-1 1 20 0,4-5-10 16,-4 7 5-16,5-3-5 0,-2 3 0 0,2-1 10 0,2-4-15 15,-4 1 5-15,5 1 5 0,-3 3-10 0,2-5 5 16,1-4-5-16,2 5 5 0,-1-4 0 0,0 5 10 0,1-5-5 0,1-1 1 0,2 1-6 15,0-1-11-15,1 2 16 0,1-3-15 0,3 0 10 0,-2-6-5 16,0 2 5-16,5-4 0 0,0 1 0 0,-1 1 0 16,2-1 0-16,-1-2 0 0,2-1 0 0,-2 4 10 0,1-1-15 15,3 0 5-15,-1-1-5 0,-2 0 5 0,4 1 0 16,-4 0 10-16,3-2-15 16,1 1 5-16,-1-1 5 0,-1 0-10 0,0 0 5 0,2-2-5 0,-4 2 5 15,3 0 10-15,1 0-5 0,-1-2-10 0,0-1 10 0,3 3-5 0,-1-2-5 0,0 2 0 16,3-4 0-16,1-2 15 0,-1-2-5 0,2 3 1 0,0-1-6 15,-3-3 0-15,5 3-11 0,-4-4 16 0,1 4-15 0,-1-3 20 16,3 0-10-16,-3 1-5 0,2-2 0 0,-2 0 0 16,0-3 5-16,0 1 0 0,-1-1 10 0,-1 1-15 0,-1 1 5 15,0-4-5-15,-1 2 5 16,2 1 10-16,0-1-15 0,-2 1 15 0,3 0-10 0,0-5-5 16,0-1 10-16,0 3-15 0,0-4 10 0,-3 2 5 0,2-6 0 15,-2 1 1-15,1-2-6 0,-3 2-11 0,-1 2 6 16,-1-2 0-16,2-1 5 0,-1 0 0 0,-2 3 10 0,-1 0-5 15,0 0 1-15,-2-3-17 0,1 3 16 16,-1 0-5-16,-2-3 6 0,1 1-17 0,-1-1 6 0,-3-4 0 16,-1 4-5-16,4-1 5 0,-7 2 10 0,-2-4-10 0,1 1 5 0,-3 0-5 0,0 0 5 15,-1 2 10-15,-3-2-15 0,-3 0 5 0,1-4-5 0,-2 5 15 16,-3-1-5-16,0 0 10 0,-3 0 0 0,-3-1-4 0,0 0 4 16,-3 0 0-16,0 2-4 0,-2-3 4 0,1 0-10 15,-2 0 0-15,2 0 5 0,-3-1-5 0,-1 1 1 0,-3 1-6 16,-1 0 0-16,1 0 10 0,-4-2-5 0,-2 2 0 0,-4-2-15 15,2 2 5 1,-2-1 0-16,0 0 5 0,1 0 0 0,-4 0 0 0,0-1-11 16,1 0 16-16,-2 2-15 0,-2 3 10 0,0-5-5 15,-2 1 5-15,-4-2 0 0,1 2 0 0,1 1 0 16,-4-1 0-16,2-1 0 0,-5-2 0 0,2 6-10 0,-2-1 15 16,-2 2-5-16,0 1 5 0,0 0 15 0,-7-2-10 0,1 2 21 15,-1 1-31-15,0-1-5 0,-2 3-5 0,1-1-5 0,0 0-1 16,-2-4-4-16,2 3 10 0,2-1 5 0,-4-1-5 0,1 1-6 0,-1 5-4 0,-2-2 10 15,1 2-6-15,-3-1 11 0,-5 3 0 0,2-2 5 16,-1 3 0-16,-4-2 0 0,-1-3 10 0,-2 4 5 0,0 0 6 16,1 3-11-16,-1 0-4 0,1 2-6 0,-2 1 0 15,-4 0 0-15,2 4 0 0,-2-4-11 0,0 4-15 0,1-1 11 16,-4 0-16-16,0 0 11 0,3 0-16 0,4 2 10 0,-6-1 11 16,4 1 10-16,-3-2-5 15,0 1-6-15,2 1-4 0,-2-2 10 0,1 1-6 16,3-3 21-16,-2 2-15 0,3-1 10 0,-1 2-5 15,1-2-5-15,-3 4 25 0,-2-1 11 0,2-2 35 0,-1 2 11 0,2 1 10 0,-2 3-11 0,-2 0-14 0,2 0-22 0,3 0-19 16,1 3-11-16,0 3-5 0,0-1 0 0,2 3 0 16,4-2 10-16,-2 2-5 0,3-1-10 0,7 3 0 0,-2-1 0 15,2-1 5-15,1 1 0 16,3-4-10-16,-1 4-16 0,3 1 0 0,0 3-20 16,3 1 16-16,-6 3-11 0,3-1 5 0,2 5 5 0,-1 0 6 15,-1 2-6-15,1-4-36 0,1 0 1 0,-4 2-37 0,7-1-4 16,-3 2 20-16,3-1 44 0,5 0 21 0</inkml:trace>
  <inkml:trace contextRef="#ctx0" brushRef="#br0" timeOffset="-93829.76">1503 15601 1064 0,'-12'12'220'0,"0"-8"-205"16,1 1-20-16,11-5 20 0,0 0 6 0,-12 1-6 0,12-1-9 16,0 0-6-16,0 0 0 0,0 0 0 0,0 0 0 0,0 0 10 0,0 0-15 15,0 0 5-15,0 0-16 0,0 0 21 0,0 0-25 16,0 0 25-16,0 0-10 0,0 0 0 0,0 0 10 0,0 0-15 15,0 0 20-15,0 0-20 0,0 0 30 0,2-2-25 0,3-6 20 16,3-2-15-16,5 4 16 0,6-1-1 0,3-1 15 16,8 0 6-16,4-6-5 0,-7 4-6 0,3-1-4 0,3-2-11 15,-1 1 16-15,1-2-6 0,1 1 16 0,-2 0 0 16,-2 2 5-16,-3-1 0 0,-2 3 0 0,2-2 0 0,-2-1 10 16,-1 2-26-16,-3 0 1 0,-2 5 0 0,0-3 20 0,1 1-10 0,-5-3-10 15,0 5-26-15,-2 0 0 0,-3-1 0 16,3-2 0-16,2-2 0 0,-5 3 0 0,1 1 0 15,4 0 0-15,-1-2 0 0,-2 1 0 0,-12 7 0 0,14-5 0 16,-14 5 0-16,0 0 0 0,10-6 0 0,-10 6 0 0,0 0 0 16,0 0 0-16,0 0 0 0,0 0 0 0,0 0 0 0,0 0 0 15,0 0 0-15,0 0 0 0,0 0 0 0,0 0 0 0,0 0 0 0,0 0 0 0,0 0 0 0,0 0 0 0,0 0 0 16,0 0 0-16,0 0 0 0,0 0 0 0,0 0 0 16,0 0 0-16,0 0-77 0,0 0-41 0,0 0-36 0,0 0-25 15,0 0 0-15,0 0-26 0,0 0-15 0,0 0-41 0,0 0-36 16,0 0 118-16,-1-4 90 0,-4 3 44 0</inkml:trace>
  <inkml:trace contextRef="#ctx0" brushRef="#br0" timeOffset="-93434.77">1778 15034 1621 0,'5'11'287'0,"-5"-11"-195"0,0 0-127 16,0 0-27-16,0 0 21 0,5 10 21 0,7-2 9 0,-12-8-4 16,11 5 15-16,4 0-10 0,-4-2-1 0,8 2-9 0,-3-4-21 15,4 4 0-15,0 4-5 0,1-3-26 0,3 7-5 16,-2-6 11-16,5 7 15 0,-2 3 0 16,1-4-16-16,2 4-10 0,-5-3 6 15,2-2 24-15,-1 0 37 0,-2 3 10 0,4-2-5 0,-6-3 10 16,0 1-5-16,0 0 6 0,1-2-17 0,-2 1 6 0,2-2 10 0,-4 1 21 0,-4-3-1 15,0 0 1-15,0 0-6 0,-5 2 1 0,4-2-1 16,-12-6 11-16,0 0 5 0,8 9 5 0,-3-2 0 0,0 1-11 16,-5-8 6-16,5 10-10 0,-5 0 20 0,0-1-15 15,-4 3-1-15,-2 0 1 0,-4-1-5 0,0 0-1 0,-5 1-14 16,-2-1 14-16,-2 2-15 0,-2-2 21 0,1 1-21 0,-2 1 11 16,0-2-16-16,-1 1 0 0,2 0-5 0,5-2 10 0,-3 0-15 15,2 0 5-15,1-2-5 0,2 0 5 0,3-1 0 16,-1-2 0-16,2 3-10 0,10-8 5 15,0 0-31-15,0 0-41 0,0 0-20 0,0 0-41 0,-8 5-11 16,-2 2-45-16,10-7-26 0,-7 8-31 0,0-2-30 16,1 1 140-16,6-7 71 0,-5 9 35 0</inkml:trace>
  <inkml:trace contextRef="#ctx0" brushRef="#br0" timeOffset="-93268.6">2303 15760 2047 0,'0'0'0'0,"5"17"0"15,-5-17 0-15,0 0 0 0,5 11 0 0,-5-11-206 16,0 0-315-16,0 0 29 0,3 15 52 0,-3-15 246 0,7 9 97 0,-7-9 48 0</inkml:trace>
  <inkml:trace contextRef="#ctx0" brushRef="#br0" timeOffset="-92088.22">3210 16298 1688 0,'14'6'230'0,"-14"-6"-230"16,0 0-102-16,11 5-1 0,-11-5 27 0,15 0 45 0,-4-1 21 16,7-2 10-16,-2-2 0 0,1-1 0 0,8 1 0 0,1 2-10 15,4-4-6 1,2 2-25-16,4 2-10 0,2-2-10 0,4 1-11 15,3-1-5-15,3-1 16 0,3 1-11 0,3 0 21 16,1 0 0-16,4 1 31 0,-1 2 10 0,6-2-1 0,-3 0 6 0,4 3 0 0,-4-4 5 0,4 1 0 16,-1 2 10-16,2-1 15 0,1-2 11 0,-3 0 5 0,3 4-21 15,-3-1-9-15,5-1-1 0,-1 0-5 0,3 1 1 16,2 0-6-16,-2 1 0 0,6 1 0 0,-1 0 0 0,6 1-11 16,-4-1 6-16,5 0 10 0,3 0 0 0,-1-1 1 15,3-1-6-15,0 0 0 0,3-1 0 0,1 0 0 0,-2-1 0 16,2 4 0-16,-1-3-11 0,0 0 26 0,3-1-20 15,-2-1 11-15,1 0-1 0,-2 3-10 0,2-2 5 0,1-2 5 16,-3 2 10-16,4 0 5 0,-6 2-19 0,4-1 9 0,-4 0-10 16,1-2 5-16,0 2-5 15,-1 1 10-15,5-1-15 0,0 1 5 0,-1-3 5 16,2 2 0-16,1 1 1 0,-1 2-6 0,1-1-11 16,-1-3 16-16,2 3-5 0,-2-3-5 0,-3 1 0 0,6-4 10 0,-1 1 0 0,-1 1 1 15,3 0-17-15,2-3 16 0,-5 2-5 0,0 0 6 16,1 2-17-16,3-1 6 0,-1 2 10 0,-2-2 0 0,1 0 1 15,-4 3-6-15,3-1 10 0,-1-2-5 0,0 2 0 16,-3 3-5-16,2-2 0 0,-4-1 0 0,2 0 0 0,0-1 0 16,0 3 10-16,1-2-15 0,0 1 5 0,1-3-5 0,0 2 5 15,-2 2 0-15,6 0 0 0,0 1 0 0,-2-3 0 0,2 3 0 16,2 0 0-16,-3 0 0 0,3-1 0 0,0 0 0 0,-1 1 0 16,0 0 0-16,0 0 0 15,-3-3 0-15,2 3 10 0,-1 3-15 0,-1-1 5 16,1 1-5-16,1-2 5 0,-2-1 0 0,2 0 0 0,-1 1 0 15,2-1 0-15,1 0 0 0,0-1 0 0,3 0-21 0,-1-2 11 0,2 3-21 0,3-1 21 0,0-3-10 0,3 7 4 16,-2-2 6-16,2-2-16 0,0 1 16 0,0-3 0 16,0 1 0-16,-1 3 15 0,2-2-5 0,-1 1-5 0,3 0 10 15,0 1-15-15,0 0-1 0,1 2-9 0,1 3 0 16,3-5-1-16,-3 3-10 0,1-4-5 0,-2 1-15 0,4 2-15 16,-5-1-1-16,4-1-9 0,-2 1 19 0,0-1-14 0,4-1-21 15,-2 2-1 1,2-3 1-16,-1 2 10 0,7-1-10 0,-3 2 46 0,1-2 23 15,1 0 12-15</inkml:trace>
  <inkml:trace contextRef="#ctx0" brushRef="#br0" timeOffset="-91102.09">23595 15730 618 0,'20'5'123'0,"4"-5"-102"15,3 0-26-15,3-3 5 0,0-3 0 0,7 0 0 0,-2 0 10 16,6-2 5-16,1 8-5 0,8 0 6 0,1 0-11 15,8 0 0-15,0 3 5 0,3-3-5 0,4 1 1 0,5 0-6 16,3 3 0-16,3-3 0 0,6 5 0 0,1-4-11 0,4 3-4 16,4 1-6-16,1-1-10 0,3 3 6 0,1-3-1 15,3 2-15-15,6-2 0 16,1 5-15-16,7-1 0 0,3 0 15 0,2 1 0 16,3-2 15-16,-1-1 11 0,-1 3 10 0,-2 0 5 0,1-3 0 15,-3-1 0-15,-2 3 10 0,-2-3-5 0,0 4 1 16,-3-1 4-16,3-3 5 0,-3-1 5 0,-3 4 11 15,-3-1-5-15,4-5-1 0,-4 2 6 0,-1-3-16 0,3 2 6 0,-2-1-16 0,-6 0 1 0,3 1 4 16,-5-3-5-16,-3 0-10 0,-2 2-11 0,0-2-4 16,-7-1 10-16,-2-4-16 0,-3 3 26 0,-1-7-26 0,-6 5 21 15,2-2-5-15,-7-1 10 0,-4-2-10 0,2 1 5 0,-7 0 0 16,-2-3 5-16,-7-3 0 0,-1 1-11 0,-3-1 6 16,-5-1-10-16,-3-3 20 0,-1-2-15 0,-7 0-1 0,1-1 1 15,-4 2 5-15,-5-4-5 0,0 0 15 0,-4-1-15 16,0 2 10-16,-6-3-5 0,3 0-6 0,-7 3 6 0,-1-6 10 15,-1 3-10-15,-3-5 15 16,-2 4-10-16,-2-4 6 0,-2 3-17 0,-2-1 16 16,-2 1-15-16,-2-3 10 0,-3 1-15 0,-1 2 10 0,-1-4 10 15,-4-2 0-15,-2 2 0 0,-3-1-5 0,-4-1 0 0,1-2 0 0,-3 2 0 16,-2 0-10-16,-4 0 15 0,1-3-5 0,0 4 5 0,-4-1-5 16,-2-3-10-16,-3 5 5 0,1-3 0 0,-2-1-16 15,-4 2-20-15,-3 1-25 0,-1-4-11 0,-6 4-5 0,-3-1 41 16,0 1 21-16,-2-1 10 0</inkml:trace>
  <inkml:trace contextRef="#ctx0" brushRef="#br0" timeOffset="-90714.72">19823 14198 0 0,'-95'3'209'0,"0"0"-173"0,0 2 0 16,-4-1-11-16,1-1 1 0,0-5 15 0,1 2-11 15,-3 0 1-15,2 2-11 0,-5-2-19 0,1 0-1 0,1 0 5 16,0 0-10-16,-2 0 5 0,2 2-5 0,3-2-16 0,-3-2-10 16,0 2-20-16,0 0 5 0,-1 0-10 0,4-2 20 0,-2 2-5 15,-1-1-15-15,0 1-5 0,-4-2 35 0,3 0 13 16,1 1 7-16</inkml:trace>
  <inkml:trace contextRef="#ctx0" brushRef="#br0" timeOffset="-90601.09">16395 14180 0 0,'-104'-5'45'0,"1"1"-25"0,-3 3 1 16,3-2-1-16,0-1-9 0,0 0-16 0,0 0 10 0,2 0-5 15,0-1 5-15,-4 1-5 0,3-2 0 0,3 0-10 16,1 0 15-16,-1 1-5 0,2 0-5 0,-4 2-11 16,3-2 6-16,2 4-5 0,-2-4-1 0,2 2 6 0,-5 0 5 0,2-1 5 0,-2 4 0 0,2-2 0 15,1-1-10-15,0 1 5 0,1 1-10 0,-2 1 10 16,3 1 2-16,-2-1 2 0</inkml:trace>
  <inkml:trace contextRef="#ctx0" brushRef="#br0" timeOffset="-90303.79">7063 14239 679 0,'-60'0'88'16,"-6"-2"-73"-16,2 0-15 0,-1-1 5 0,0-2-10 15,-1 0-16-15,0-1-15 0,1 3-45 0,1-2-42 0,3 3-40 16,2 2-27-16,-2 0 106 0,0 0 42 16,0 0 21-16</inkml:trace>
  <inkml:trace contextRef="#ctx0" brushRef="#br0" timeOffset="-89602.13">2434 14284 1345 0,'0'0'276'0,"0"0"-219"0,0 0-103 0,0 0-51 0,0 0 14 16,2 8 37-1,-2-8 41-15,9 8 0 0,-3-2 5 0,4-3-5 16,5 0 5-16,-1 0 0 0,3-3-10 0,5 0 15 16,-3-1-5-16,3 3 5 0,3 2-15 0,1 1 15 0,4 0-15 0,1 1 10 15,4-2-5-15,0 1 15 0,2 1-15 0,2-3 5 0,2 2-5 16,2-1 5-16,-2 1 0 0,4-5 0 0,2 3 0 0,-1 3 0 16,3-2 0-16,0-1 0 0,2-3 0 0,-1 3 0 15,2-1 10-15,3 2 5 0,-1 0-15 0,2-6 10 0,0 4-10 16,3-1 16-16,-1 1-11 0,4 1 0 0,-2-3 5 0,1 2 16 15,0-2 20-15,6 5-21 0,1-5-9 0,-1 3-16 16,3-3 10-16,1-3-15 0,-1 3 5 0,5-5-5 0,-3 5 5 16,1-2 10-16,-1 2-15 15,2-1 15-15,-1-1-10 0,0 1 6 0,-2 0-6 0,1 1 0 16,-1-1 0-16,0 1 0 0,-1 0 0 0,3 0 10 16,0-3-5-16,0 1 0 0,4-1 15 0,-1 1 1 0,0 4-6 15,2-2 1-15,3 0-11 0,-4-1 0 0,4 1-5 0,2 4 0 16,-1-2 10-16,0-1-5 0,5-4 1 0,-1 1-17 0,1 2 16 15,2-1-5-15,2 4 6 0,-4-7-17 0,2 1 16 16,-1 6-5-16,1-4-5 0,0 2-10 0,-1-2 5 0,1-2-6 0,-1 3-10 16,5-1-10-16,-3 1-5 0,6-2 0 0,-1 2 11 15,-1-3-6-15,4-1 10 0,0 3 1 0,0-1 5 0,2 3-11 16,2-1-15-16,-2 0-10 0,5-1-16 0,1-2 5 16,-3 7-20-16,5-3-5 0,3 2-20 0,-3-2-6 0,3 1-36 15,3 1-14-15,-2 2-14 0,-1 3 91 0,5-3 46 16</inkml:trace>
  <inkml:trace contextRef="#ctx0" brushRef="#br0" timeOffset="-88081.55">10610 14820 429 0,'44'0'61'0,"1"0"-55"0,3-2-22 16,-1-1 21-16,2 1-5 0,1-1 6 0,2 1-6 0,3 2 0 0,6-1 10 0,3-1-15 15,3 0 5-15,1 2-5 0,2-1-6 0,5-1 6 0,1-1 0 16,5 0-5 0,0-1 15-16,3 3-15 0,3-4 10 0,0 2 5 0,7-3-10 15,-2 0 15-15,6-2 0 0,1 2 21 0,2 0-6 16,4-3 11-16,3 3 0 0,3-4 5 0,2 4 0 0,6-2-11 16,1 0 6-16,1 2-21 0,6-3 16 0,2 0-10 0,3-2-6 15,6 4 11-15,3-1-16 0,5 1 21 0,3-2-21 0,3-2 11 16,5 5 4-16,3-1-10 0,2-1 6 0,4 0-6 15,3 0-14-15,2 0 9 0,5 0 10 0,1-2 5 0,2-2 1 16,4 1-16-16,6 4 6 0,0-6-1 0,5 4 16 16,-1-5-16-16,6 6 16 0,0-2-11 0,1 4 6 0,-2 1 5 15,3 2 5-15,-2-2 15 0,2 1-16 0,1 4-14 0,1-3-6 16,2 5 11-16,3-1-21 0,2 0 10 0,0-1-5 16,2 3 1-16,1 0 4 0,-2 1-10 0,4-1 1 15,1-1-6-15,-5 3 0 0,2 1 0 0,-2 0 10 0,4-1-15 0,-2 0 5 0,-1 2-5 0,-2 0 5 16,-4 2 10-16,0 1-5 0,-3-5 0 0,-3 1-15 0,-4 1 15 15,-3 1-5-15,-2 4 15 0,-2-2 0 0,-5-1 27 16,0-2 9-16,-4 2 10 0,-6 2 10 0,0-2 6 0,-4-2 5 16,-7-2 0-16,-4-1-81 0,0-2-1 0,1-1 0 0,2 4 0 15,3-2 0-15,-5-1 0 0,1 0 0 0,-4 3 0 0,1-2 0 16,-4 2 0-16,-3 0 0 0,-6 0 0 0,-7 3 0 16,-3-3 0-16,0 3 0 0,-9 0 0 0,-4-1 0 0,-4-1-1 15,-5 3-45-15,-7-2-10 0,-3-2 10 0,-7 3 10 0,-9-6 10 16,-3 3 6-16,-4 0-1 15,-7-5 11-15,-7 4-5 0,-3-3 10 16,-7 2 0-16,-1-2-6 0,-3-2 16 0,-2 1-15 16,-2-2 20-16,-1 4-20 0,2-1 20 0,-3 0-10 0,1-1 6 0,-1-1-6 0,-2 2 0 15,2 0 10-15,-3 2 5 0,-1-3 5 0,-2 1 1 16,1-1 10-16,-5-1-6 0,-1 2-9 0,-3-3-11 0,-1 2-5 16,-5-2 10-16,-2 1-15 0,-3 0-5 0,-5 1-21 15,-1 1-36-15,0-2-30 0,-4 2-41 0,-11-1-15 0,10-2-52 16,3 2-51-16,-13 0-36 0,0 0-46 0,0 0 177 0,0 0 81 0,0 0 40 15</inkml:trace>
  <inkml:trace contextRef="#ctx0" brushRef="#br0" timeOffset="-39882.12">18688 15995 137 0,'-30'-12'16'0,"-2"3"-1"0,-3 4 16 16,-3 3 25-16,0-1-5 0,-4 8-10 0,-4 5-16 0,0 6-14 0,-1 2 4 0,-1 2 0 0,1 4 6 16,-2 5-11-16,3-2-4 0,0 4-17 0,1-1 16 0,2 3-5 15,1 5 16-15,1 1-21 0,5 2 5 0,1 0-5 0,0 3 5 16,1-2 0-16,2 5 0 0,2-3 0 0,0 5-11 16,1-1 16-16,1 1-5 0,4-1 6 0,1 3-6 15,3 2 0-15,1 10 0 0,3-4 0 0,4 1 0 0,3 1 0 16,4 1-11-16,4-2 6 0,4-1 0 0,4-5 5 0,8-7 0 15,5-3 0-15,6 1 0 0,5-8 0 0,8-3 0 16,6-8 0-16,3-3 0 0,8-3 0 0,4-1 0 0,3-8 0 16,3-4 0-16,4-2 0 0,2-5 0 15,6-2 0-15,-2-6 0 0,5-4 0 16,0-2 0-16,3-2 0 0,-2-2 0 0,4-2-10 0,-1 0-57 16,-1 0-61-16,3-3 16 0,-3 1 56 0,3-1 28 0</inkml:trace>
  <inkml:trace contextRef="#ctx0" brushRef="#br0" timeOffset="-39391.35">28716 16465 859 0,'6'19'199'16,"9"-8"-204"-16,0-6 0 0,4-5 10 0,-2-1-10 16,3-4-5-16,7-1-41 0,-2 3-36 0,3-2-46 0,3 5-31 15,1 0-66-15,3 4 43 0,1 0 94 0,1 1 46 16</inkml:trace>
</inkml:ink>
</file>

<file path=ppt/ink/ink5.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20:19:13.534"/>
    </inkml:context>
    <inkml:brush xml:id="br0">
      <inkml:brushProperty name="width" value="0.05292" units="cm"/>
      <inkml:brushProperty name="height" value="0.05292" units="cm"/>
      <inkml:brushProperty name="color" value="#FFFF00"/>
    </inkml:brush>
  </inkml:definitions>
  <inkml:trace contextRef="#ctx0" brushRef="#br0">15061 7751 931 0,'-17'8'76'16,"-1"-1"-60"-16,1-2-26 0,-1 0 5 0,1-5 0 16,-1 4 5-16,2 1 10 0,1 5-15 0,0 0 5 0,4 0-5 0,0 5 5 0,0-1 0 15,1 6 0-15,0-1 0 0,-2 2 0 0,1 1 0 0,1 6 0 16,-5 1 0-16,3 1 0 0,-1 2 0 0,-1 4-11 16,1 0 16-16,-2 7-5 0,1-3 6 0,0 8-6 0,-1-3 0 15,2 3 0-15,-1 1 0 0,0 0 0 0,3 3-11 16,-2-2 6-16,2 1 10 0,1-1 0 0,4 0-10 15,-1 2 0-15,0-4 0 0,1 0 15 0,4-3-5 0,-1 2 1 16,2-1-6-16,-3-4 10 0,3 2 5 0,0-1-5 0,2 3 5 16,-1-3-10-16,0 2-10 0,1 1 10 15,0 0-5-15,3-2 6 0,-4 4-6 0,3-5 0 0,-2 0 0 16,0 1 0-16,2-5 0 0,0-1 0 0,0-2 0 16,1 1 0-16,2-4-11 0,0-3-4 0,1 0-16 0,2-2 16 0,0 0-5 0,1-2 15 0,1-6 0 15,4 2-6-15,-4-2 6 0,3 1 0 0,0-3 5 16,0 0 0-16,2-3 10 0,0-2-5 0,1 5-10 0,0-7 10 15,1 2 5-15,2-1 11 0,2-4-1 0,0-3 11 0,1 3-6 16,2-1 22-16,1-3-6 0,5 3 5 0,-2-5-5 16,2-1-21-16,3 1 11 0,-1 1-11 0,5-1-4 0,-3-3-1 15,2 1 0-15,-1-2-14 16,4 2-1-16,0-2-5 0,0 2 5 0,2-1 0 16,2-3 0-16,0 3 0 0,1 1 0 0,2 0 0 0,1-2 0 15,-1 4 0-15,2-7 0 0,1 3 0 0,1 2 0 16,2-2 0-16,2-1 0 0,-1-1 10 0,3 1-15 0,0-4 15 15,0 3 0-15,3 1 10 0,0-2-10 0,2-2 16 0,1 4-6 0,-2-3 16 0,4-1 0 0,-2 2 5 16,5 0 0-16,-5 0-21 0,2 0-9 16,1 2-1-16,3 0 5 0,-2 3 6 0,0-1-21 0,1 5 20 15,1-4-5-15,3 1 11 0,-2 4-6 0,1-3-9 16,-1 5-6-16,4-1-5 0,-1-2 10 0,1-4-15 0,-2 3 5 16,3 2-5-16,-1-4 5 0,1 4 10 0,0-3-15 0,-2 3 5 15,2-2 5-15,0 5-10 0,-2-6 15 0,1 4-20 16,-2 2 30-16,1-7-15 0,0 4 6 0,-2-4-11 15,1 6 0-15,-1-5 10 0,2 3 5 0,-2-4 6 0,2 2-1 16,-1 0 1-16,-1-3-11 16,-1 4 6-16,2-3-11 0,-2 1 10 0,1-4 11 0,-4 2-1 15,0 2 11-15,-5 0-30 0,0-2-6 0,-2-1 0 0,-4 1 0 0,2 0 0 0,-6 0 0 16,1-1 0-16,-1-1 0 0,-1-3 0 0,-2 3 0 0,0-2 0 16,-3-2 0-16,-3-1 0 0,2 4 0 0,-1-4 0 15,-3-2 0-15,-2 2 0 0,2-5 0 0,-2 0 0 16,-3 2 0-16,0-4 0 0,-1-4 0 0,-1 5 0 0,-3-4 0 15,-1 1 0-15,-3 1 0 0,-3 0 0 0,2-1 0 16,-6-5 0-16,0 5 0 0,-3-3 0 0,-3 3 0 0,1-4 0 16,-7 2 0-16,3-3 0 0,-3-1 0 0,-1 4 0 0,-2-6 0 15,-2 0 0-15,-2-3 0 0,0 0 0 0,3-1 0 16,-5-2 0-16,-3-2 0 0,3-2 0 0,-4-3 0 16,2 0 0-16,1 1 0 0,-3-3 0 0,0 1 0 15,0-1 0-15,-2 2 0 0,-3 3 0 0,0-2 0 16,1 0 0-16,-8 0 0 0,5-2 0 0,-4 2 0 0,-1 0 0 0,0 2 0 15,-2-5 0-15,-1 2 0 0,0 0 0 0,0 2 0 0,-2 2 0 16,-2-1 0-16,-1 2 0 0,-1 0 0 0,1 1 0 16,-1 2 0-16,-2 3 0 0,-3-1 0 0,0 1 0 0,1 1 0 15,-1-2 0-15,-4 2 0 0,0-1 0 0,-4 4 0 16,2-1 0-16,-2 2 0 0,-1-1 0 0,-4 1 0 16,-2 2 0-16,3-1-1 0,-6 4-24 0,3-1 4 0,-3 1-10 15,-3 1 16-15,-2 1 5 0,-3 4 0 0,-6-2 5 0,1 4 0 16,-3-2 5-16,-4 4 0 0,-2 1-11 15,-1 2-4-15,-1-1 5 0,-2 3 5 0,-3-3 5 0,0-2 0 16,-1 2 0-16,-3-1-11 0,1 1 16 0,-2 2-5 16,-3-2-5-16,-1-1 10 0,1 1-5 0,0 3-5 0,-5 1 0 0,0 3 0 0,-3-3 5 0,0-2-10 15,-1 0 5-15,-1 2 0 0,-3 1 5 0,2-2 0 0,-6 3-11 16,2-2 6-16,0 3-10 0,-4-4-1 0,2 1-15 16,-2 2 16-16,1-1-5 0,-1 1 25 0,2-4-5 0,-2-1-5 15,1-1 10-15,1 1-5 0,2 2 5 0,-2-4-5 16,1 1 20-16,0 3 1 0,2-1 4 0,3 3 6 0,3 1 5 15,-1 5-5 1,4-5-16-16,4 1 1 0,-2 0-11 0,4 1 10 0,-1 1-10 16,1-1 1-16,3 0-17 0,1-3 16 0,-3 5-15 0,3-1 20 15,2 1-10-15,2-3-25 0,1 2-42 0,1 0-45 0,3-1-63 16,0 1-101-16,4 3-108 0,2-2-76 0,1-1 230 16,4 1 115-16</inkml:trace>
  <inkml:trace contextRef="#ctx0" brushRef="#br0" timeOffset="3133.79">19379 8680 644 0,'0'0'153'0,"0"0"-132"0,0 0-31 0,-7 7-6 0,7-7 16 15,0 0 0-15,0 0 6 0,0 0-6 0,0 0 0 0,1 7-11 16,5 3 6-16,4 5-10 0,7-2-62 0,8-1-56 16,1 4-62-16,6 5 14 0,6 1 90 0,-3 4 46 0</inkml:trace>
  <inkml:trace contextRef="#ctx0" brushRef="#br0" timeOffset="8666.13">25480 8324 445 0,'0'0'46'16,"0"0"-26"-16,0 0 21 0,0 0 15 0,0 0-15 0,0 0-10 15,0 0-11-15,0 0-10 0,0 0-15 0,0 0 0 16,0 0 10-16,0 10-10 0,2 0 5 0,-2-10-5 0,2 11 5 15,-1 1 0-15,1 1 0 0,0 1 0 16,3 0 10-16,0 0-15 0,-3 3 25 0,1 0-15 0,-3 2-4 16,-3-2-6-16,3 1 0 0,-2-1 15 0,0 4-15 0,-1 0 5 0,-2-1 5 0,1-1 0 15,1-1 0-15,0 0-5 0,-1 0 0 0,3-2 0 16,-1-1 0-16,0-2 0 0,1 0 0 0,1-13 10 0,0 13-15 16,-2-3 5-16,0 3-5 0,2-13-5 0,0 0-26 0,0 0-5 15,0 0-25-15,0 0 15 0,0 0-1 16,0 0-20-16,0 0-15 0,0 0-35 0,0 0 22 0,0 0 50 15,0 0 25-15</inkml:trace>
  <inkml:trace contextRef="#ctx0" brushRef="#br0" timeOffset="9810.48">25457 8746 245 0,'0'0'87'0,"0"0"-16"0,0 0-9 0,0-6-11 0,0 6 5 0,0 0 1 0,0 0 4 0,0 0-10 15,0 0 15-15,0 0-14 0,0 0 19 0,0 0-9 0,0 0-6 16,0 0-10-16,2-6 5 0,3-4-4 0,-5 10-1 0,5-9-5 15,-5 9 10-15,0 0-16 0,0 0 6 0,0 0 5 16,5-12 21-16,5 12-10 0,-10 0-6 0,13-2-21 0,-4 4-4 16,-9-2-6-16,14 1 1 0,-4 0-1 0,0 0 11 0,0-2-6 15,1 0-9-15,-1 1-11 16,0-1 5-16,4-1-5 0,-3-1 1 0,1-1-6 16,2 2 0-16,2-1 0 0,1-1 0 0,1 1 0 0,0-2 0 15,4 1 0-15,-1-1 0 0,1 0-11 0,-1 1 16 16,4 1-5-16,-4-2 6 0,4 1-6 0,0 1 0 0,-4 2 0 15,4 0 0-15,-2-3 0 0,0 2-11 0,-3 1 6 0,5-1 10 0,-4 1 0 0,1 0-10 0,1 0 10 0,0-1-5 16,1 2 6-16,2-1-6 16,-4 1 0-16,7 0 0 0,-4 0 0 0,2-4 0 0,0 3-11 15,4 0 6-15,-1 0 10 0,0-1 0 0,1 1 1 16,1-3-17-16,2 4 6 0,-1 2 10 0,1-1 0 0,0-1-10 16,2-3 10-16,-3 5-5 0,3-4-5 0,-1 5 10 15,0-6 5-15,1 3 32 0,0-2-1 0,-1-1 5 0,1 3-16 16,2-2-4-16,-2 2-10 0,3-1-16 0,-2 0 0 0,3-1 0 15,-2 2 0-15,1 0 0 0,-2 0 0 0,4 2 0 0,0-2 0 16,0 2 0-16,3-1 0 16,-3 0 0-16,0 3 0 0,0-1 0 0,2-1 0 15,-2-1 0-15,0 2 0 0,0-1 0 0,-1 1 0 0,0-1 0 0,-1 1 0 0,1 1 0 0,0-3 0 16,0 2 0-16,1-1 0 0,1-1 0 0,1 0 0 16,3-1 0-16,4-1 0 0,1 0 0 0,0 1 0 0,4 0 0 15,-2 1 0-15,-1 0 0 0,3-1 0 16,-3 3 0-16,3-2 0 0,1 3 0 0,-3-4 0 15,2 1 0-15,1-1 0 0,-4 1 0 0,3 0 0 0,-1-2 0 16,-3 5 0-16,-2-4 0 0,-1 2 0 0,1 2 0 0,-1-1 0 16,4-1 0-16,-6 0 0 0,3 1 0 0,0-3 0 15,-3 2 0-15,0-2 0 0,3 0 0 0,-3 2 0 0,-4-1 0 16,4 0 0-16,-4-2 0 0,1 2 0 0,0 0 0 16,-2 2 0-16,-1-2 0 0,-3 3 0 0,-1-3 0 15,-2 0 0-15,0 3 0 0,-2-4 0 0,-4 0 0 16,-1 3 0-16,1-3 0 0,-6-2 0 0,2 4 0 0,-3-1 0 0,-4-1 0 0,3 2 0 15,-3 1 0-15,0-5 0 0,-4 4 0 0,-13-2 0 16,12 1 0-16,1 0 0 0,-13-1 0 0,0 0 0 0,0 0 0 16,0 0 0-16,0 0 0 0,0 0 0 0,0 0 0 0,0 0 0 15,0 0 0-15,0 0 0 0,0 0 0 16,0 0 0-16,0 0 0 0,0 0 0 0,0 0 0 0,0 0 0 16,0 0 0-16,0 0 0 0,0 0 0 0,0 0 0 0,0 0 0 15,6-6 0-15,-6 6 0 0,7-5 0 0,-4-2 0 16,2-2 0-16,-5 1 0 0,0 8 0 0,2-11 0 15,0 0 0-15,-6-2 0 0,4 4 0 0,0 9 0 0,0-10 0 16,0 0 0-16,0 10 0 0,-1-11 0 0,-1 1 0 0,2-1 0 16,0 11 0-16,-2-11 0 0,2 11 0 0,0-12 0 0,0 12 0 0,-1-10 0 0,1-2 0 15,0 12 0-15,0 0 0 0,0 0 0 0,0-11 0 0,0 11 0 16,0-10 0-16,0 10 0 0,0 0 0 0,0 0 0 0,0 0 0 16,0 0 0-16,0 0 0 0,0 0 0 0,0 0 0 15,0 0 0-15,0 0 0 0,0 0 0 0,0 0 0 0,0 0 0 16,0 0 0-16,0 0 0 0,0 0 0 0,1 1 0 0,3 3 0 15,-3 3 0-15,4 6 0 0,-3 2 0 0,1 3 0 0,-1 5 0 0,1 3 0 16,-3-9 0-16,0-1 0 0,-1 0 0 0,1 0 0 0,1-2 0 16,-2 1 0-16,1-1 0 0,0-2 0 15,0-1 0-15,0-11 0 16,-2 14 0-16,2-14 0 0,0 10 0 0,0-10 0 0,0 0 0 16,0 0 0-16,0 0 0 0,0 0 0 0,0 0 0 0,0 0 0 0,0 0 0 0,0 0 0 0,0 0 0 0,0 0 0 15,0 0 0-15,0 0 0 16,0 0 0-16,-2-3 0 0,1-1 0 0,-1-7 0 0,0-2 0 15,2-5 0-15,0 0 0 0,0-8 0 0,2-2 0 16,1 14 0-16,-1-4 0 0,1 3 0 0,-1 2 0 0,1 0 0 16,-3 13 0-16,0 0 0 0,0 0 0 0,0 0 0 15,0 0 0-15,0 0 0 0,0 0 0 0,0 0 0 0,0 0 0 16,0 0 0-16,0 0 0 0,0 0 0 0,0 0 0 0,0 0 0 16,0 0 0-16,0 0 0 0,-5 0 0 0,4 3 0 0,-3 3 0 15,1 1 0-15,0 6 0 0,-1 0 0 16,1 4 0-16,1 0 0 0,2-8 0 0,0 0 0 0,0 3 0 15,0-12-42-15,0 11-234 0,0-11-47 0,0 0-60 0,2 11-124 0,-2-11 249 16,0 0 129-16,0 10 64 0</inkml:trace>
  <inkml:trace contextRef="#ctx0" brushRef="#br0" timeOffset="15333.33">20427 8212 532 0,'0'0'102'0,"-10"0"-31"0,10 0 16 15,0 0 6-15,0 0 9 0,0 0 0 0,0 0 1 0,0 0-1 0,0 0 11 0,0 0 14 16,-3-5-9-16,7-2-5 0,2-2-42 0,4-1-4 16,5-3-21-16,4-2 0 0,6 0-15 0,2 1-16 0,-4 2-9 0,2 0-6 0,2 0 0 15,2-2 0-15,1 0 0 0,2-1 0 0,6 1 0 0,-5-3 0 16,4 3-1-16,2-4-50 0,1 1-31 0,-2 1-35 15,-3-2-27-15,-3 5-35 0,-4-1-5 0,2 0-46 0,-8 1-36 16,-3 0-52-16,-2 1 80 0,-3 3 119 0,-4 1 60 16</inkml:trace>
  <inkml:trace contextRef="#ctx0" brushRef="#br0" timeOffset="15583.9">20847 7844 178 0,'13'-7'113'0,"3"0"-6"0,6-2 16 0,3-1-10 0,3-1 5 0,-7 3-11 15,0 0 0-15,2 3-15 0,-3-3-5 0,1 2-25 0,-1-1-21 16,-4 0-5-16,-1 3-31 0,0 0 10 0,-3 3-15 16,-12 1 6-16,0 0-6 0,12-2 10 0,-12 2-5 0,0 0 0 15,10 3-5-15,-10-3 10 0,5 6-5 0,-3 1 1 0,1 5-17 16,-6-1 16-1,-2 1-15-15,-4 6 10 0,-2-1-5 0,-1 0 5 0,-1-1 0 16,0 0-21-16,-1 1-30 0,0-1-51 0,3 2-37 16,-4 0-19-16,2-3-57 0,0-1-46 0,-2 1 69 0,0 0 96 15,2-1 48-15</inkml:trace>
  <inkml:trace contextRef="#ctx0" brushRef="#br0" timeOffset="15871.72">21889 7771 1263 0,'0'0'174'0,"3"-7"-87"0,-7 2 26 0,-2 1 50 0,-2 2-9 15,-3 2-61-15,0 1-93 0,11-1 0 0,-14 4 0 16,14-4 0-16,-15 8 0 0,10 0 0 0,1 2 0 0,1 1 0 15,-1 0 0-15,3 1 0 0,-1 3 0 0,2-1 0 16,3-2 0-16,-3 2 0 0,1 0 0 0,2-1 0 0,-1 1 0 16,1 0 0-16,-1-2 0 0,1 2 0 0,-1-2-93 0,3 0-50 15,-2 0-6-15,2 0-14 0,-4-1-11 0,3-1-21 16,-4-10 16-16,2 11-5 0,2-1 5 0,-3 0-16 0,-1-10-5 0,0 0 103 0,0 0 49 16,0 0 24-16</inkml:trace>
  <inkml:trace contextRef="#ctx0" brushRef="#br0" timeOffset="16101.09">22071 7706 890 0,'12'-9'97'0,"-12"9"-46"0,0 0 5 15,0 0 16-15,0 0 41 0,0 0 14 0,0 0-4 0,0 0-10 16,0 0-31-16,0 0-31 0,8 2-31 0,-3 2-14 0,-2 5-6 16,-1 2 0-16,-2 1 0 0,0 11 10 0,-2-2-15 0,-1 5 15 15,1-4-20-15,-1 3 10 0,1-4-36 0,1 1-20 16,-1 3-32-16,2-4-9 0,0 3 5 0,0-6-5 0,0 0 10 15,2-3 0-15,-1 1 5 16,1-1 0-16,0-3-10 0,1 0-5 16,-3-12 15-16,2 10-10 0,-2-10 10 0,0 0-15 0,0 0 10 15,3 12-31-15,-3-12-10 0,0 0 64 0,0 0 32 0,0 0 16 16</inkml:trace>
  <inkml:trace contextRef="#ctx0" brushRef="#br0" timeOffset="16356.59">22099 7712 286 0,'6'-10'143'0,"3"1"0"16,-9 9 16-16,10-4 5 0,0 1-16 0,0 0-5 0,1 2-15 16,0 1-20-16,-1 1-6 0,3 0-25 0,-2 3-15 15,-1-3-17-15,1 2 17 0,3 2-32 0,-4-1 1 0,6 1-16 16,-1-2-14-16,-2 2-1 16,2 1-5-16,1 1 5 0,1 0 0 0,-3 2 10 0,1-2-15 15,0 1 15-15,-3 0-10 0,0 4 5 0,-5-4-5 0,3 3 10 0,-2-1-5 0,-3 0 1 16,-3 3-6-16,-2-2 10 0,3 2 5 0,-6-3-5 0,-2 1-4 15,-1 2 4-15,0-2-5 0,-4 3 0 0,-2-3-5 0,0-1 0 16,-3 1 0-16,0 0 0 0,-1-1 10 0,-2 0-15 16,0-1-26-16,-2-4-92 0,-3 2-87 0,2-1-107 0,-3-1-97 15,2 0-13-15,-3 0 213 0,1-2 107 16</inkml:trace>
  <inkml:trace contextRef="#ctx0" brushRef="#br0" timeOffset="16672.66">21979 8435 1417 0,'-10'-3'107'0,"-4"1"-86"0,3-1 76 0,0 1 67 16,11 2 10-16,0 0-107 0,0 0-67 0,0 0 0 0,0 0 0 15,0 0 0 1,0 0 0-16,0 0 0 0,0 0 0 0,-10 2 0 0,2 3 0 16,2 4 0-16,4 2 0 0,1 5 0 0,-1 0 0 15,4 3 0-15,-1 1 0 0,0-2 0 0,0 1 0 16,-1 0 0-16,0-3 0 0,-1 0 0 0,2 4 0 0,-3-4 0 16,2 3 0-16,-3-2 0 0,2-2 0 0,0-2 0 0,-2 2 0 15,3 3 0-15,0-18 0 0,-1 12-73 0,1-12-80 0,-1 11-42 16,1-1-14-16,0-10-27 0,0 0-35 0,0 0-31 0,0 0-31 0,0 0 195 0,-5 4 69 15,-3-5 35-15</inkml:trace>
  <inkml:trace contextRef="#ctx0" brushRef="#br0" timeOffset="17046.81">21643 8586 900 0,'0'0'250'16,"0"0"-183"-16,0 0-72 0,0 0 25 15,0 0 6-15,0 0 15 0,0 0 10 0,0 0 5 16,0 0-4-16,0 0-6 0,0 0-16 0,0 0-24 0,3 1-6 15,3-1 5-15,5-1-10 0,4 0 5 0,4-3 5 0,2-3-10 0,9-3 5 0,3 0 5 0,-10 1-10 0,0-1 5 16,1-1-5-16,2 2 5 0,-4 1 10 0,4 2-5 16,-3-1 0-16,-2 2-5 0,-1 2-10 0,-1 1 15 0,-2 2-15 15,-2 5-1-15,-1 2 1 16,-2-1 15-16,-2 5-10 0,0 1 5 0,-5 7 5 0,0 0-10 16,-2-1 5-16,1 3 5 0,-3 0 10 0,-1 4 6 0,0-1 20 15,0 1 20-15,-3-4 6 0,1-2-1 0,1-1-4 16,-1-3 9-16,0 1 27 0,2-16-77 0,-3 12-21 15,0-2 0-15,3-10 0 0,-2 9 0 0,2-9 0 0,0 0 0 0,0 0 0 16,0 0 0-16,-7 0 0 16,-1-3 0-16,3 0 0 0,-1-4 0 0,0-5 0 0,2-2 0 15,-1-4 0-15,2-5 0 0,1 6 0 0,2 0 0 0,0-3 0 0,2 0 0 0,1-1 0 16,-1 0 0-16,3 1 0 0,0-2 0 0,0 2 0 16,2 4 0-16,2-2-88 0,-1 5-152 0,-1 0-6 0,1 2 31 15,0 2 26-15,2 5 30 0,-1-3 0 0,1 2 11 0,1 3-11 16,1-1 21-16,2 3-5 0,0 2 61 0,1 0 41 15,1 2 21-15</inkml:trace>
  <inkml:trace contextRef="#ctx0" brushRef="#br0" timeOffset="17404.27">22384 8486 434 0,'9'-2'261'0,"-9"2"-25"0,0 0 4 16,0 0-9-16,0 0-22 0,0 0-14 0,0 0-21 0,0 0-107 16,0 0-67-16,0 0 0 0,3-8 0 0,-1 0 0 15,-4 2 0-15,-1 2 0 0,3 4 0 0,-7-8 0 0,7 8 0 16,-11-5 0-16,11 5 0 0,0 0 0 0,-11-1 0 0,-4-2 0 0,5 13 0 0,-4 0 0 15,3 2 0-15,-1 1 0 0,1 5 0 0,1-3 0 0,-2 4 0 16,4-2 0-16,3 2 0 0,-2-4 0 0,3 0 0 16,0-1 0-16,0-1 0 0,3 2 0 0,1-15 0 0,0 12 0 15,-1-1 0-15,1-11 0 0,0 10 0 0,0-10 0 0,0 0 0 16,0 0 0-16,0 0 0 0,5 11 0 0,-5-11 0 0,0 0 0 16,9 5 0-16,-1-5 0 15,4 3 0-15,0-8 0 0,1-1 0 0,0-4 0 16,0-4 0-16,-1-1 0 0,-2 3 0 0,-2-1 0 15,1-3 0-15,-2 1 0 0,2 0 0 0,1 1 0 0,0 0 0 16,-3-2 0-16,1 1 0 0,-1 3 0 0,1 2 0 0,-8 10 0 16,0 0 0-16,0 0 0 0,0 0 0 0,0 0 0 0,0 0 0 15,0 0 0-15,0 0 0 0,5 0 0 0,0 3 0 16,-4 5 0-16,0 3 0 0,-1 4 0 0,-1 3 0 0,-4 3 0 0,0 3-103 0,1-9-61 16,2-3-10-16,-3 3-5 0,1-2-5 0,3 0-11 0,1-13 6 15,0 0-21-15,-4 13-5 0,4-13-30 0,0 0 150 16,0 11 48-16,0-11 23 0</inkml:trace>
  <inkml:trace contextRef="#ctx0" brushRef="#br0" timeOffset="17773.68">22522 8424 542 0,'8'-15'148'16,"-8"15"-35"-16,0 0-11 0,0 0 0 0,0 0-20 0,0 0 0 0,7-14-15 0,-7 14-1 0,0 0-4 15,0 0-11-15,0 0-5 0,0 0-16 0,0 0-14 0,5-1-11 16,-1 5 5-16,-2 3-5 0,-1 3-10 0,-1 1 0 15,-1 5 10-15,-3 3 0 0,2 3 1 16,2-22-17-16,-5 14-4 0,0-2-16 0,1 2-5 0,-1-2-5 16,5-12 0-16,-3 11 11 0,3-11 15 0,0 0-11 15,0 0 5-15,0 0 6 0,0 0 0 0,0 0-1 0,0 0 6 16,0 0 5-16,-2 13 5 0,2-13 0 0,0 0 0 0,0 0 0 16,0 0 10-16,0 0-15 0,4 1 5 0,2-3-5 0,3-3 5 15,0-3 0-15,3-2 0 0,-1-2 0 16,6-3 10-16,-2-4 5 0,-4 8 27 0,1 1-1 15,1-1 15-15,1 1-10 0,-2 2-21 0,1 0-4 0,-1 2-6 0,-1 0 5 0,2 3 1 16,-13 3-11-16,10-2 6 0,-10 2-1 0,0 0 5 0,7 3-9 16,1 2-6-16,-3 2-5 0,-3 0 0 0,2 4-10 0,-7 2 5 15,1 0 0-15,-4 2 5 0,1-2 10 0,-3-1-15 16,1 2 5-16,-1 0-26 0,1 0-5 0,-2-4-30 0,2 2-11 16,-3 0-20-16,5-1-15 0,-4-1-21 15,9-10-41-15,-6 7-31 0,-3 1-51 0,9-8 29 16,0 0 111-16,0 0 55 0</inkml:trace>
  <inkml:trace contextRef="#ctx0" brushRef="#br0" timeOffset="18136.59">22945 8324 972 0,'0'0'215'16,"0"0"-72"-16,0 0-56 0,0 0-6 0,0 0-14 0,0 0 10 15,0-1-10-15,-2 1-32 0,-5 6-19 0,-3 4-16 16,-2 0 0-16,-3 3 0 0,-1 2 0 0,-2 3-11 0,8-5 16 15,0-2-35-15,0 1-11 0,2-2-31 0,8-10-5 0,-7 10-35 16,7-10-6-16,-5 10 0 0,5-10 1 0,0 0-1 16,0 0 15-16,0 0-9 0,0 0 20 0,4 10 0 0,-1-2 10 0,2-1 21 0,-5-7 30 15,12 5 31-15,-3-3-5 0,3 2 5 0,-2 0 5 16,3-3 0 0,-13-1 10-16,10 0 21 0,0 1 15 0,0-1 1 0,-2 3 4 15,-8-3 20-15,10 1 6 0,-10-1-5 0,0 0 0 0,9 1-10 0,-9-1-1 0,0 0 16 0,0 0 0 0,0 0 5 16,0 0-5-16,0 0-11 0,9 4-14 0,-9-4-22 15,0 0-9-15,0 0-16 0,0 0-4 16,5 7-6-16,-4 2 0 0,-1 2 0 0,-2-1 0 16,-3 0-11-16,-3 2 16 0,-1-2-5 0,-3-1 6 0,4-3-6 15,-2-2 0-15,0 1-21 0,0 1-30 0,2-1-41 16,8-5-21-16,0 0-31 0,-10 4-29 0,10-4-11 0,-8 5-47 16,-2 0-35-16,10-5 115 0,0 0 76 0,0 0 37 0</inkml:trace>
  <inkml:trace contextRef="#ctx0" brushRef="#br0" timeOffset="18361.59">23116 8431 675 0,'0'0'296'0,"0"0"-40"0,0 0-10 0,0 0 20 16,0 0 0-16,0 0-224 0,10 0-42 0,-10 0 0 0,0 0 0 16,6 5 0-16,-1 1 0 15,-7 4 0-15,-1-1 0 0,-3 2 0 0,2 4 0 0,-2 0 0 16,6-15 0-16,-7 12 0 0,4 1 0 0,-2-2 0 15,0-3 0-15,5-8 0 0,-4 13 0 0,3-2 0 0,-3-1 0 16,3 1 0-16,1-11 0 0,0 0 0 0,0 0 0 0,0 0-83 16,-1 9-65-16,-4 1-42 0,5-10-19 0,0 0-37 15,-3 11 0-15,3-11-4 0,-5 9-27 0,5-9 78 16,0 0 99-16,0 0 50 0</inkml:trace>
  <inkml:trace contextRef="#ctx0" brushRef="#br0" timeOffset="18541.16">23085 8323 1688 0,'1'-10'235'0,"-1"10"-127"0,0 0-92 15,0 0-16-15,0 0 0 0,0 0 0 0,-1-8 0 0,1 8 0 16,0 0 0-16,0 0 0 0,0 0 0 0,0 0 0 0,0 0 0 31,0 0 0-31,-3-10 0 0,3 10-195 0,0 0-153 0,0 0-46 16,0 0-67-16,4-10 136 0,1 1 163 0,0 0 81 0</inkml:trace>
  <inkml:trace contextRef="#ctx0" brushRef="#br0" timeOffset="19404.06">23308 8404 1074 0,'-7'9'138'0,"-1"-1"-107"0,8-8 10 0,0 0 35 16,0 0 42-16,0 0 15 0,0 0-10 0,0 0-51 0,0 0-32 0,0 0-9 0,0 0-5 15,0 0-1-15,0 0 6 0,0 0-5 0,0 0 10 16,3 4-11-16,2-3-24 16,0-1-1-16,5-1 0 0,1-3 0 0,0 0 0 0,5-3 0 15,3-4 0-15,-9 5 0 0,-10 6 0 0,10-8 0 0,-4-2 0 0,-6 10 0 0,7-8 0 0,-2-4 0 16,0 3 0-16,-3-1 0 0,-1-2 0 0,-1 12 0 16,0-9 0-16,0 9 0 15,0-12 0-15,0 12 0 0,0 0 0 0,0 0-73 0,0 0-39 16,-3-8 30-16,-4 3-5 0,1 2 21 0,-4 3-1 0,0 3 16 15,-1 2 15-15,-2 5 10 0,-2 4 16 0,4 4 5 16,0-2 5-16,0 0-10 0,-2 0 15 0,3 2-15 0,-1 0 10 16,4-2-5-16,-2 0 5 0,3-2-11 0,-2 0 6 15,6 1-10-15,2-15 0 0,-5 11-6 0,5-11 1 0,0 0-1 16,0 0 1-16,0 0 10 0,0 0-6 0,0 0 21 16,2 8-15-16,3-1 10 0,3-4-15 0,2-5 20 0,0 1-5 15,6-6 5-15,-1 0-5 0,2-3 0 0,-3 0 0 0,2-1 10 0,-1-3 16 16,1 3 10-16,-1-2 4 0,2 0-9 0,-1 0 15 0,1-1-5 15,1-1 5-15,1 3-15 0,-5-1-16 0,3 1-9 0,-2 3-6 16,-3 0 0-16,1 6 10 0,-13 3 5 0,0 0 16 16,0 0-16-16,0 0-4 0,0 0-11 15,6 2 0-15,-5 6 0 0,-2 2 0 0,-3 2 0 0,-2 4-11 16,0 0-15-16,-4 2-30 0,0 1-16 0,-2-5-9 16,5 1-12-16,-1-4 17 0,4 1 4 0,-1 0 11 0,-3-2-11 15,8-10 16-15,0 0-6 0,0 0 6 0,0 0-5 0,0 0 30 16,0 0 16-16,0 0 15 0,0 0-11 0,0 0 16 15,0 0-15-15,0 0 10 0,0 0-5 0,0 0 5 0,3 1 10 16,2-4 16-16,1 0-1 0,2-5 11 0,2-1-10 0,2-2-1 16,0-2-4-16,3-3-1 0,-6 7 22 0,2-2-2 0,-1 2 17 0,-1 2-1 15,-9 7 5-15,0 0 1 0,0 0 9 0,0 0 6 16,0 0-5-16,0 0 4 0,0 0-9 0,0 0-10 0,6 1-12 16,0 1-14-16,-2 6-16 0,0 2-9 0,-4 1-6 15,0 5 0-15,-5 1 0 0,2 2 0 0,1-5 0 0,2-2-11 16,-4-1-14-16,3 2-11 0,1-13-5 0,0 11-10 0,0-11 5 0,0 0-1 0,0 0 6 0,0 0 0 15,0 0-10-15,0 0 16 0,0 0 4 0,0 0 21 16,0 0 5-16,0 0 5 0,5 7 0 0,0-3 0 0,2-2 0 16,2-4 0-1,-1-3 0-15,4-1 0 0,-1-2 10 0,3-7-5 0,-7 3 11 16,3-2-11-16,2-1 10 0,0-1 0 0,-1 0 26 0,4-4 31 0,-2 2 10 0,1-5 15 0,-2 1-10 16,2 0-20-16,0-2-37 15,-2 3-9-15,-2 1 4 0,1 4 11 0,-3-2 25 0,-1 5 11 16,-7 13-71-16,0 0-1 0,0 0 0 0,0 0 0 15,0 0 0-15,0 0 0 0,0 0 0 0,0 0 0 0,0 0 0 16,0 0 0-16,3-1 0 0,-2 3 0 0,-2 7 0 0,-4 2 0 16,0 4 0-16,-4 2 0 0,3 5 0 0,-3 1 0 0,3-8 0 15,1 0 0-15,-1-1 0 0,3-1 0 0,1 2 0 16,-3-4 0-16,2 2 0 0,-2-1 0 0,3-1-52 0,-1 0-101 0,1-1-21 0,2-10-16 16,0 0-20-16,0 0-20 0,-4 11-41 15,4-11-52-15,0 0 101 0,-1 9 111 16,1-9 55-16</inkml:trace>
  <inkml:trace contextRef="#ctx0" brushRef="#br0" timeOffset="19603.61">23758 8296 1913 0,'0'0'134'15,"-7"-8"-134"-15,7 8 0 0,0 0 0 0,0 0 0 0,0 0 0 16,0 0 0-16,0 0 0 0,0 0 0 0,0 0 0 0,0 0 0 15,0 0 0-15,0 0 0 0,5-9 0 0,2 2 0 16,3-1 0-16,0 1 0 0,5 1 0 0,2 1 0 0,8-3 0 16,5-2 0-16,-10 2 0 0,1 2-52 0,0-3-398 0,-1-1-62 15,0 1-66-15,1-1 350 0,-2 1 114 0,-1-1 57 0</inkml:trace>
  <inkml:trace contextRef="#ctx0" brushRef="#br0" timeOffset="21441.78">21874 9748 1565 0,'8'-22'72'0,"-3"1"-72"0,0 0-10 0,-3 1 25 0,1 0 31 16,-3 4 25-16,1 2 22 0,0 1 24 0,2 1-39 15,-3 12-78-15,0 0 0 0,0 0 0 0,0 0 0 0,0 0 0 16,0 0 0-16,-8-3 0 15,1 8 0-15,-3 5 0 0,-4 3 0 0,2 7 0 16,-3 1 0-16,-4 10 0 0,1 1 0 0,8-4 0 0,0-5 0 0,3 0 0 0,-1 1 0 0,3-2 0 16,0-1 0-16,4-6 0 15,1 1-1-15,1-3-101 0,2 1-6 0,-1 0 16 0,-2-14 5 16,8 6 5-16,-1 0 11 0,3-4-6 0,0 0 11 16,2-5-1-16,3-3 6 0,0-3 9 0,0-3 6 0,0-2 15 15,2-2 16-15,2 1 10 0,-1-3-5 0,2-2 15 16,-2 0-15-16,-2-1 20 0,4-1-10 0,-4 0 5 0,-1-1-5 15,0-3 20-15,0 4-10 0,-1 0 11 0,0 4-6 0,-1 2-4 16,-5 3 4-16,1 3 0 0,-9 10 16 0,0 0-5 0,0 0 10 0,0 0 0 16,10-1 15-16,-10 1 5 0,6 5 26 0,3 4 0 15,-4 3 5-15,1 3-26 0,-1 0 0 16,2 4-25-16,1-2 5 0,-2-3 5 0,3-3-10 0,-2-3-5 16,3 0 0-16,4-2-16 0,-2 0-4 0,1-3-11 0,-1-2 0 0,2-1 0 15,-3-2 0-15,3-1 0 0,-1-2 0 0,0-1 0 0,-1-2 0 16,-1-4 0-16,-2 2 0 0,1-1 0 0,-3 2 0 0,-2-1 0 0,-2 2 0 0,-3-5 0 15,0 3 0-15,-5 0-32 0,0 2-44 0,-4-1-17 0,-4 0 22 16,-2 1-1-16,0 0 1 0,-3 2 25 0,0 4-1 16,-2-2 22-16,4 5-1 0,-4 0 26 0,3-1-10 15,3 5 0-15,-1-1-11 0,1 2 11 0,3-2-36 0,11-4-26 16,0 0-25-16,0 0-5 0,0 0 30 0,0 0 6 0,0 0 30 16,0 0-5-1,0 0-5-15,1 2 0 0,4-2 20 0,4 0 16 0,2 0 10 16,8 0 10-16,-3-2-5 0,9-4 11 0,2 1 9 15,-7 1 42-15,3-1 20 0,-1 3-5 0,1-2-1 0,-2 0-24 16,1 3-6-16,-3 2 10 0,-1 3 11 0,-1-2 20 0,-3 5-5 16,-4-1 0-16,0 2-15 0,-5 2-16 0,0 3-10 15,-1-1-15-15,-3-2 5 0,-1 6 0 0,-1-5 5 0,-2 4-11 16,-1-2 12-16,-1 0-42 0,-1 2 0 0,0-4 0 0,1 1 0 0,5-12 0 0,-8 9 0 16,8-9 0-16,0 0 0 0,0 0 0 0,0 0 0 0,0 0 0 15,0 0 0-15,0 0 0 0,0 0 0 0,0 0 0 0,0 0 0 16,0 0 0-16,0 0 0 0,0 0 0 0,-2-1 0 0,2-3 0 15,2-3 0-15,2-3 0 0,5-6 0 0,-2 0 0 16,2-4 0-16,2-2 0 16,-1 7 0-16,0 0 0 0,2 0 0 0,0-2 0 15,-1 3 0-15,2-1 0 0,-1 5 0 0,-1 0 0 0,-11 10 0 0,12-7 0 0,-12 7 0 0,0 0 0 0,0 0 0 16,0 0 0-16,8 0 0 0,2 2 0 0,-7 6 0 16,1 2 0-16,-4 5 0 0,0-1 0 0,-2 1 0 0,-3 4 0 15,0-5 0-15,0 1 0 0,0-1 0 0,2-1-21 0,-1-1-71 16,4-12 4-16,-4 11-9 0,4-11 10 0,0 0-10 15,0 13 0-15,0-13 15 0,0 0 41 0,0 0 16 16,0 0-1-16,6 7-20 0,1-3 0 0,3-2-1 0,3-4 17 16,-1-2 4-16,3-3 6 0,2-3 20 0,2 0 0 15,-4 0-5-15,-3 0 10 0,2-1-5 0,-2-3-5 16,2 3 10-16,0-4 26 0,1 4 20 16,-3-4 10-16,0 0 1 0,-2 0-11 0,-10 15 5 15,0 0 0-15,8-12 16 0,-8 12-5 0,0 0-32 0,0 0-19 0,0 0-16 0,0 0 10 0,0 0-5 16,0 0-10-16,4-1 0 15,-4 3 10-15,-5 6 0 0,-2 0-10 0,-1 7 0 16,1 4 0-16,-1 1 5 0,-1 3 10 0,7-9-15 0,-3 1-5 16,5-2-41-16,-3 1-6 0,3-4-9 0,0-10 4 0,0 0 21 15,0 0 0-15,3 12 16 0,-3-12-11 0,0 0 21 0,0 0 5 0,5 8-1 0,1-6 16 0,4 1-15 0,0-3 20 16,0-4-10-16,3-3-5 0,0-1 10 0,0-4-5 0,-1-1 6 16,-2 2-6-1,-1-2 10-15,0-1 15 0,1-3 11 0,1-2-16 0,-2-3 1 16,1-2 15-16,1-2 15 0,3-4 10 0,-3-1 11 15,4-1 5-15,-3 0-16 0,1 3 1 0,-2 2 14 16,-1 5-4-16,-3 3 10 0,-7 19-25 0,0 0-57 16,0 0 0-16,0 0 0 0,0 0 0 0,0 0 0 0,3-4 0 0,-6 7 0 15,1 7 0-15,-3 7 0 0,-6 7 0 0,-3 5 0 0,-1 5 0 16,-1 3 0-16,2-8 0 0,3 0 0 0,1 1 0 0,-1-3 0 0,4-2 0 0,2-2-1 16,0-4-81-16,0 1-10 0,3-1 15 0,-1-1-4 15,3-1-7-15,0-4 12 0,0-2-27 0,0-11 16 0,0 0 6 16,0 0 14-16,0 0 26 0,0 0 0 0,0 0 26 0,7 7 5 15,-2-5 10-15,6-4-11 0,-1-3 16 0,4-5-5 0,1-4 6 16,1-3 14-16,4-3 31 0,-8 3 11 0,3-3 14 16,0-3 11-1,1 3 0-15,2 1-10 0,-2 0-41 0,-1-1-20 0,0 4-6 16,-2 4 5-16,-13 12-5 0,0 0 16 0,0 0 4 0,0 0 1 0,0 0-16 0,0 0-9 0,8-3 4 0,-3 7-5 16,-3 3-10-16,-4 6 0 0,-3 5 10 0,0 3 0 0,-3 3 0 15,-4 1-15-15,6-7-6 0,-1 1-25 0,0-2-10 16,2-2-20-16,0-2 4 0,4-2-10 0,1-11 11 0,0 0-1 15,0 0 16-15,0 0-5 0,0 0 20 16,0 0 5-16,0 0 11 0,0 0 10 0,0 0 5 0,3 5 5 16,4-6 0-16,-2-2 0 0,5-3 0 0,0-7 20 0,3 1 31 15,0 0 11-15,0-7 14 0,-5 4-19 0,2 2-6 0,0-2-10 16,0 1 0-16,-2 0-21 0,2 1-9 0,-1-2-11 16,1 4 10-16,-4 1 5 0,-6 10-5 0,0 0 6 15,0 0-1-15,0 0 5 16,0 0-9-16,0 0-6 0,0 0-5 0,0 0 0 0,1 2 0 15,2 6 0-15,-6 2 0 0,1 1 0 0,-3 5 0 0,0 1 0 0,-2 4 0 0,-1 0 0 0,4-8-10 16,4-13-6-16,0 0-15 0,-3 10-5 0,3-10 6 0,0 0-16 16,0 0 15-16,0 0 0 0,0 0 11 0,0 0 0 15,0 0-1-15,0 0 11 0,0 0 15 0,5 3-10 0,2 1 5 16,3-3-5-16,0-4 5 0,2-3 0 0,6-2 0 0,-1-2 0 16,3-6 10-16,-5 6-5 0,0-4 21 15,1 2 25-15,2 0 20 0,-1-6 11 0,-1 2 0 0,1-1-10 16,1 1 15-16,-3-3-5 0,2 2-15 0,-6 1-16 0,0 3-20 15,-11 13-31-15,0 0 0 0,10-8 0 16,-10 8 0-16,0 0 0 0,0 0 0 0,0 0 0 16,0 0 0-16,0 0 0 0,7 1 0 0,-2 6 0 0,-7 2 0 15,1 5 0-15,-3 3 0 0,1 3 0 0,-2 1 0 0,-3 0 0 0,3-7 0 16,0-3 0-16,4 0 0 0,-4 1 0 0,5-12 0 0,0 11 0 0,0 1 0 0,0-12 0 16,0 8 0-16,0-8 0 0,0 0-77 0,-3 10-31 0,3-10 11 15,3 10 20-15,-3-10-10 0,0 0-26 0,5 9-30 16,1-2-26-16,2 1-20 0,-1-3-11 0,3-4-15 0,0-1-15 15,2-1 59-15,-2-4 85 0,3 0 43 0</inkml:trace>
  <inkml:trace contextRef="#ctx0" brushRef="#br0" timeOffset="21637.34">23454 9508 1519 0,'-12'2'210'16,"-1"-1"-154"-16,13-1-15 0,0 0 41 0,0 0 15 15,0 0-55-15,0 0-42 0,0 0 0 0,0 0 0 0,0 0 0 16,0 0 0-16,0 0 0 0,0 0 0 0,0 0 0 0,2 2 0 16,3-6 0-16,5 0 0 0,3-1 0 0,5 1 0 0,1-5 0 15,5 0 0-15,3-2 0 0,-6 3-88 0,-1 1-75 16,0-3-17-16,1 1-19 0,-3-2-1 0,4 2-25 0,-1-1-21 16,-5 5-25-16,3-2 33 0,-1 2 119 0,-2 1 60 0</inkml:trace>
  <inkml:trace contextRef="#ctx0" brushRef="#br0" timeOffset="21824.83">23850 9401 736 0,'-5'11'343'0,"-1"2"-82"0,-3-1-11 15,9-12-14-15,-8 7-15 0,0 2-221 0,2 0 0 0,-2-1 0 16,1 1 0-16,2 1 0 0,0 0 0 0,-3-1 0 16,4 1 0-16,-3 1 0 0,4 1 0 0,3-12 0 0,-3 10 0 15,1 0 0-15,-1 0 0 0,1 2 0 0,2-12 0 0,0 0 0 16,0 0 0-16,0 11 0 0,-2 2 0 0,2-13-129 0,0 0-55 15,0 0-16-15,0 0-30 0,0 0 0 0,0 0-21 16,0 0-5-16,0 0-30 0,0 0 145 0,0 0 71 0,0 0 35 0</inkml:trace>
  <inkml:trace contextRef="#ctx0" brushRef="#br0" timeOffset="22501.57">23768 9289 1166 0,'0'0'394'0,"0"0"-348"0,0 0-92 0,0 0 15 16,0 0 26-16,0 0 10 0,0 0 11 0,0 0-1 0,0 0-15 16,0 0 0-16,0 0-5 0,0 0 5 0,0 0 0 0,0 0-10 15,0 0-16-15,0 0 0 0,0 0-10 0,7-7 21 16,1 7-5-16,2 0 4 0,-3 7 6 0,2-2 5 0,1 4-5 16,1 1 15-16,3 7-15 0,-8-8 20 0,0 0-10 0,2 1 15 15,-3-2 31-15,1 2 31 0,-4 4 10 0,1 1-10 16,-2-2-21-16,0 3-31 0,-1-1-14 0,-1 4-11 15,1 0-10-15,-1-1 5 0,1 1 0 0,0-4 5 0,0 0 0 16,2-2 0-16,2 2 0 0,0-3-11 0,2 1 6 0,-1-4 0 16,-5-9 5-16,10 3 10 0,-1 3-5 0,0-1-10 15,1-6 10-15,2-1-15 0,1-5 10 0,-2-1-5 0,2-1 15 16,-3-1-5-16,0-1 11 0,0-3 20 0,0 1-6 0,-3-3 11 16,1 1-15-16,-3-4-1 0,-2 1 6 0,1-1 5 15,-4-2 16-15,0 2-52 0,0 2 0 0,-5 3 0 0,0-1 0 16,5 15 0-16,-4-11 0 0,-4 1 0 0,8 10 0 15,0 0 0-15,0 0 0 0,0 0 0 0,-5-8 0 0,5 8 0 16,0 0 0-16,-7-8 0 0,7 8 0 0,0 0 0 0,0 0 0 16,0 0 0-16,0 0 0 0,0 0 0 0,0 0 0 0,0 0 0 15,0 0 0-15,2-1 0 0,3 0 0 0,0 1 0 16,2 1 0-16,1 3 0 0,4 1 0 0,-1 3 0 0,0 3 0 16,-8-2 0-16,2 4 0 0,-5-13 0 0,2 14 0 0,1 1 0 15,-1-1 0-15,1 5 0 0,-2-2 0 0,3 0 0 16,-3-1 0-16,-1 3 0 0,1-5 0 0,-2-1 0 0,1 2 0 15,0-15 0-15,0 0 0 0,0 10 0 0,0-10 0 0,0 0 0 16,0 0 0-16,0 0 0 0,0 0 0 0,0 0 0 16,0 0 0-16,0 0 0 0,0 0 0 0,0 0 0 0,0 0 0 15,0 0 0-15,0-4 0 0,5-2 0 0,-1-5 0 0,1-3 0 16,-2-1 0-16,6-6 0 0,1 0 0 0,0 9 0 0,0-3 0 16,0 1 0-16,1 0 0 0,3 0 0 0,1 1 0 15,-3 1 0-15,2 2 0 0,-1 0 0 0,-1 6 0 0,-3 1 0 16,-9 3 0-16,0 0 0 0,0 0 0 0,0 0 0 15,10 2 0-15,-3 2 0 0,-2 2 0 0,0 2 0 0,-4 3 0 16,-1 2 0-16,-1 2 0 0,-4 0 0 0,0-4 0 0,0 3 0 16,0-2 0-16,0 3 0 0,0-2 0 0,0-2 0 15,2 1 0-15,-2 1 0 0,2 0 0 0,-1-3 0 0,-2 0 0 0,2 0 0 0,4-10 0 0,-3 10-333 16,3-10-87-16,-8 10-76 0,3-1 97 0,5-9 199 0,0 0 100 16</inkml:trace>
  <inkml:trace contextRef="#ctx0" brushRef="#br0" timeOffset="33805.05">25093 9152 670 0,'0'0'179'0,"0"0"-128"16,1-3 20-16,4 1 32 0,-1-2 30 0,-3-2-5 16,4-4-21-16,0-5-15 0,0 0-30 0,1-2-21 0,-6 17-16 15,5-9-4-15,0 2 9 0,4-5-4 0,0 5 20 0,1 0-15 16,4-1-1-16,-3 1-19 0,4-1-6 0,0 2-5 0,0 2 0 0,0 1 0 16,0 0 0-16,0 1 0 0,-4 2 0 0,1 0 0 0,1 2 0 15,-13-2 10-15,10 4-5 0,-3 1-10 0,1 2-10 0,-6 2-6 16,-2 1-20-16,-1 4 10 0,-4-2-9 0,-1 3 4 15,-7 1 5-15,3-2 6 0,-2 0 4 0,-3 3 11 0,0-1 5 32,0-3 5-32,-1 1 0 0,0-2 0 0,1 2-10 0,-2 0 15 15,0-3-5-15,4 0 5 0,-2-5-5 0,2 4-10 16,1-1-16-16,2-1-10 0,10-8-25 0,0 0 10 0,0 0-1 0,0 0 22 16,0 0 25-16,0 0 5 0,0 0-5 0,0 0 10 0,0 0-15 15,0 0 10-15,0 0 5 0,4 3-10 0,1-3 15 16,3-1-10-16,5-3 5 0,2 2 5 0,3-5 15 0,2 0 22 15,4-1 29-15,-8 3-14 0,-1 1-16 0,0-1-21 0,0 3-14 16,-3 1-6-16,-12 1-5 0,13-1 0 0,-13 1 0 0,0 0 0 0,8 1 10 0,-8-1 5 16,0 0-14-16,9 5-1 0,-4 2 5 0,0 2 0 0,-4 0 0 15,-2 1-5-15,0 1 0 0,-4 1 0 0,0 1 10 16,-4-3 5-16,2 0 6 16,-2-5-11-16,-1 3 5 0,0 1-10 0,0-2 1 15,2 0-6-15,8-7 0 0,-13 4 10 0,4 3-15 0,-1-1 5 0,10-6-5 0,-10 5 5 0,10-5-31 0,0 0-36 16,0 0-66-1,0 0-41-15,0 0-46 0,0 0-56 0,0 0-41 0,0 0 46 16,0 0 135-16,-7-4 68 0</inkml:trace>
  <inkml:trace contextRef="#ctx0" brushRef="#br0" timeOffset="34450.14">25499 9139 726 0,'0'0'179'0,"11"-5"-10"0,-11 5 0 15,0 0 10-15,0 0-20 0,0 0-26 16,0 0-41-16,0 0-21 0,0 0-40 0,10-6-15 16,-10 6-16-16,0 0 10 0,0 0-5 0,0 0 0 0,6-9-5 0,-6 9-10 0,0 0 15 0,0 0-5 15,0 0 5-15,0 0-15 0,5-7 5 0,-5 7 0 16,0 0 5-16,0 0 10 0,0 0-5 0,4-7 0 0,-4 7-15 0,0 0 5 0,0 0 0 16,0 0 5-16,0 0 0 0,1 1 0 0,-2 5 0 0,1 1 0 15,-5 7 0-15,0 3 0 0,0 5 10 0,-1 4-15 16,-4 1 5-16,5-7-5 0,-2-4-6 0,2 2 16 0,2 0-5 15,1-3-5-15,4 0 20 0,-2-15-30 0,1 13 15 0,3 0 0 16,1-3 5-16,-5-10 21 0,0 0 25 0,7 8 1 16,-7-8-52-1,9 4 0-15,0-4 0 0,2-1 0 0,0-2 0 16,3-5 0-16,1-2 0 0,-3-3 0 0,-2 2 0 0,0-3 0 16,4 2 0-16,-4-2 0 0,1-1 0 0,-6 2 0 0,5-3 0 15,-4 2 0-15,1-3 0 0,0 2 0 0,-2 1 0 0,-4 2 0 16,4 1 0-16,-5-3 0 0,0 4 0 0,0 10 0 0,0 0 0 15,0 0-47-15,0 0-40 0,-3-10 10 0,3 10 16 16,0 0 4-16,-7-4 1 0,1 7-26 0,-3-3 11 0,-1 5-1 0,-1 1 11 0,1 3-1 0,1 1-9 16,9-10 4-16,0 0-10 0,0 0 21 0,-5 12 15 15,5-12 16-15,0 0 15 0,-1 11-6 0,0-2 11 0,2 2 0 16,0-2 5-16,-1-9 0 0,8 10-10 0,-3 0 15 0,1 1-15 16,-6-11 20-16,0 0 21 0,5 10 9 0,1-2 17 15,3 1-1 1,-4 0 5-16,-5-9 1 0,6 11-11 0,-1-1-26 0,-5-10 6 15,5 8-11-15,-5-8 16 0,9 13 0 0,-4-3-5 0,1-2 5 16,1 0 0-16,-7-8 15 0,10 6 15 0,-1 0-9 16,0-3 14-16,1-2-19 0,-1-6 9 0,1 3-5 0,0-2 6 15,0 0-36-15,-1-2-26 0,1-4 0 0,-4 1 0 0,3 1 0 16,-3 0 0-16,-1 0 0 0,-4-5 0 0,3 1 0 16,-3 2 0-16,2-3 0 0,-6 0 0 0,2-2 0 0,0 0 0 15,-3 0 0-15,-1 0 0 0,1-1 0 0,-2 1 0 0,0 0 0 0,-3 2-1 0,4 2-111 16,-3 2-11-16,1-2 0 0,7 11-10 0,0 0-16 0,0 0-19 15,-10-5-22-15,2 2-10 0,8 3-4 0,-10 0-21 16,10 0 15-16,0 0 105 0,0 0 53 16</inkml:trace>
  <inkml:trace contextRef="#ctx0" brushRef="#br0" timeOffset="34652.97">25873 9043 429 0,'10'-7'230'0,"-10"7"-35"0,0 0-1 0,0 0-30 0,0 0-21 15,0 0-46-15,0 0-30 0,6-7-31 0,-6 7 0 0,0 0-11 16,0 0 11-16,0 0-10 0,0 0 9 0,4 5-9 0,-2 0-1 16,1 4-14-16,-3 4-6 0,-4 1-5 0,3 7 0 0,-4 1 0 15,0 5-10-15,1-8 5 0,3 0-21 0,0-1-46 0,-2 2-40 0,2 2-6 16,1-3-4-16,0 1 14 0,-1-1-10 0,1-3 11 16,1 2 20-16,-2-3-6 0,1 1 12 15,1-3-17-15,-1 0-9 0,0 0-21 0,0-13-10 0,0 10-5 16,0-10 89-16,0 0 27 0,0 0 14 0</inkml:trace>
  <inkml:trace contextRef="#ctx0" brushRef="#br0" timeOffset="34938.21">26048 9153 362 0,'11'-14'174'0,"-2"3"-40"0,-9 11-17 16,10-11 16-16,-10 11-5 0,10-7 0 0,-10 7-5 0,0 0-21 16,0 0-10-16,0 0-30 0,0 0-11 0,0 0-31 0,0 0-9 15,0 0-11-15,0 0 10 0,0 0-15 0,0 0-5 16,-5 2 10-16,-2 4 0 15,-3 4-5-15,-3 3-11 0,-2-1-25 0,-3 3 10 16,-4 1 1-16,9-4 20 0,-2-2 5 0,4 1-6 0,-1 1 6 16,3-4 0-16,0 1 5 0,9-9 0 0,-10 9 10 0,5-1-15 15,5-8 5-15,0 0 5 0,0 0-10 0,-4 9 25 0,4 1-15 16,3-3 16-16,-3-7-26 0,5 7 25 0,1 1-15 16,3 0-4-16,2-3 4 0,0 0 5 0,3-2 0 0,-3 2-4 15,4-2-17-15,0 0 16 0,-2-3-5 0,0 2 6 0,4-1-6 0,-2 3 0 0,0-3 10 16,1-4-5-16,-1 3-21 0,0 0-15 0,0 0-40 0,1-1-57 15,-2-1-66-15,-14 2-88 0,12-3-112 0,2 1 156 16,-14 2 119-16,10-4 60 0</inkml:trace>
  <inkml:trace contextRef="#ctx0" brushRef="#br0" timeOffset="35738.85">29915 8899 0 0,'0'0'500'0,"0"0"-407"16,-10 5 4-16,10-5-15 0,0 0 15 0,0 0 11 0,0 0 30 15,0 0 36-15,0 0 0 0,3 2 0 0,3-2-31 0,4 3-20 16,5-1-26-16,1-2-50 0,3-1-47 0,4-2 0 0,3 2 0 16,-6 1 0-16,-2 1 0 0,0 1 0 0,-2-2 0 15,2 3 0-15,-2 0 0 0,-1 1 0 0,-4-2 0 0,-1 3 0 0,-10-5 0 0,0 0 0 16,6 7 0-16,-6-7 0 0,5 8 0 0,-4 1 0 0,-1-1 0 15,-3 2 0-15,-2 1 0 0,-5 3 0 0,0-3 0 16,-3-1 0-16,2-1 0 0,-1 2 0 0,2-2 0 0,-3-2 0 16,1-1 0-16,0-1 0 0,12-5 0 0,-12 5 0 0,12-5 0 15,0 0 0-15,0 0 0 0,0 0 0 0,0 0 0 0,0 0 0 16,0 0 0 0,0 0 0-16,0 0 0 0,0 0 0 0,0 0 0 0,0 0 0 15,0 0 0-15,0 0 0 0,0 0 0 0,0 0 0 0,0 0 0 0,0 0 0 0,0 0 0 0,0 3 0 0,5 0 0 16,2-4 0-16,1 1 0 0,3 1 0 0,4-1 0 0,3-1 0 15,-1 1 0-15,-17 0 0 0,10 0 0 0,-10 0 0 16,0 0 0-16,9 1 0 0,-9-1 0 0,0 0 0 0,0 0 0 16,0 0 0-16,0 0 0 0,7 4 0 15,-7-4 0-15,5 6 0 0,-1 2 0 0,-3 0 0 16,-3 2 0-16,-2 1 0 0,-5 3 0 0,-1-2 0 0,-1-2 0 16,0 0 0-16,-3 0 0 0,-1 0 0 0,0-1 0 0,-1-2 0 15,6 1 0-15,-5-2 0 0,15-6 0 0,-16 6 0 16,4-1 0-16,12-5 0 0,-13 4 0 15,13-4 0-15,-10 2 0 0,10-2 0 0,0 0 0 16,0 0 0-16,0 0-47 0,0 0-111 0,0 0 4 0,0 0-25 0,0 0 20 0,0 0-20 0,0 0 15 0,-3-6-5 0,5 0 6 16,-1-3 9-16,6-1 6 0,4-3 15 0,1-2 5 15,6-1 72-15,2 0 28 0,-5 2 14 0</inkml:trace>
  <inkml:trace contextRef="#ctx0" brushRef="#br0" timeOffset="36188.14">30202 9028 286 0,'15'-9'143'0,"-1"3"-5"0,1 0 36 15,-4-2 5-15,-11 8-10 0,0 0-26 0,0 0-25 0,0 0 0 16,0 0-11-16,0 0 1 15,0 0 5-15,0 0-27 0,0 0-9 0,0 0-15 0,0 0-36 16,0 0-26-16,0 0 0 0,7 4 0 0,-5 1 0 16,1 4 0-16,-5 0 0 0,1 3 0 0,-3 0 0 0,1 2 0 15,3-14 0-15,-5 15 0 0,5-15 0 16,0 0 0-16,0 0 0 0,0 0 0 0,0 0 0 0,0 9 0 16,0-9 0-16,0 8 0 0,0-8 0 0,0 0 0 0,5 7 0 0,-5-7 0 15,0 0 0-15,0 0 0 0,5 5 0 0,3-2 0 0,0-2 0 0,2-1 0 0,0-4 0 16,0-4 0-16,2 0 0 0,-1-2 0 0,-3 3 0 15,2-3 0-15,-3 0 0 0,1 1-21 0,3-1-5 0,-1 4 6 16,0-3 10-16,-10 9 5 0,10-7-6 0,-10 7 6 0,0 0-10 16,0 0 10-16,0 0-11 0,0 0 11 0,0 0 10 0,0 0-10 15,0 0 15-15,0 0-20 0,0 0 10 0,0 0 5 16,5 1 0-16,0 4-10 16,-2 3 10-16,-2 2 5 0,-2 2-9 0,-2 2-1 15,2 1-5-15,1-15 15 0,-1 18-5 0,2-8 20 0,-1-10-4 16,1 10 15-16,-1-10-11 0,4 11-24 0,-4-11-1 0,6 9 0 15,0-2 0-15,-6-7 0 0,9 8 0 0,-9-8 0 16,0 0 0-16,10 3 0 0,0-1 0 0,-10-2 0 0,10 1 0 16,0-4 0-16,1-2 0 0,-2-3 0 0,-2-1 0 0,2-1 0 15,-3 0 0-15,-1 0 0 0,0-1 0 0,-1-1 0 0,-1-1 0 0,0 1 0 0,-3-3 0 16,-1 1 0-16,-3 1 0 0,1-2 0 0,-2 0 0 16,0 3 0-16,-2 2 0 0,0 1 0 0,7 9 0 0,-10-6 0 15,-3 0-36-15,6 2-93 0,-3 5-19 0,-1-2-21 16,-2 3-10-16,13-2-16 0,-10 2-4 0,10-2-26 0,-10 5-31 15,10-5-10-15,0 0 143 0,-6 6 62 0,6-6 30 0</inkml:trace>
  <inkml:trace contextRef="#ctx0" brushRef="#br0" timeOffset="36424.82">30658 8950 654 0,'11'-8'256'0,"-11"8"-26"0,0 0-15 0,0 0-5 16,10-7-26-16,-10 7-20 0,0 0-36 15,0 0-122-15,0 0-6 0,0 0 0 0,0 0 0 0,0 0 0 16,0 0 0-16,0 0 0 0,0 0 0 0,0 0 0 0,0 0 0 16,0 0 0-16,0 0 0 0,0 0 0 0,4 3 0 0,-3 1 0 15,-1 4 0-15,-5-2 0 0,4 5 0 0,-3 6 0 16,-1 1 0-16,-1 3 0 0,3-6 0 16,0-2 0-16,-1 0 0 0,3 3 0 0,-1-4 0 0,0 1 0 15,1-1 0-15,1-12 0 0,-4 12 0 0,4-12 0 0,0 13 0 0,2-1-31 0,-2-12-148 0,0 0-16 16,-2 10-35-16,2 0-31 0,0-10-11 0,0 0-9 0,0 0-11 15,0 0 139-15,0 0 76 0,0 0 39 0</inkml:trace>
  <inkml:trace contextRef="#ctx0" brushRef="#br0" timeOffset="36794.26">30760 9002 424 0,'7'-9'174'0,"0"0"-31"16,-1 1-5-16,-6 8-10 0,0 0-20 0,7-9-6 0,3 1-15 15,-10 8 0-15,0 0-36 0,0 0-15 0,0 0-26 16,0 0 6-16,0 0-11 0,0 0 0 0,0 0-5 0,0 0 10 16,0 0-5-16,0 0 1 0,0 0-6 0,0 0 0 0,0 0 0 0,0 0 10 15,0 0-15-15,-2 3 15 0,-1 3-10 0,-4 0-5 0,1 3 0 0,-4 1 10 16,-1 2 10-16,-3 3 26 0,-1 0 0 0,6-6 15 0,9-9-10 16,0 0 0-16,-5 10-5 0,-2 0 0 0,2-2 0 15,5-8 20-15,-1 11 1 0,2-1-51 0,0-1-11 0,-1-9 0 16,0 0 0-16,3 10 0 0,2 1 0 0,2-3 0 0,4 0 0 15,-1 0 0-15,4-3 0 0,1 0 0 0,1 0 0 16,0-2 0-16,4 1 0 16,-3-4 0-16,5 3 0 0,-3-1 0 0,1 0 0 0,-1-2 0 15,-2 3 0-15,1-2 0 0,-5-2 0 0,2 2 0 16,0-2 0-16,-15 1 0 0,0 0 0 0,0 0 0 0,0 0 0 0,0 0 0 0,0 0 0 0,0 0 0 0,0 0 0 16,0 0-83-16,0 0-45 0,0 0-10 0,0 0-11 0,3-4-40 15,-8 2-21-15,0-1-25 0,-5-2-36 0,-3 3-42 0,0-1 147 16,-7 1 83-16,-3-2 42 15</inkml:trace>
  <inkml:trace contextRef="#ctx0" brushRef="#br0" timeOffset="37357.43">29872 9398 485 0,'0'0'93'0,"0"0"-7"16,0 0 78-16,2 7 51 0,4 3 0 0,8 1-36 0,0-4-36 15,3-3 6-15,10 0 15 0,1-6-10 0,2 4-154 16,-1-2 0-16,3-4 0 0,2 1 0 16,2 3 0-16,4-1 0 0,0-4 0 0,3 2 0 0,3-2 0 15,-1 1 0-15,2-2 0 0,-1-1 0 0,4-2 0 16,0 2 0-16,-2-3 0 0,-2 2 0 0,1-2 0 0,2-1 0 15,-5 1 0-15,2-1 0 0,-5-1 0 0,1 2 0 16,-3 2 0-16,1-2 0 0,-5 2 0 0,-3-1 0 16,-3-1 0-16,-3 1 0 0,-3-1 0 0,-2 1 0 0,-4-1 0 15,-4 0 0-15,-1-2 0 0,-2-2 0 0,-3 2 0 0,-2-3 0 0,-3-1 0 0,-2-4 0 16,0 0 0-16,-5 0 0 0,0-2 0 0,-4 0 0 0,-3-3 0 16,-1 3 0-16,-4-3 0 0,-4 0 0 0,1 0 0 15,-3 0 0-15,-3 3 0 0,0 2 0 0,-3 0 0 0,-3 2 0 16,-2 2 0-16,-1 2 0 0,-1 4 0 0,-7 3 0 15,1 1 0-15,-2 1 0 0,-2 3 0 0,0 2 0 0,0 2 0 16,-2 1 0-16,-2 0 0 16,6 4 0-16,-3-2 0 0,0 3 0 0,2-1 0 15,3 2 0-15,-1 2 0 0,3 0 0 0,0 0 0 0,5 0 0 16,2 2 0-16,3 2 0 0,1 0 0 0,5-1 0 16,2 1 0-16,1 1 0 0,6 2 0 0,0-2 0 0,3 3 0 15,5-3 0-15,2 1 0 0,2 2 0 0,3-1 0 16,5 1 0-16,0-2 0 0,7 2 0 0,1-2 0 0,2 1 0 15,2-2 0-15,-1-4 0 0,4 3 0 0,3-3 0 0,0-2 0 0,-2-2 0 0,7-1 0 16,-2-1 0-16,-1 1 0 0,2 0 0 0,-2-3 0 16,1 1-119-16,1-3-85 0,-4 3-37 0,0-2-40 0,0 0-37 15,-1-1-60-15,-2-5 125 0,-3 1 126 0,1 2 64 0</inkml:trace>
  <inkml:trace contextRef="#ctx0" brushRef="#br0" timeOffset="38112.64">24992 9519 0 0,'0'0'96'0,"0"0"-34"0,0 0 4 0,0 0 26 16,-4 7 6-16,8-1-17 0,1 2 22 0,5 1-16 15,0-3 5-15,5 4-20 0,1 1-16 0,0-1-10 16,-4 1-26-16,1 1 1 0,2-1-16 0,1 3 11 0,4-1 9 15,0-2 11-15,3-3 5 0,6 2 0 0,-2 0 0 0,8-2 0 0,-4-1-11 0,8-4-4 16,0-1 15-16,4-1-11 0,1-1 11 0,2-3-15 0,4-4-1 16,0-1-4-16,1 0-11 0,0-2 6 0,0 0-1 15,2-3 16-15,-2 0 5 0,-4-2 5 0,2 1-21 0,-3 0 11 16,-3-6-11-16,-2 4 6 0,-1-1-16 0,-4-3 5 16,-4-3 0-16,0 4-4 0,-5-2 4 0,-3 2 11 0,0 2 10 15,-6-3 5-15,-1 0-21 0,-6 0 1 0,0 4-16 0,-2-1 0 0,-4-3-5 0,0-1 10 16,-5 2-15-16,-5-2 5 0,0-1-36 0,-5-1-20 15,0-2-21-15,-6 3-25 0,-1-3 20 0,-6-2 5 16,1 1 36 0,-1 0 0-16,-5 2 26 0,-2 1-6 0,-1-1 16 15,-5 1-10-15,1 0 10 0,-5 4 0 0,3 2-5 0,-6 3 15 0,2 0-15 0,-4 6-1 0,0 1 1 0,0 2 5 16,-2 5-5-16,1 0-6 16,-6 3-15-16,1 0 6 0,0 3 10 0,-1-2 10 0,-2 5 5 15,0 1-11-15,3 2 16 0,-4 2-15 0,3-1 10 16,1 5-5-16,-2 0-5 0,2 5 5 0,1-1 10 0,4 2-10 15,1-2 15-15,6 2-10 0,2-1-5 0,4 2 10 16,7 1-15-16,0-5 10 0,6 1-16 0,5 2-20 0,1-2-25 16,7 2-26-16,3-3-20 0,4 0-21 0,5-1-11 0,5 2-14 15,1-2-6-15,6-4-15 0,2 5 108 0,5-6 33 0,-1 1 16 16</inkml:trace>
  <inkml:trace contextRef="#ctx0" brushRef="#br0" timeOffset="39071.04">20448 8621 455 0,'4'-10'143'16,"-1"0"-30"-16,-3 10 14 0,0 0 11 0,0 0 6 0,0 0-1 16,0 0 0-16,0 0-20 0,0 0-51 0,0 0-31 0,0 0-31 15,0 0-4-15,0 0-6 0,0 0 0 0,0 0 0 0,0 0 0 16,-3-1 0-16,-4 2 10 0,0 5-15 0,-3 2 5 15,-1 2-5-15,-4 3 5 0,0 5 0 0,-4 1 0 0,6-5 0 16,2-2 0-16,0 3 10 0,0-1-15 0,0-2 5 16,-1 2-5-16,2 0 5 0,0-2-31 0,10-12-26 15,-8 13-20-15,-2-2-4 0,-2-1 19 0,4 0 1 0,8-10 5 0,-9 11 4 0,0-5 6 16,9-6 26-16,0 0-11 0,-9 4 0 0,9-4 1 0,0 0 4 16,0 0 16-16,0 0 5 0,-8-2 5 0,1-3-10 15,4-1 15-15,0 0-5 0,1-5-5 16,2-3 0-16,2-1 10 0,3 2-10 0,0 3 5 0,0 0 5 15,-5 10 10-15,3-11 15 0,-3 11 6 0,0 0 5 16,0 0-10-16,2-13 5 0,-2 13-11 0,0 0-9 0,0 0-1 16,0 0 21-16,0 0-16 0,0 0-4 0,0 0-16 0,0 0 0 15,4 1 10-15,-4 7-15 0,0 2 5 0,-4 1-5 0,3 1 15 16,0 5 5-16,-2 1 6 0,2 4-1 0,-2-8 11 16,2-4 5-16,1 1-16 0,1-1 11 0,-1-10-11 0,0 0 16 15,3 10 0-15,-3-10-5 0,4 10-16 0,-4-10 1 0,6 7-11 16,1 1 10-16,2-4-10 0,0 1-10 0,1-4 10 0,2-1-15 15,0-1-31-15,0-2-67 0,-2-3-66 0,0 5-77 0,2-4-97 16,0 1-12-16,0-1 180 0,-1-2 90 0</inkml:trace>
  <inkml:trace contextRef="#ctx0" brushRef="#br0" timeOffset="40420.95">31465 6671 716 0,'0'0'71'0,"0"0"-40"0,0 0 20 0,0 0 72 16,0 0 5-16,0 0 0 0,-2-2-41 0,-3 4-26 0,-3 3-25 15,-2 4 0-15,-3 2 0 0,-2 5 5 0,-3 3-11 0,-3 4 17 16,9-4-6-16,-3-2 25 0,2 3-5 0,3 2-15 15,1 0-5-15,3-5-15 0,0 5-1 0,3-3 6 0,-2-1-5 16,4 0 10-16,1-3-11 0,0-3-24 0,0 2-1 16,5-1 0-16,0-3 0 0,-1-1 0 0,3 3 0 0,1 1 0 0,-1-3 0 0,2-2 0 15,1 0 0-15,-10-8 0 0,8 5 0 0,-8-5 0 0,0 0 0 16,10 6 0-16,0 0 0 0,-10-6 0 0,0 0 0 0,0 0-21 16,0 0-35-16,8 4-21 0,2-3-41 0,-10-1-46 0,0 0-36 15,9-4-40-15,-9 4-26 16,0 0-26-16,4-5-31 0,3-1 178 0,-4-2 72 15,-1-2 37-15</inkml:trace>
  <inkml:trace contextRef="#ctx0" brushRef="#br0" timeOffset="40629.1">31247 6829 0 0,'-15'2'1217'0,"4"-1"-1069"0,11-1-30 15,0 0 20-15,0 0 21 0,0 0-46 0,0 0-6 16,0 0-60-16,0 0-47 0,0 0 0 0,0 0 0 16,0 0 0-16,0 0 0 0,1 3 0 0,4-2 0 15,5-1 0-15,5 1 0 0,6-2 0 0,5-1 0 0,4 0 0 0,5-1 0 0,-7 0 0 16,-3-2-236-16,2 2-204 0,2-1-103 0,-3 0 129 0,-1-1 207 16,1-1 103-16</inkml:trace>
  <inkml:trace contextRef="#ctx0" brushRef="#br0" timeOffset="48331.19">17631 7574 767 0,'0'0'128'15,"1"-9"-36"-15,-1 0 25 0,0 9 22 0,0 0-27 0,-4-8-15 16,4 8-45-16,0 0-37 0,0 0-5 0,-6-5-20 0,6 5 20 15,-8 1-20-15,-5 1 20 16,1 6-10-16,0 8 6 0,0 4-6 0,-1 5 0 16,-3 4 0-16,4 0-11 0,-1 1 16 0,-1 2-15 15,1 1 20-15,1-4-20 0,1 0 20 0,1-3 0 0,2-1-9 16,-1-2-1-16,1 2-5 0,3-3-6 0,0-4 16 16,0-2-15-16,2-1 20 0,-1-3-20 0,4-12 20 0,0 0-10 15,-3 13 6-15,3-13-6 0,0 0 0 0,0 0 10 0,0 0 15 16,0 0-10-16,0 0-4 0,0 0-11 0,0 0 0 0,0 0 10 0,0 0-5 0,0 0 1 0,-1-2-6 15,-1-5 0-15,2-1 0 0,-2-3 0 0,1-4 0 16,1-4 0-16,-2-2 0 0,0-7 0 0,0 11 0 0,-2-2 0 16,2 3 0-16,-1-1 0 0,-1 1 10 0,2 3 26 15,2 13 25-15,0 0 5 0,-1-12 1 0,1 12-6 0,0 0-9 16,0 0-27-16,0 0-14 0,0 0-11 0,0 0 0 0,0 0-11 16,0 0 6-16,-2-11 0 15,2 11 5-15,0 0 0 0,0 0 0 0,0 0 0 0,7-5 0 16,0 2 10-16,6 1-15 0,0 3 15 0,5 0-20 15,1 0 20-15,4 4-10 0,3-1 6 0,-4-4-6 0,1-2 0 0,2-1-11 0,2 1 16 0,0-1-5 0,2 1-25 16,1-3-83-16,1 0-86 0,0-1-134 0,2-3-122 16,-2 0 2-16,0-4 224 0,3 1 112 0</inkml:trace>
  <inkml:trace contextRef="#ctx0" brushRef="#br0" timeOffset="52413.9">16181 8153 122 0,'-5'-11'0'0,"-3"-3"51"16,1 5 26-16,7 9-5 0,-8-10 4 0,1 2-14 0,7 8-6 16,-10-5-20-16,10 5 0 0,-10-6-11 0,1 2-9 15,9 4-1-15,-12-2 10 0,2 3 1 0,0 0-11 0,10-1-9 16,0 0-6-16,-10 5 0 0,-2-1 0 15,2 0 0-15,10-4 0 0,-8 6-11 0,-1 3 6 0,9-9 10 16,-5 8 0-16,-2 2 1 0,2 0-6 0,5-10 0 0,-3 9 0 16,1 3 0-16,2-12 0 0,0 0-11 0,0 11 16 0,-2-1-5 15,2-10 6-15,0 0-6 0,0 0 0 0,0 0-11 0,0 0 16 16,0 0 5-16,0 0 32 0,2 11 9 0,-2-11 20 0,0 0 16 16,0 0-30-16,0 0-27 0,0 0-24 0,0 0-6 0,0 0 10 15,0 0-5-15,0 0 0 0,0 0-5 0,0 0-21 16,0 0-30-16,0 0-61 0,0 0-72 0,0 0-82 0,0 0 41 15,0 0 112-15,0 0 57 0</inkml:trace>
  <inkml:trace contextRef="#ctx0" brushRef="#br0" timeOffset="53151.27">9697 8400 695 0,'0'-10'133'0,"-2"3"-51"0,-3-1 36 0,-1 1 15 0,-3-2 31 15,1 5 0-15,-7-4 25 0,15 8-36 0,-11-4 0 0,11 4-90 16,-10-2-63-16,10 2 0 16,0 0 0-16,0 0 0 0,0 0 0 0,0 0 0 0,0 0 0 15,0 0 0-15,0 0 0 0,0 0 0 0,0 0 0 0,0 0 0 16,0 0 0-16,1 2 0 0,6 2 0 0,3 2 0 15,3-2 0-15,9 2 0 0,1 0 0 0,6 2 0 0,5-1 0 16,-6-6 0-16,2 0 0 0,-1-1 0 0,2 0 0 16,0 0 0-16,4-2 0 0,0 0 0 0,-1-5 0 0,-2 4 0 15,0-1 0-15,-2 0 0 0,0-1 0 0,-7 1 0 0,-2-2 0 16,-4 3 0-16,-2 1 0 0,-2-3-93 0,-13 5-60 16,0 0-11-16,0 0 0 0,0 0 0 0,0 0-30 0,9-8-37 0,-9 8-25 15,0 0-51-15,0 0 146 0,0 0 81 0,0 0 40 0</inkml:trace>
  <inkml:trace contextRef="#ctx0" brushRef="#br0" timeOffset="53387.93">10073 8323 337 0,'-9'5'133'0,"-1"0"-61"15,10-5 14-15,-10 6 17 0,10-6 4 0,0 0 21 0,-9 7-5 16,3 0-15-16,-1 2-16 0,2 2-20 0,-2-1-6 0,4 3-5 16,0 4 1-16,2 1 30 0,-1 2-16 0,-1 2-30 15,3 3-20-15,0 0-21 0,0 6 11 0,0-1-21 0,1 3 15 16,1 2-10-16,0 1 5 0,0-3-5 0,1 3 0 15,-1-1 0-15,3-4 0 0,0 1 31 0,-1-3 15 0,0-4 15 16,0-1-9-16,-2-1-16 16,2-5-36-16,-3 0 0 0,-1-5 0 0,-1 0 0 0,0-2 0 15,1-11 0-15,0 0 0 0,0 0 0 0,-2 11 0 16,2-11 0-16,0 0 0 0,0 0 0 0,0 0 0 16,0 0-1-16,0 0-219 0,0 0-97 0,0 0-72 0,-5 6-118 0,5-6 200 0,-6 2 154 15,6-2 76-15</inkml:trace>
  <inkml:trace contextRef="#ctx0" brushRef="#br0" timeOffset="54072.34">10669 8342 173 0,'0'0'97'0,"0"-15"-5"0,-3 1 6 0,3 2 9 16,0 12 11-16,0 0 5 0,-4-11-1 0,0 2-30 15,4 9-5-15,0 0-10 0,0 0-5 0,0 0-15 0,0 0-12 0,0 0 7 16,-7-4-6-16,7 4 0 0,-8 3-5 0,-3 2 0 16,1 7-11-16,1 4 6 0,-3 7-10 0,-1 6-1 0,1 5-4 15,2 3-1-15,0-1 0 0,1 4-9 0,2 1 4 0,-2-2-10 16,3 2 1-16,1-1-6 0,0 2 0 0,1-3 0 16,1-2 0-16,2-2 0 0,1-3 0 0,1-1 0 0,1-5 0 15,1-3-11 1,1-7 16-16,1 1-5 0,1-3 6 0,-1-1-6 0,3-3 0 15,-8-10 0-15,6 5-21 0,4 1-10 0,-1-2-40 16,2-2-47-16,-1-1-40 0,3-4-52 0,-1-5-31 0,-1 3-40 16,3-3-47-16,0-2 157 0,-3-3 85 0,1-4 43 0</inkml:trace>
  <inkml:trace contextRef="#ctx0" brushRef="#br0" timeOffset="54354.64">11045 8301 726 0,'0'0'184'0,"0"0"-66"16,0 0 5-16,0 0-21 0,0 0-15 0,0 0-11 0,0 0 1 16,0 0 16-16,0 0-17 15,-1 4-4-15,-2 1-42 0,-3 4-14 0,1 8-6 0,-1 0-5 16,-2 8 1-16,1 2-6 0,-1 7 10 0,5-5 5 0,0 1 5 0,2 0-19 0,1 2 9 0,-1-3-20 0,2-2 20 16,0 3-10-16,0-3 5 0,2 0-5 0,-1-4 0 15,2 1 0-15,-3-1 0 0,3-3 0 0,-1 1 0 0,0-3 10 16,1-3-15-16,1-4 5 0,-1 2-15 0,-2-2 10 15,-2-11-11-15,7 10-20 0,-7-10-35 0,0 0-21 0,0 0-21 16,0 0 5-16,0 0-9 16,0 0-1-16,0 0 16 0,0 0-21 0,0 0-15 0,0 0-52 15,0 0-30-15,0 0 18 0,0 0 101 0,3 0 51 0</inkml:trace>
  <inkml:trace contextRef="#ctx0" brushRef="#br0" timeOffset="54570.19">10870 8514 552 0,'-11'-2'138'0,"-3"2"0"0,4-2 26 16,10 2-5-16,0 0-26 0,-11-1-31 0,11 1-35 0,0 0-27 15,0 0-14-15,0 0-26 0,0 0 10 0,0 0-10 16,0 0 26-16,0 0-6 0,0 0-4 0,0 0-11 0,1 0 5 16,3 0-15-16,5-1 15 0,5-1-20 0,3 0 10 0,9 0 5 15,1-2 0-15,1 2 1 16,-4-2-17-16,-2 1-35 0,1 0-41 0,2 0-36 15,-3-2-26-15,0 0-29 0,-1 2-37 0,0 0-41 0,-1-1-51 16,-3 2 184-16,1 1 62 0,-1-3 30 0</inkml:trace>
  <inkml:trace contextRef="#ctx0" brushRef="#br0" timeOffset="54788.69">11328 8539 792 0,'0'0'318'0,"0"0"-200"0,0 0-78 0,2 12 27 16,-2-12 56-16,0 0 50 0,1 10-14 0,-1-10-5 0,1 11-51 16,0-2-103-16,6 1 0 0,-2 0 0 0,-5-10 0 0,7 12 0 15,-2 0 0-15,1 1 0 0,1 2 0 0,-2-2 0 0,1 1 0 0,-5 3 0 32,2 0 0-32,-2 1 0 0,0 4 0 0,-2-5 0 0,-3 3 0 15,-1 1 0-15,1-1 0 0,-1 0 0 0,-1-1 0 16,-4 0-1-16,0-4-296 0,-1 3-51 0,-2 4-66 0,2-6-118 15,-4 0 304-15,-1-1 114 0,-3 1 57 0</inkml:trace>
  <inkml:trace contextRef="#ctx0" brushRef="#br0" timeOffset="56226.92">11702 8580 705 0,'2'-10'92'0,"3"-6"41"0,1 0 36 0,2-3 20 16,1-3-9-1,-7 6-11-15,1-2-26 0,3 3-20 0,-1-2-36 16,0 3-36-16,0-2-45 0,0 1-6 0,1-1 0 0,1 1 0 16,2 2 0-16,2-3 0 0,-1 3 0 0,3 1 0 0,-2-1 0 15,2 1 0-15,-1 3 0 0,2 1 0 0,-3 0 0 16,3 2 0-16,-2 1 0 0,2 1 0 0,0 2 0 0,1 1 0 0,-4 1 0 15,0 2 0-15,3 3 0 0,-3 1 0 0,2 2 0 0,-1 4 0 16,1 2 0-16,-1 3 0 0,2 2 0 0,-1 2 0 16,-1 0 0-16,0 1 0 0,-1 2 0 0,-2-1 0 0,1 0 0 15,0-3 0-15,-1 1 0 0,0-4 0 0,1 0 0 16,-2 1 0-16,0-6 0 0,-2 1 0 0,3-4 0 0,-2 1 0 16,0 0 0-16,-2 0 0 0,-5-10 0 0,0 0 0 0,0 0 0 0,0 0 0 15,5 8 0-15,-5-8 0 16,0 0 0-16,0 0 0 0,0 0 0 0,0 0 0 0,0 0 0 15,0 0-42-15,0 0-35 0,0 0-15 0,0 0-20 0,0 0-27 0,6-2-4 0,-1-1-5 0,0-5-6 16,-2 0 6-16,-1-7-11 0,0-3 11 0,-1-4-11 0,-1-7 1 16,0 7 4-16,0-3 47 0,0-1 53 0,0-2 27 0</inkml:trace>
  <inkml:trace contextRef="#ctx0" brushRef="#br0" timeOffset="56403.95">12252 8266 0 0,'4'-22'301'0,"-2"2"-158"16,2 1 0-16,-2 3 11 0,2 4-16 0,-4 12 5 0,0 0-4 15,0 0 4-15,3-13 21 0,-3 13 0 0,0 0-6 16,0 0-20-16,0 0-19 0,0 0-119 0,0 0 0 0,0 0 0 15,0 0 0-15,0 0 0 0,-2 0 0 0,1 3 0 0,-4 1 0 16,-2 4 0-16,-2 6 0 0,-2 6 0 0,-2 0 0 16,-2 3 0-16,2-4 0 0,-2 3 0 0,1 3 0 15,1-1 0-15,-2-3 0 0,-1 1 0 0,1 0 0 0,-1 1 0 0,3-2 0 0,-3-1 0 16,3-3 0-16,-1 1-42 0,3-5-75 0,-1 3-11 0,2-4-11 16,-1 0-24-16,1-3-42 0,1-2-36 0,1-1-50 15,8-6-52-15,0 0 154 0,0 0 94 0,0 0 48 0</inkml:trace>
  <inkml:trace contextRef="#ctx0" brushRef="#br0" timeOffset="56688.65">12498 7980 628 0,'12'-7'88'15,"-12"7"9"-15,12-1 15 0,-12 1-15 0,0 0-20 16,13-1-5-16,-2 3-15 0,1-2 14 0,-2 2 11 0,1 3-15 0,4 1-1 0,-1 4-10 15,1-3 26-15,-3 3 10 0,4 1-41 0,3 2-15 16,-3 2-21-16,3-1 16 0,-2 4 36 0,1-1 9 0,-1 2-49 16,1 3-27-16,-3-1 0 0,-1 2 0 0,1-2 0 15,-3 0 0-15,-1 0 0 0,1-1 0 0,-4 1 0 0,0-3 0 16,-1 1 0-16,-2 0 0 0,-1-2 0 0,0 2 0 0,-4-2 0 16,0 0 0-16,-2-1 0 0,-1 2 0 0,-5-1 0 0,1 2 0 0,-5 1 0 15,-2-2 0-15,0-1 0 0,-4 2 0 0,1-2-6 0,-2 3-158 16,-3-1-46-1,-2 2-56-15,-1-4-56 0,-5-1-62 0,-1 3 36 16,0-2 174-16,-6 1 87 0</inkml:trace>
  <inkml:trace contextRef="#ctx0" brushRef="#br0" timeOffset="57544.68">9677 9510 1560 0,'4'9'199'0,"-4"-9"-188"0,5 11-16 0,4-1 0 0,1-3 5 16,1-3 0-16,4 0 0 0,5-1 0 0,4-1 0 0,7 0 10 16,6-3-15-16,6 3 5 0,4-2-5 0,6 0 5 15,1-2 0-15,6-3 0 0,6 0-11 0,3-1 6 0,5-2-10 16,3-2-11-16,6-1 1 0,0-1-11 0,6-2 10 0,2-1 11 15,1-1 0-15,3-2-1 0,1-1 6 0,1 2 5 0,1-4 5 16,-2 1 0-16,0 0 0 0,0-2-10 0,-2 2 15 0,2 0-5 16,-5-1 5-16,1-1-15 0,-1-1 15 0,1 3-5 0,-3-1 5 15,-3 0 5-15,4-2 5 0,-4-2 6 0,-3 0-11 16,0-2-4-16,-3 2-6 0,-1-4 0 0,-3 2 0 0,0-4 0 16,-5-4 0-16,-1 1 10 0,-1-1-5 0,-3-2 0 0,-4-2-5 0,0 0 0 0,-4-5 0 15,-2 3 0-15,-3 2 10 0,-2-2-15 0,-4-2 15 16,-4 5-10-16,-2-2-5 0,-6 3 10 0,-4-3-5 0,-5 1 6 15,-2 3-6-15,-4-4 0 0,-4 3 10 0,-3-2 25 0,-4 1 16 32,-3 0 21-32,-3-1 5 0,-4 4-5 0,-2-2-6 0,-5 4-60 15,-3-5-6-15,-3 4 0 0,-3-1 0 0,-7 0 0 0,-2 4 0 16,-4-3 0-16,-3 1 0 0,-4 1 0 0,-6 0 0 0,-2 1 0 16,-6 0 0-16,-4 1 0 0,-2 0 0 0,-5 2 0 15,-5-2 0-15,0 4 0 0,-7 1 0 0,0 3-11 0,-6 3-30 16,0 2 0-16,-8 2 21 0,-1 1-1 0,-1 3 16 0,-5 1 0 15,1 5 5-15,-8 2 0 0,0 1 0 0,-5 1 0 16,3 1 0-16,-5 4 0 0,-1 2 0 0,0 4 0 0,-3-1 20 16,1 1-10-16,0 1 21 0,3 4-31 0,-1 4 16 0,0 1-16 0,-4-1 5 15,5 2 5-15,-3 2-15 0,1 2 5 0,0 5-5 0,-1 0 5 16,-3-4 0-16,3 1 0 16,5 4 0-16,-1 1 0 0,5 4 0 0,0-1 0 15,3 2 0-15,4-1 0 0,8 4 0 0,2 2 0 0,4 2 0 0,6 3 0 0,1 2 0 0,9 3 10 16,4 4-5-16,2 1 1 0,5 4-17 0,6 2 16 0,3 2-5 15,5-2 6 1,5 3-17-16,5 4 6 0,3-3 0 0,6 2 5 0,4-2 0 16,5 2 10-16,3-1-15 0,5 2 5 0,3-7 5 0,4-6 31 15,1 3-20-15,6-2-16 0,4-2 0 0,3-4 0 16,4-5 0-16,3-1 0 0,6-2 0 0,0-3 0 0,1-1 0 16,3-7 0-16,2-2 0 0,3-1 0 0,-1-2 0 15,1-2 0-15,3-4 0 0,0 0 0 0,3-1 0 0,1 0-118 16,1 0-328-16,3 1-270 0,-1-1 332 0,5-3 192 0,-3 1 96 0</inkml:trace>
  <inkml:trace contextRef="#ctx0" brushRef="#br0" timeOffset="74368.44">2311 1873 1186 0,'0'0'103'15,"0"0"-165"-15,0 0-55 0,0 0-6 0,0 0 51 0,7 1 42 16,1 4 35-16,-8-5-10 0,12 5 5 0,-6 7-16 0,1-1 11 16,-4 4 10-16,2-1 0 0,-5 5-10 0,4 0 0 15,2 0 10-15,-5 6 0 0,4 0-10 0,0-2 0 0,0-2 10 0,-3 4-10 0,5 4 5 16,-4-3-5-16,0 2 5 0,2 2 10 0,-3 1-15 15,0 4 5-15,0 3 5 0,2-3-10 0,-4 1 5 0,1 6-5 16,3-1 5-16,-8 0 0 0,3-1 0 0,2 0 10 0,3 0-15 31,-4 4 5-31,0-6-5 0,-4-1 5 0,4 2 0 0,5-3 10 16,-1 1-15-16,1-1 15 0,-4 1-10 0,-1-2 6 16,5 3-17-16,-1-3 16 0,-4 3-5 0,1-2-5 0,2 2 0 0,-3-2 0 15,2-7 15-15,-2 8-5 0,4-2 1 0,-3 0-6 0,4-5-11 16,-5-2 6-16,0 2 0 0,3 1 15 0,-2 1-15 0,1-6 15 15,1 2-10-15,-2 1 6 0,3 0-6 0,1-2 0 16,-3-1-11-16,2-3 6 0,1 1 10 0,1-4 0 0,2-2-10 16,-1-1 0-16,0 2 10 0,3-5 0 0,2 0 21 15,3-2-26-15,-3 1 5 0,5-2-10 0,0 0 5 0,-1 0 0 0,2-1 0 0,2-2 10 16,0 4-15-16,0-6 5 0,1 3-5 0,4-2 5 0,-3-2 0 16,6 3 0-16,-1-3 0 0,3 1 0 0,0-2 0 15,1 1 0-15,1-2 10 16,0 0-5-16,2-1-10 0,3 1 10 0,-2-1-15 15,1 1 10-15,3-3-5 0,2 2 5 0,-2 0 10 0,2-1-5 0,3 1 1 0,-2-2-6 0,1 1-11 16,2-2 16-16,3 1-5 16,-4 0 6-16,2 0-6 0,0 0 0 0,0-2 0 15,1 1 0-15,-1 1 0 0,0 0 0 0,0 1-11 0,0-1 16 16,6 0-5-16,-4 2 6 0,1 1 4 0,2-1-15 0,-1-1 15 16,2 1-20-16,0-2 40 0,1-3-9 0,1 3-1 15,2-4-14-15,0 3-6 0,2-2 0 0,3-1 10 0,0 1-15 16,4-2-6-16,-2 5 11 0,4-3 10 0,-2-1 1 0,-2-1-16 15,7 5-11-15,-4 0 16 0,2 0 0 0,-2 2 16 0,2-2-11 16,4 0-10-16,-1 0 0 0,-1-2 10 16,3 1-10-16,0 2 15 0,0-1-10 0,2 0 5 0,2 2-5 15,0-2-10-15,0 2 5 0,2 1 0 0,0 0 5 0,1-4 0 0,3 1 0 0,-2 0 10 16,0 0-15-16,1 0 5 0,1 0 5 0,-1-4 0 16,0 4 10-16,1-1-10 0,0 1 0 0,0 0-5 15,-2 1 0-15,1 1 0 0,2-4 0 16,-2 4 0-16,-1-2 0 0,2 2 10 0,-1-1 5 15,3-4 6-15,-1 1-11 0,-1 1-4 0,2 2 4 0,-1-4-5 16,2 3-10-16,-1-2 0 0,5-1 0 0,-4 3 5 0,4-3 10 16,-2 2-15-16,-2-4 15 0,4 1-20 0,-3 0 10 15,2 0 5-15,-2 4 0 0,1-2 0 0,-2 2-5 0,0-1 0 16,1 1 0-16,-2 5 10 0,1-3-15 0,-1-1 5 16,0 1-5-16,-3-2 15 0,1 3 16 0,-1 1-1 0,-2 0-9 15,1-3-11-15,0 3-5 0,-1-1 0 0,3-1 0 0,-4 1 10 16,0-3-15-16,2 0 15 0,0 0-20 0,-2-2 20 0,2-1-20 0,-2 0 20 15,-2 3-10-15,0 0 6 0,2-2-6 0,-2 0-11 16,1 2 16-16,-2 0-15 0,0 1 10 0,-1 0-5 0,0 1 5 16,1-1 10-16,-2-1-15 0,-3 4 5 0,0-1-5 15,-1 2 15-15,-2 0-15 0,1-2 15 0,-3 4-10 0,-1-2 6 0,1 4-6 0,0-3-11 16,-1 2 16-16,-1-2-5 0,0 0-5 0,-3 3 0 0,2-4 10 16,0 4-10-16,-1-4 15 0,-1 3-20 0,2-3 10 15,3 0 5-15,-4-1 0 0,1-1 1 0,-1 1-17 0,2-4 6 16,-2 1 0-1,-1 3 15-15,3 0-5 0,-5-1 1 0,4 2-6 16,0-1 0-16,-3 5 0 0,1-4 0 0,-1 1 0 0,2 0 0 0,-2-1 0 16,1 3 0-16,2-2 0 0,-2 1 0 0,2-1 0 0,1 3 0 15,2-4 0-15,-3-3 0 0,-1 2 0 0,2 0 0 16,-2-3 10-16,2 0 5 0,1 2-15 0,-3-2 10 0,2 4-20 16,-2 0 10-16,4 0 5 0,-1-1 0 0,-1-2 1 0,-2 4-6 15,-1-3 0-15,4-1-11 0,-1 1 16 0,1 1-5 16,-3-1-5-16,3 2 10 0,2 0-15 0,-2 0 20 0,3 0-10 15,-3-4 6-15,-1 4-6 0,0 0 0 0,1 0-11 0,-3 0 16 0,0 0-15 16,0 5 20-16,0-4-10 0,1 0 6 0,-2-4-17 0,0 1-4 16,1-1-16-16,-2-1-15 0,0 1-51 0,-4-5-26 15,-1 6-31-15,-1 2-45 16,-4-2-57-16,-1 2 87 0,-4-5 85 0,-4 0 42 0</inkml:trace>
  <inkml:trace contextRef="#ctx0" brushRef="#br0" timeOffset="75376.94">2539 2129 910 0,'0'0'235'0,"0"0"-194"0,9-8-92 0,-9 8 0 0,0 0 10 0,10-9 16 0,-10 9 4 15,7-10 11-15,-7 10 5 0,10-6-5 0,0-4 15 16,0 5-15-16,0-5 10 0,1 3-26 0,3 1 26 0,1 1-26 15,0 0 11-15,1 3 10 16,-1-1 5-16,1-2 5 0,5 5-5 0,-3-3-10 0,0 6-6 16,2-6 6-16,0 3-16 0,2 0 6 0,1 3 5 0,0-3-1 0,2 0 21 0,0-4-15 15,0 3 10-15,2 1-5 0,2 0 5 0,1-4 0 0,-2 3 0 0,2 1 0 0,2 0 0 16,-1-3 0-16,6 1-10 0,-3 2 15 0,2 0-5 16,-1 0 5-16,5 0-5 0,0-4 0 0,-1 3 0 0,4 2-10 15,1-2 15-15,1-4-5 0,-4 2 5 0,5 1-15 16,-2-8 15-16,0 6-5 0,2 1 5 0,0-4-5 0,0 2-10 15,0 2 15-15,6-2-5 0,-4-1 5 0,6 6-5 16,1-5 0-16,0 1 0 16,1 0 0-16,4-2 0 0,0 2-10 0,5-1 5 15,1 3 0-15,-1-3 15 0,1 0-5 0,1 0-10 16,4 0 0-16,0 0 10 0,2 0 0 0,-1-2 0 0,3 0-5 16,-1 2-10-16,2-2 5 0,1 0-11 0,3 2 1 0,-4 0 5 15,3-4-6-15,-2-1 11 0,2 3 0 0,1-5 5 0,0 4-20 16,-3 5 10-16,5-5 0 0,2-2-1 0,-3 5-4 15,3 1 5-15,-1-1-6 0,5 4-10 0,-2-3 11 0,2-2-16 0,1 1 11 0,-2 2 5 16,6 1-11-16,-2-3 5 0,4 1-4 0,0-1 4 0,-2 2 1 16,2-5-1-16,0 3 1 0,1 0-11 0,0 0 6 15,-2-5 20-15,2 2-16 0,-1 0 6 0,1-2-11 0,1 3-5 16,0-1 16-16,-1 1-26 0,4-2-5 0,0 4 3 0,1-5 21 16,-1 5 11-16</inkml:trace>
  <inkml:trace contextRef="#ctx0" brushRef="#br0" timeOffset="76779.37">7823 1738 1268 0,'12'5'67'15,"-12"-5"-149"-15,0 0-26 0,11 4 52 0,-11-4 31 0,12 3 14 16,-12-3 16-16,13 1-5 0,-1 0 6 0,-1 3-17 0,0-5 6 15,3 2 0-15,2 3 5 0,3-3 0 0,-1 3 0 16,2-3 10-16,7 0-5 0,1 2 1 0,1 1-17 0,3-3 6 16,2-2 0-16,2 2 5 0,1-2 10 0,0 3-15 0,0-4 5 15,1-1-5-15,-1 2 5 16,2-2 0-16,0 3 10 0,3-2-15 0,1 3 5 16,-1-5-5-16,3 3 5 0,2-5 0 0,3 1 0 0,-2-4 0 0,3 6 0 0,1-4 10 0,-1-1-5 15,4 5-10-15,0-4 0 0,1 6 0 0,-1-4 15 0,5 5-5 16,4-8-10-16,-2 6 0 0,6-3 0 0,-2 0 15 15,0 0-15-15,3 0 5 0,-1 0-5 0,3 0 15 0,-2 0-15 16,3-3 15-16,0 4-10 0,1-4-5 16,1-1 10-16,1 1-15 0,0 3 20 0,0-1-10 0,-1 1-5 15,4 1 0-15,-1 0 0 0,3 2 5 0,0-2 10 16,4 4-15-16,-1-1 5 0,2 2 5 0,0-2-10 0,2-3 15 16,2-1-20-16,-2 1 10 0,3 4-5 0,0-1 15 15,4-4-5-15,3 0 1 0,3 1-17 16,0 4 6-16,1 0 10 0,3 0-10 0,3-1 5 0,2-1 5 15,0-1 0-15,-3 3-10 0,-2-2 10 0,0 0-15 0,0 1 20 0,-2-1-10 0,1 2 6 0,-2 2-6 16,1-1-11-16,2 3 6 0,2-4 0 0,1 5 15 0,3 0-5 16,5-5 1-16,-4 1-17 0,4 2 6 0,2-2 0 15,4 3 15-15,-2-3-15 0,2-1 5 0,-3 0-5 0,1 5 5 16,2-4 0-16,-1-3 10 0,0-2-15 0,-3 0 5 16,3 3 5-16,2-3-10 0,-1-1 5 0,1-3 15 0,-1 3-5 15,0 2 1-15,0 0-11 16,3-2 0-16,1-4 0 0,-2 4-10 0,0 0 15 0,2 3-5 15,1-2 5-15,0-1-5 0,1 0 0 0,-1 4 0 16,0-2-10-16,3 2 5 0,0 1 0 0,-1-1 15 16,-2-2-5-16,1 3-10 0,4 3 0 0,0-3 10 15,3-3 0-15,-2 7 0 0,3-4-5 0,1-1 10 0,0-2 5 16,1 2 16-16,-2-2-5 0,0 2-1 0,-3 1-14 0,1-6-6 0,-4 6-5 16,2 0 10-16,4 0 5 0,-3 0-4 0,3-2 4 0,1 4-10 0,5-2 11 15,1 0-21-15,-3-2 15 0,2 0-10 0,0 4 5 0,2 0-5 16,-2-2 0-16,0-2 10 0,-1 4-15 0,4-1 5 15,2 1 5-15,0 0 0 0,1-4 1 0,3 2-6 0,2 2 0 16,0-2 0-16,-2 0 0 0,1-4 0 0,-2 4 10 0,-2-1-5 16,-2 1 0-16,-4 1-5 0,-4-2 0 0,2 2 10 15,-6-2-5-15,1 4 11 16,-5-1-21-16,0 3 15 0,1-1-10 0,-2-3 5 16,-3 4-5-16,1 0 10 0,-1 5-15 0,1-4 5 0,-2 1-5 15,3-2 15-15,-4 2-5 0,2 2 0 0,-1-2-5 0,1 1 0 0,-4 1 0 0,0-3 0 0,-4 2 0 16,2 2 0-16,-2 0 10 0,-4-5-25 0,4 4 10 0,-5-4-5 15,-2 0 0-15,2 4 5 0,0-3-21 0,2 0 16 0,-7-1-11 16,4 0-5-16,-3 3 11 16,-1-2-5-16,-2 3 4 0,-3-4-4 0,-2 1-1 0,-3 3 11 15,-2 0-16-15,-2 3 16 0,-2-2 0 0,-5 2-11 0,1-2 1 16,2 1-16-16,-3 1-10 0,1-4-10 0,-1 6 5 16,3-5-26-16,-7 5 0 0,4-8-10 0,-2 8-15 0,-3-3-1 15,-3 3 6-15,1-1 10 0,-2-3-5 0,-4 0 15 16,3 0 29-16,-5 4 24 0,2-4 12 0</inkml:trace>
  <inkml:trace contextRef="#ctx0" brushRef="#br0" timeOffset="77193.21">30770 2127 209 0,'43'10'67'0,"-1"4"-32"0,-4-1-14 0,-2 1 20 0,-4-3 0 16,-2 0 15-16,-4-1-20 0,-1-1-6 0,-3 2-19 0,-2-1-6 16,-4-1 15-16,-2 3 1 0,-1 0 4 0,0 1 16 0,0-3-10 15,-3 2-1-15,2 2-9 0,-2-1-21 16,1 2 10-16,1-1 0 0,0 1 11 0,-2 3-11 15,1-3-4-15,3-2-6 0,-1-1 10 0,-3 3-5 0,4 1 0 16,-3 1-5-16,-1-4 0 0,0-1 20 0,0 9 11 0,-4 2 20 16,2-1-35-16,-2-1-6 0,-3 1-5 15,-1 1-10-15,-2 0 15 0,0 3-10 0,-4 0-5 16,-2 0 0-16,2 4 10 0,-3 4 0 0,-3 0 1 0,1 5-6 16,-2-2 0-16,-5 5 10 0,2 5-5 0,-1-1 10 0,-2 4-20 0,-1 1 15 0,-1 2-10 0,2-1 6 15,-1 4-6-15,2-5 0 0,-3 2-11 0,-1 3 16 16,4-2-15-16,-2 1 10 0,3-3-5 0,-2 1 15 0,1 6-5 15,0-3 1-15,1-2-17 0,-1 2 16 0,-2 2-5 16,6 1 6-16,-3-1 4 0,0 1 15 0,1 0 0 0,0 3 1 16,-1 0-26-16,3-3 10 0,2-2-10 0,-3-1 26 0,0-1 25 15,3 0 21-15,0-4 20 16,1-1-25-16,-3-1-11 0,2 2-36 0,-2 0 1 16,0-1-16-16,2-1 0 0,-3-3-15 0,2 0 5 15,0-1 0-15,1-4 15 0,0-2-5 0,-1-3-10 16,1-1-21-16,1-5-10 0,-1 2-25 0,4-5-41 0,-3-2-27 15,2-1-3-15,-3-6-27 0,2 0-10 0,-1 2-36 0,-1-3-20 16,-2-6 95-16,1 2 65 0,-7-4 32 0</inkml:trace>
  <inkml:trace contextRef="#ctx0" brushRef="#br0" timeOffset="78151.38">16319 4357 1360 0,'-7'-9'287'0,"-3"2"-251"0,1 1-87 16,0-3 10-16,2 1 36 0,7 8 10 0,0 0-10 0,0 0-31 16,0 0-15-16,0 0-1 0,0 0 6 0,0 0 36 0,0 0 5 15,-1-6 10-15,2-2-5 0,5 1 0 0,4 2-10 16,5 0 5-16,4-2-10 0,6 3 20 0,3 1-15 15,-1 3 20-15,4-3-10 0,1 2-5 0,3 1 0 16,1-4 0-16,3 7 15 0,1-1-15 0,4 1 15 0,-1-3-10 16,1 5-5-16,4-4 10 0,1 4-15 0,4 0 20 0,2-2-20 0,0 4 10 0,1-4-5 15,6 0 5-15,-1-1 0 0,6 3 0 0,-3-5 10 0,5 4-5 16,0-4-10-16,3 1 0 0,2 0 0 0,-2 1 15 0,4 0-15 16,-1-3 5-16,1 1-5 0,0-1 15 0,3-1-5 15,0 4-10-15,2-5 0 0,1 1 0 0,-1-3 15 0,5 4-15 16,1 1 15-16,2 0-10 0,4-2 5 0,-1 0-5 15,3 2 0-15,0 4-10 16,3-1 5-16,2-3 0 0,0 0 5 0,2 2 10 0,0 0-5 16,1-2 0-16,1 2-15 0,2 0 5 0,0 1 10 15,1 0-10-15,1-2 5 0,-1 3 5 0,1-3-10 0,1 5 15 16,3-2-20-16,-2-1 10 0,1-5-5 0,0 4 5 0,0 3 10 0,-1-3-15 0,4 3 5 0,-2-4 5 16,0 2 0-16,-2 3-10 0,3 0 10 0,3 2-15 0,1-4 20 15,-1 3-10-15,4-4 5 0,2 7-5 16,2 0 0-16,4-1 0 0,0-2 0 0,1 1 0 15,0-1 0-15,3 1 0 0,0 2 0 0,-2-4 0 0,1 2 10 16,-2 0-15-16,-4 1 5 0,6-2-5 0,-4-1 15 16,2 5 5-16,-1-4 5 0,2 0 11 0,1-2-5 0,2 1-1 15,1 2-14-15,0 0 4 0,4 2 0 0,-1-5 6 0,2 3-11 16,-1 3-4-16,1 0-6 0,3 1 0 0,2 0 0 16,1-5 0-16,2 5 0 0,4 3 0 0,2-1 0 0,5 0 0 15,-4-1 0-15,4 3 0 16,0 0 0-16,-2 2 10 0,1-2-15 0,-2 1 5 0,-1 1-5 15,-1-1 15-15,1 0-5 0,-5 1 10 0,2 2 0 0,-2-1-4 0,-4 3 4 0,2-1 0 16,-1 0-4-16,1 1-6 0,-2-2-5 0,2 2 0 0,-3-1 10 16,3 3-15-16,-3 1-5 0,-2-2-11 0,-1 2-10 15,-3 0-5-15,1 0 6 0,-5-1-6 0,-2 2 10 16,-4-2 11-16,-2 0-11 0,-6-3-15 0,-1 0-15 16,-7 0-36-16,-6 2-46 0,-5 1-72 0,-6-3-66 0,0 0-77 15,-11 1 210-15,-5-2 71 0,-7 0 36 0</inkml:trace>
  <inkml:trace contextRef="#ctx0" brushRef="#br0" timeOffset="91644.19">15623 11062 511 0,'0'0'56'0,"0"0"21"15,0 0 25-15,0 0 31 0,-3-5-5 0,0 1-31 0,-5 3-30 16,1 1-42-16,-3 2-14 0,-3 2-1 0,-1 3-5 15,1 2 1-15,7 2 4 0,1-2-15 0,-2 5 15 0,4-2-20 16,-1 2 10-16,0-1-5 0,0 3 5 0,1 0 10 0,-1 3-15 16,0 2 5-16,2-1-5 0,-1 4 5 0,-1 2 0 15,1 2 0-15,-1 1 10 0,0-1-5 16,-1 1-10-16,1 0 10 0,-1 1-15 0,0-1 20 0,2-1-20 16,-2 0 10-16,0-1-5 0,1 0 15 0,0 2 26 0,0-3 15 0,1-1-21 0,-1 1-4 0,0-3-1 15,3 2 11-15,-2-3-5 0,2 1 5 0,0-2-11 16,0-3-9-16,-1 1-1 0,2-2 0 0,0 1-4 0,2-4 4 15,-2 0 0-15,1-1-4 0,0-4-6 0,2 3 5 16,-3-12-5-16,2 11 21 0,-2-11-16 0,5 10 1 0,-5-10-11 16,0 0 0-16,5 3 10 15,3 6-15-15,-8-9 15 0,8 6-10 0,1 1-5 0,0-4 10 16,-9-3-5-16,11 3 5 0,0-2-5 0,1 0 0 0,-1 3 0 16,0 0 0-16,-1-3 0 0,1 1 0 0,2 2 0 15,-1 0 0-15,1 0 0 0,-1-2 0 0,2 2 10 16,0-3 5-16,1 0-5 0,2 2-4 0,-1-2-6 0,3-2-11 15,0 1 6-15,2 0 10 0,-1-2 0 0,2 1 11 0,0-1-21 0,0-2 5 16,1 3-5-16,-1-2 5 0,2 1 0 0,-2 1 0 0,-1-3 0 16,1 1 0-16,0 3 0 0,-1 0 20 0,1-2 11 0,-1-1-11 15,1 5-20-15,-1-4 5 0,-1 2-5 0,0 2 6 0,2-4 4 16,-1 5 5-16,1-3 5 0,-1 4 11 0,1-3-16 16,-1-1-4-16,3 1-1 0,1-2-15 0,-2 2 15 0,0-3-20 15,2 3 20-15,0-4-10 0,1 3-5 0,0 2 0 16,0-4 0-16,1 4 15 0,0-4-15 0,0 2 15 0,-2 0-20 0,0 2 10 0,-1-4-5 15,0 0 15-15,-2 3-5 0,1-2 1 0,-2 2 4 16,1-2 26 0,1 1 0-16,-1 1-36 0,1-3 0 0,-1 4 0 15,2-2 0-15,0 1 0 0,1-1 0 0,1 2 0 0,-1 0 0 16,2-3 0-16,-1 5 0 0,4-3 0 0,-3 0 0 0,0-1 0 16,1 0 0-16,-1 1 0 0,0-2 0 0,0 1 0 15,-1-1 0-15,0 0 0 0,0-2 0 0,0 3 0 0,-1 0 0 0,-1-1 0 16,1 1 0-16,1-1 0 0,-1 1 0 0,-1 1 0 0,0 0 0 15,2-1 0-15,-1 0 0 0,2-1 0 0,-3 1 0 16,0 1 0-16,4 0 0 0,-3-1 0 0,7 0 0 0,-6 3 0 16,1-3 0-16,1 4 0 0,2-4 0 0,0 3 0 0,-3-3 0 15,3 0 0-15,-4 0 0 0,2 0 0 0,-1 0 0 16,1 1 0-16,-2 1 0 0,-1-4 0 16,1 5 0-16,0-1 0 0,-1 2 0 0,1 0 0 0,1-2 0 15,-1 1 0-15,0-1 0 0,-1 2 0 0,1 0 0 0,3-2 0 0,-3-1 0 0,3-2 0 0,-2 5 0 16,3-2 0-16,4-2 0 0,0 2 0 0,-2-2 0 15,2 0 0-15,3 0 0 0,-2 2 0 0,1-4 0 0,-1 2 0 16,0 2 0-16,1-2 0 0,1 0 0 0,-1-2 0 0,0 3 0 16,3 0 0-1,-1 2 0-15,1-3 0 0,0-2 0 0,2 2 0 0,-2-1 0 16,-1 1 0-16,2-2 0 0,0 0 0 0,-1-1 0 0,1 0 0 16,0 1 0-16,-2 2 0 0,2 0 0 0,-1 2 0 15,1-3 0-15,1-1 0 0,-2 3 0 0,2 0 0 0,0-1 0 16,0-1 0-16,1 1 0 0,-2-1 0 0,1 1 0 15,-4 1 0-15,3 0 0 0,-4-2 0 0,3 1 0 0,-3 1 0 16,2 1 0-16,0 1 0 0,1-1 0 0,0 0 0 16,-1 1 0-16,4 2 0 0,-4-2 0 0,3-3 0 0,-3 1 0 0,6-1 0 0,-8-1 0 15,4 2 0-15,-3-1 0 0,1-1 0 0,0 0 0 16,-2 1 0-16,1-2 0 0,-2 4 0 0,1-1 0 0,0-1 0 16,-1 0 0-16,-3-1 0 0,5 1 0 0,-4 2 0 15,0-4 0-15,2-1 0 0,-5 1 0 0,-2-1 0 0,2 1 0 16,0-2 0-16,-5 1 0 0,4-1 0 0,-4 1 0 0,1 1 0 0,-1-3 0 0,-1 0 0 15,1 1 0-15,-2 1 0 0,2-3 0 0,-2 3 0 16,-2-2 0-16,0 2 0 0,-1 2 0 0,0-4 0 0,-1 1 0 31,-2 0 0-31,0 4 0 0,0-3 0 0,1 3 0 0,-7-4 0 16,0-3 0-16,-1 4 0 0,4-3 0 0,-3 1 0 16,0-1 0-16,0-3 0 0,2 0 0 0,-1 1 0 0,1 3 0 0,-2-3 0 15,-1 3 0-15,0-3 0 0,0-1 0 0,0 4 0 0,-1-4 0 16,1 2 0-16,0-3 0 0,2 4 0 0,-4-4 0 0,2-1 0 15,-2 1 0-15,4-3 0 0,-4 2 0 0,-1 0 0 16,1 0 0-16,0-5 0 0,1 2 0 0,-2-1 0 0,1 0 0 16,-1 0 0-16,2-1 0 0,-2-2 0 0,2 0 0 15,-3 1 0-15,2 0 0 0,-3 0 0 0,1-1 0 0,-1 2 0 16,-1-2 0-16,0-1 0 0,-1 1 0 0,0 0 0 0,-2 0 0 0,1-3 0 0,1 3 0 16,-3-5 0-16,0 6 0 0,-3-1 0 0,1-1 0 15,-1-2 0 1,-1-1 0-16,-3 5 0 0,0-5 0 0,-2 4 0 0,0-4 0 15,-3 2 0-15,1 2 0 0,-3 0 0 0,0 1 0 0,0 0 0 0,-1 0 0 0,0 1 0 0,-3 3 0 0,0-2 0 16,1 1 0-16,-2 2 0 0,-1-1 0 0,-1 1 0 16,-2 1 0-1,-2-2 0-15,2 2 0 0,-2 1 0 0,0 0 0 0,0-1 0 16,-3 3 0-16,0-1 0 0,0 3 0 0,2-3 0 16,-5 3 0-16,1-2 0 0,-4 1 0 0,2 2 0 0,-2 1 0 15,0-1 0-15,-2-1 0 0,-3 1 0 0,2 0 0 0,-3 3 0 16,0-1 0-16,-4-1 0 0,1 1 0 0,-2-1 0 15,-1 3 0-15,-1 2 0 0,1-4 0 0,-2 6 0 0,-1-3 0 16,0 2 0-16,1 1 0 0,0-1 0 0,-2 1 0 16,-5-2 0-16,2-1 0 0,-1-2 0 0,-1 2 0 15,0-3 0-15,-2 3 0 0,-3 0 0 0,1-2 0 0,6 4 0 0,-6-1 0 0,0 2 0 16,-1-2 0-16,-1 3 0 0,3-3 0 0,-4 3 0 0,2-3 0 16,-3-1 0-16,3 3 0 0,0-2 0 0,-1 3 0 15,-3-2 0-15,-1-2 0 0,2-1 0 0,-2 0 0 0,1 2 0 16,-1-1 0-16,0 0 0 15,0 0 0-15,2-1 0 0,0 5 0 0,-4 1 0 16,1 3 0-16,-2-4 0 0,0 2 0 0,0-1 0 0,-1 0 0 16,0 1 0-16,-4-2 0 0,6 2 0 0,-2 0 0 0,0-2 0 15,-1 1 0-15,0 1 0 0,1 1 0 0,-1-3 0 0,5 1 0 16,-2-1 0-16,2 1 0 0,0 1 0 0,-1 0 0 16,0 0 0-16,0-2 0 0,0 1 0 0,-1-3 0 0,3 3 0 15,-1 0 0-15,1 0 0 0,3 0 0 0,0 2 0 16,0 0 0-16,-3-1 0 0,-1 3 0 0,1-3 0 0,1 4 0 0,-1-5 0 15,0 1 0-15,2 2 0 0,1-2 0 0,1 2 0 0,4 1 0 16,-3 0 0-16,0-7 0 0,1 3 0 0,2 0 0 0,1-1 0 16,1-3 0-16,3-1 0 0,0-2 0 0,-2 2 0 15,6 1 0-15,1 0 0 0,0-2 0 0,2 0 0 0,0 1 0 16,-1 0 0-16,3 0 0 0,3-3 0 0,-1 3 0 0,1-2 0 0,5-1 0 16,-3 1 0-16,2-1-185 0,0 1-434 0,0-1-3 0,2 1 311 15,-1-1 156-15</inkml:trace>
  <inkml:trace contextRef="#ctx0" brushRef="#br0" timeOffset="104575.12">22983 11570 490 0,'0'0'82'0,"0"0"-66"0,0 0 4 0,0 0 87 0,0 0 11 16,2-2 0-16,2-2-57 0,6 1-35 0,1 2-11 0,5 0 11 15,5 1-1-15,7-1 1 0,1 1-6 0,-6-1-9 16,2 1-6-16,0-2-15 0,1 0 15 0,1 1-5 0,-5-1 5 15,3 4-5-15,-1-2-10 0,-4-2-47 0,1 2-35 0,-5 0-56 16,-2 2-31-16,0-4-31 0,-14 2-10 0,12 4 95 16,-12-4 62-16,0 0 32 0</inkml:trace>
  <inkml:trace contextRef="#ctx0" brushRef="#br0" timeOffset="104838.67">23316 11414 700 0,'-5'-13'205'0,"-3"2"-31"15,8 11 5-15,-5-10-20 0,5 10-47 0,0 0-30 0,-10-6-61 0,-1 1-1 16,-1 3-20-16,-2 2 6 0,-1 1-6 0,0 5-11 0,-3 2 16 16,-2 2-5-16,-1-1 6 0,-4 3-17 0,-1 3 16 0,-3 1-5 15,-1 5 6-15,-2-3-6 0,0 5-11 0,-6-1 6 16,4-1 0-16,1 0 15 0,2-1-5 0,-1 0 11 16,7-3-1-16,3 1 15 0,-1-4-4 0,6 1-1 0,3 0-14 15,4-2-6-15,3 1-5 16,2-2 0-16,1 0 0 0,5-2 0 0,4 1 10 15,3-2-5-15,2 1 1 0,1 0-6 0,4-3 0 16,2 2 0-16,3-3-11 0,2 0-25 0,0 0-46 0,4 2-76 16,-1-3-83-16,1 0-66 0,4-2-81 0,-3-1 99 0,3 3 144 0,-4-3 73 15</inkml:trace>
  <inkml:trace contextRef="#ctx0" brushRef="#br0" timeOffset="105523.72">24309 11333 874 0,'0'0'349'0,"0"0"-232"0,0 0-91 0,0 0 9 16,0 0 73-16,0 0 55 0,0 0-14 0,0 0-52 15,-5 0-51-15,1 3-30 0,1 5-1 0,0 5-10 0,3 3 1 0,0 3-6 0,3 5 0 16,0 5 0-16,1-9 0 0,-3-2 0 0,3 2 0 0,-1 2 0 16,0-2 0-16,-1-2 0 0,1-1 0 0,-3-3 0 0,2-1 0 15,-2-13 0-15,0 0 0 0,1 13 41 0,-1-13-41 0,0 0 0 16,0 0 0-16,0 0 0 0,0 0 0 0,0 0 0 0,0 0 0 15,0 0 0-15,0 0 0 0,0 0 0 0,0 0 0 0,0 0 0 16,-3 0 0-16,3-5 0 0,0-6 0 0,-2-3 0 16,2-6 0-16,2-3 0 0,1-6 0 0,2-8 0 0,4 8 0 15,2 2 0-15,3 0 0 16,1-3 0-16,0 3 0 0,1 2 0 0,0 3 0 16,3 4 0-16,-3 2 0 0,0 4 0 0,0 2-195 0,2 4-97 15,-6 1-5-15,2 1-15 0,1 0-6 0,-4 7 1 16,2-2 159-16,-1 1 79 0,0 1 39 0</inkml:trace>
  <inkml:trace contextRef="#ctx0" brushRef="#br0" timeOffset="105907.24">24776 11295 915 0,'0'0'246'0,"0"0"-83"16,0-4 11-16,-3 0 36 0,1-2-25 0,-8 1-58 15,0 0-100-15,-4 0-27 0,-3-1 0 0,3 10 0 0,3 0 0 16,0 4 0-16,-4 3 0 15,3 1 0-15,-3 4 0 0,2 1 0 0,1 2 0 0,-1 0 0 16,2 0 0-16,-1 2 0 0,4-1 0 0,1 0 0 0,-1-3 0 0,1 1 0 0,2-1 0 0,0 0 0 16,4-1 0-16,-1-2 0 0,0-2 0 0,2-12 0 0,0 13 0 15,4-2 0-15,-4-11 0 0,3 10 0 0,-3-10 0 0,0 0 0 16,8 7 0-16,1-2 0 0,0-3 0 0,0-4 0 16,4 2 0-16,-1-5 0 0,0-3 0 0,0-2 0 0,0-4 0 15,3 3 0-15,-5-1 0 16,2-3 0-16,-2-1 0 0,3-2 0 0,-2 1 0 0,-1-1 0 15,1 1 0-15,-1-3 0 0,1 2 0 0,-1 0 0 16,0 2 0-16,-1 1 0 0,-3 0 0 0,-6 15 0 0,0 0 0 16,10-11 0-16,-10 11 0 0,0 0 0 0,0 0 0 0,0 0 0 15,0 0 0-15,0 0 0 0,4 4 0 16,-7 5 0-16,2 3 0 0,-4 4 0 0,4 3-37 0,-4 3-34 16,-3 4-16-16,1 1-11 0,2-8-24 0,0-3-32 0,0 2-30 0,0-4-16 0,1 1-15 15,2-1 16-15,-2 0-26 0,3-4 5 0,-2 2 102 0,3-12 59 16,0 0 30-16</inkml:trace>
  <inkml:trace contextRef="#ctx0" brushRef="#br0" timeOffset="107478.56">24926 11374 1176 0,'0'0'312'0,"0"0"-128"15,8-11-55-15,-8 11-12 0,0 0 11 0,0 0-127 0,0 0-1 16,0 0 0-16,0 0 0 0,0 0 0 0,0 0 0 0,5 1 0 15,0 2 0-15,-2 4 0 0,-3 1 0 0,2 4 0 0,-4 3 0 16,-1 2 0-16,0 4 0 0,-4-7 0 0,2 0 0 0,-2 1 0 16,2-1 0-16,-2 0 0 0,2-3 0 0,0-1 0 0,-4 0 0 15,9-10 0-15,0 0 0 0,0 0 0 0,0 0 0 0,-3 10 0 16,3-10 0-16,0 0 0 0,0 0 0 0,0 0 0 0,0 0 0 16,0 0 0-16,0 0 0 0,0 0 0 0,0 1 0 0,5-6 0 15,0-2 0-15,4-3 0 0,-1-4 0 0,3-4 0 0,5-2 0 16,3-3 0-16,-8 4 0 0,0 0 0 0,3 0 0 15,1 1 0-15,0-1 0 0,0 2 0 0,-4 0 0 0,2 2 0 0,0 2 0 16,-3 5 0 0,-10 8 0-16,0 0 0 0,0 0 0 0,0 0 0 0,0 0 0 15,10-2 0-15,-4 7 0 0,-1 8 0 0,-3-1 0 16,0 4 0-16,-6 3 0 0,1 2 0 0,0 1 0 0,-2-3 0 16,0-1 0-16,0-3 0 0,0 3-52 0,2 0-97 0,1 0 6 15,2-5-21-15,-1 0 11 0,1-1 10 0,1 0 76 16,1-2-25-16,-2-10-10 0,0 0-16 0,4 9 26 0,4-3 10 0,-1-1 5 15,3-1-15-15,-10-4 15 0,10 0 16 0,4 0 15 0,-1-5 36 16,0-2-5-16,2-2 15 0,-2-1 5 0,1-5 10 0,-2 0 36 16,1 2 15-16,-2-9 57 0,4 1 21 0,-4-1 20 15,3 1 10-15,-3-3-5 0,-1 3-1 0,0 1-14 0,1 2-16 16,-6 2-10-16,1 3-6 0,-6 13-30 16,0 0-70-16,0 0-22 0,0 0 0 0,0 0 0 0,0 0 0 15,0 0 0-15,-1-2 0 0,-4 2 0 0,-1 9 0 0,-4 2 0 0,0 4 0 0,-4 3 0 16,3 3 0-16,-4 5 0 0,5-8 0 0,4 3 0 0,-3-5 0 15,3 1 0-15,1-1 0 0,4-1 0 0,-4 1 0 0,1-3 0 16,4 0 0-16,0-13 0 0,0 10 0 0,0 2 0 0,0-12 0 16,0 0 0-16,0 0 0 0,4 8 0 0,-4-8 0 15,6 8 0-15,-6-8 0 16,9 5 0-16,-3-7 0 0,4 2 0 0,0-2 0 0,1-6 0 16,0-1 0-16,-1-4 0 0,0 1 0 0,0-2 0 0,1 0 0 15,2-3 0-15,-2-3 0 0,4-2 0 0,-4 0 0 16,6-3 0-16,-1-4 0 0,-1-1 0 0,3 1 0 0,-3-5 0 15,3 2 0-15,1 1 0 0,1 0 0 0,-4 4 0 16,-1 3 0-16,2 2 0 0,-3 1 0 0,-3 2 0 16,-11 19 0-16,0 0 0 0,0 0 0 0,0 0 0 0,10-12 0 0,-10 12 0 0,0 0 0 0,0 0 0 15,4 1 0-15,-4 4 0 0,-4 9 0 0,-2 3 0 16,-3 4 0-16,-2 5 0 0,0 3 0 0,-8 4 0 0,3-6 0 16,0 2 0-16,1-4 0 0,0 2 0 0,-2-2 0 15,4-2 0-15,0 2 0 0,-1-4 0 0,4-5 0 0,4 3 0 16,1-2 0-16,0-2 0 0,2 0 0 0,1-4 0 0,2-11 0 15,0 13-16-15,0-13-102 16,0 0-5-16,0 0 1 0,0 0-12 0,0 0 7 16,0 0-22-16,0 0 6 0,0 0 5 0,5 6-1 0,2-4 22 0,2-5 4 15,1-5 31-15,0-1 0 0,5-3 57 0,-3-5-1 16,4-2 46-16,-4-2 26 0,5 1 37 0,-2 2 24 0,-3-4 11 16,6 4 35-16,-2-2 16 0,-1 6 5 0,-3-2-5 0,2 4-15 15,-7 3-6-15,2-1-25 0,-9 10-10 0,0 0-36 16,0 0-77-16,0 0 0 0,0 0 0 0,0 0 0 0,6 3 0 0,-2 3 0 15,-5 3 0-15,1-2 0 0,-4 7 0 0,0 2 0 0,2 0 0 16,-6 1 0-16,8-17 0 0,0 0 0 0,-1 14 0 0,1-2 0 16,4-2 0-16,-3 1 0 0,4-3 0 0,-5-8 0 15,9 7 0-15,-3 0 0 0,4-4 0 0,-10-3 0 0,10 0 0 16,1-1 0-16,1-1 0 0,-2-1 0 0,-10 3 0 0,11-5 0 16,3-1 0-16,-14 6 0 0,9-8 0 0,1 3 0 0,-5-4 0 0,0-1 0 15,0-2 0 1,-2-2 0-16,-4-3 0 0,-1 3-113 0,1-3 10 0,-4-1 1 15,1 0 25-15,-2 4 6 0,-3 2 29 0,9 12 1 0,-6-8 5 0,-2 2-5 0,8 6 1 0,-10-4 9 16,10 4-15-16,0 0-15 0,0 0-6 0,0 0 11 0,0 0 30 16,0 0 16-16,0 0 10 0,0 0 0 0,0 0 0 0,0 0 0 15,0 0 20-15,3-3 21 16,4 3 26-16,3 5 10 0,1-1-5 0,6 0 35 16,2-1 5-16,5 4 26 0,2-4 1 0,-11 2-16 0,1 3-56 15,3-4-67-15,-3 4 0 0,-1 3 0 0,-4 1 0 16,-1 0 0-16,0 3 0 0,-5 0 0 0,0 0 0 0,-1 2 0 15,-4 2 0-15,-4-2 0 0,0 2 0 0,-1-3 0 0,-1 0 0 16,1 1 0-16,-1-2 0 0,-3-3 0 16,3 1 0-16,6-13 0 0,0 0 0 0,0 0 0 0,0 0 0 15,0 0 0-15,-6 9 0 0,6-9 0 0,0 0 0 0,0 0 0 0,0 0 0 0,0 0 0 16,0 0 0-16,0 0 0 0,-4-3 0 0,5-2 0 0,3-2 0 16,1-5 0-16,1-4 0 0,4 0 0 0,1-7 0 0,8 2 0 15,-6 4 0-15,2 1 0 0,3 0 0 0,0 3 0 16,2-2 0-16,-2-3 0 0,4 6 0 0,-2-3 0 0,-3 8 0 15,1-2 0-15,-3 3 0 16,-3-4 0-16,-12 10 0 0,0 0 0 0,11 2 0 0,-11-2 0 16,9 8 0-16,-4 0 0 0,-5 7 0 0,0-1 0 15,-4 2 0-15,-1 4 0 0,-2 2 0 0,-2-2 0 0,-2-1 0 16,5-1 0-16,-3-4 0 0,0 0 0 0,3 0 0 16,1-1 0-16,0-2 0 0,5-11 0 0,0 0 0 0,-4 11 0 15,4-11 0-15,0 0 0 0,0 0 0 0,0 0 0 0,0 0 0 16,0 0 0-16,0 0 0 0,0 0 0 0,0 0 0 0,0 0 0 0,0 0 0 0,0 0 0 15,3 3 0-15,2-5 0 0,1 1 0 0,4-5 0 16,0-4 0-16,5-2 0 0,0-6 0 0,1-2 0 0,-2 4 0 16,3-2 0-16,-2-3 0 0,5 0 0 0,-2 1 0 0,0 0 0 15,4 2 0-15,1 1 0 0,-5 2 0 0,-2 4 0 16,-2 2 0-16,-14 9 0 0,13-3 0 0,-13 3 0 0,0 0 0 16,0 0 0-16,0 0 0 0,0 0 0 0,0 0 0 0,8 3 0 0,-3 4 0 15,-4 2 0-15,-1 5 0 0,0-14 0 0,-1 15 0 0,-3 2 0 16,0 2 0-1,-3 0 0-15,4-6 0 0,0 2 0 0,-2-2 0 16,0-2 0-16,3-1 0 0,-1 2 0 0,1-2 0 0,-1 0 0 0,-2 0 0 0,1 1 0 0,-1 0 0 0,-1-2 0 16,0 2 0-16,1-4-226 0,-5 3-234 0,0-1-73 0,0 0 119 15,2-2 207 1,-2 1 103-16</inkml:trace>
  <inkml:trace contextRef="#ctx0" brushRef="#br0" timeOffset="118753.64">14228 11553 275 0,'-15'-6'103'0,"3"2"14"0,12 4 16 16,-8-4 11-16,-2 0-11 0,10 4-15 0,-10-3-21 0,0-1 0 15,10 4-10-15,-12-4 10 0,12 4-20 0,0 0-5 0,0 0-1 16,0 0-14-1,0 0-27-15,0 0-19 0,-7-6-11 0,7 6 0 0,0 0 10 16,0 0-5-16,0 0 20 0,0 0 6 0,0 0 0 0,2-4 5 16,6 2 10-16,3-1 0 0,4-2 0 0,5 4-15 0,5 0-10 15,5 2-21-15,3 2 0 0,-6-5 0 0,2 2 0 16,2 0 0-16,5 0 0 0,-1 0 0 0,1-1 0 0,3-1 0 16,0-2 0-16,-1 3 0 0,1-3 0 0,0 2 0 15,-6-2 0-15,2 0 0 0,-2-1 0 0,-3 1 0 0,1 2 0 16,-2-2 0-16,-3 3 0 0,-1-3 0 0,-4 3 0 0,-1-3 0 0,-3 2 0 15,0 2 0-15,-17 0 0 0,0 0 0 0,0 0 0 0,0 0 0 16,0 0 0-16,0 0 0 0,0 0 0 0,0 0-27 0,0 0-29 16,0 0-10-16,0 0-11 0,0 0-15 0,0 0-26 0,0 0-15 15,2-6 0-15,-2-1 5 0,-4-1 5 0,-2 0-10 16,-3 0-15-16,-4 0-31 0,-1-4-5 0,-1 2-16 0,6 5 75 0,1-4 62 0,-1 2 32 16</inkml:trace>
  <inkml:trace contextRef="#ctx0" brushRef="#br0" timeOffset="119038.22">14818 11287 255 0,'-13'-3'56'0,"13"3"-10"0,0 0 5 0,0 0 6 15,0 0 25-15,0 0-1 0,0 0 6 0,0 0-5 0,0 0 0 16,0 0-20-16,2 1-1 0,1 1-15 0,5 0 0 0,3 3-5 16,3 2 0-16,3 2-10 0,5-2-6 0,1 4-14 0,-8-4 4 15,1 1-20-15,-1 2 15 0,-1-4-10 0,1 5-5 16,-1-2 0-16,-2 0 0 0,-2-3 15 0,0 4-15 0,0 1 5 15,-1-2 5-15,-3 1 0 0,-6-10 21 0,7 7-6 0,-5 4 6 16,1 0 4-16,-1 1 17 0,-1-2-1 0,-1-10 20 0,-3 8-4 0,-1 3 4 16,-2 1-4-16,-2-3-22 15,-1-1-9-15,1 1-21 0,-4-1 6 0,0 0-21 16,-1-2 15-16,1 0-10 0,-2 0-5 0,0 1 0 0,2-1 10 0,1 0 0 0,-3-2-10 0,3 2 0 0,-2-1 0 16,2 0 5-16,-1-1-51 0,0 2-67 0,1-1-67 15,0 0-60-15,1-2-26 0,-1 1-37 0,2 1-4 0,9-5 156 16,0 0 78-1</inkml:trace>
  <inkml:trace contextRef="#ctx0" brushRef="#br0" timeOffset="119201.97">15005 11652 720 0,'0'0'328'0,"0"0"-154"0,0 0-31 0,0 0 1 16,0 0 9-16,0 0-15 0,0 0-35 0,0 0-57 0,0 0-30 15,0 0-16-15,0 0 10 0,0 0-15 0,0 0 15 0,0 0-51 0,9 9-46 0,-9-9-93 0,0 0-91 16,0 0-82-16,0 0-102 0,0 0 158 0,0 0 149 0,0 0 74 16</inkml:trace>
  <inkml:trace contextRef="#ctx0" brushRef="#br0" timeOffset="130964.58">14732 8958 1115 0,'0'0'133'16,"0"0"-112"-16,0 0-32 0,0 0 16 0,0 0 5 0,0 13 11 15,2-1-1-15,3-3 1 0,4-3-1 0,6-1-9 0,2-1 4 16,5-2-10-16,6 3 0 0,1-4-5 0,4-1 0 16,0 2 0-16,3-4 0 0,3 2 0 0,0-1 10 15,1-1-15-15,-2-2 15 0,1 0-20 0,-4 0 30 0,0 1-4 16,-3-1 30-16,0-1-36 0,-5 2 11 0,-3-1-11 0,-2 0-10 16,-2 1 20-16,-2-2-4 0,-3 4 9 0,-15 1-4 0,15-2 10 15,-15 2-6-15,0 0 1 0,0 0 4 0,0 0-14 16,0 0 4-16,0 0-15 0,0 0 11 0,8-7-21 0,-8 7-6 15,0 0-19-15,0 0-26 0,0 0-26 0,0 0-16 0,0 0-35 16,3-8-15-16,-3 0-26 0,-4 2-26 0,-2-5 6 16,-4 2-11-16,-6-2 16 0,0 0 66 0,1 2 62 0,0-1 30 0</inkml:trace>
  <inkml:trace contextRef="#ctx0" brushRef="#br0" timeOffset="131189.98">15160 8749 280 0,'0'0'123'0,"1"-8"-46"16,5-2 10-16,6 9-5 0,0-5 5 0,2 3-5 0,1 3 0 15,5-2-10-15,0 6-6 0,-3-2-5 0,-1 3 1 16,-2-4-11-16,0 3-5 0,1 1-5 0,0 0 10 0,-3 2-15 16,-3 2 25-16,-9-9-14 0,10 9 14 0,-4 2-15 0,2 0 20 15,-3 0-14-15,-2 4-12 0,-1-3-14 0,-2 2 5 16,0-1 15-16,-2-1-21 0,0 2-9 0,-2-1-16 0,1 1 20 16,-1-4-20-16,-1 3 26 0,0 1-21 0,-3 0 6 15,1 2 9-15,-2-3-20 0,0-1 15 0,-2 3-15 0,0-2 16 16,0 3-21-16,-2-2 5 0,-1-2-26 0,1 2-77 15,-5 0-55-15,2 2-103 0,0 0-87 0,-4 1-149 0,0-1 188 16,-3 0 154-16,1 3 78 0</inkml:trace>
  <inkml:trace contextRef="#ctx0" brushRef="#br0" timeOffset="140365.86">19649 12077 0 0,'0'0'101'16,"0"0"-75"-16,0 0-16 0,0 0-4 0,0 0-6 0,0 0 0 15,0 0 0-15,0 0 0 0,0 0 0 0,0 0 0 16,0 0 0-16,0 0 10 0,0 0-15 0,0 0 15 0,0 0-10 16,0 7 15-16,0-7-10 0,4 5 11 0,3 0 9 0,2 1 11 15,4-3 5 1,5-1-11-16,6-2-4 0,5 1 5 0,-3-1-16 0,3 1 16 15,1 2 10-15,3-7-16 0,5 4-9 0,0 2-6 0,5 3 5 0,2-1-4 0,1 0-6 0,3 0 15 16,2-1 1-16,-1 5 15 0,2-3-21 0,0 1 16 0,1-2 20 16,1-2-10-16,-1-1-6 0,1-1-14 0,3 2-1 15,-4-4 1-15,3 4-1 0,-1-5-9 0,-2 2 4 0,2 2-20 16,-5-1 25-16,0 0-25 0,-4 0 11 0,-1 0-11 16,-5 0 5-16,-2 0 10 0,-3 3 26 0,-5-3-6 15,0 2 1-15,-9-1-11 0,0 2-20 0,-5-2 10 0,-2 1-10 16,-14-2 26-16,0 0 25 0,0 0 42 0,0 0 19 15,0 0-10-15,0 0-40 0,0 0-27 0,0 0-24 16,0 0-6-16,0 0-5 0,0 0 0 16,0 0 0-16,0 0 0 0,0 0 0 0,0 0 0 0,0 0-10 15,0 0-36-15,0 0-62 0,0 0-45 0,0 0-47 0,0 0-46 0,0 0-97 0,0 0 118 16,2-2 113-16,-3-5 56 0</inkml:trace>
  <inkml:trace contextRef="#ctx0" brushRef="#br0" timeOffset="149390.37">17987 8181 0 0,'-23'6'132'0,"1"2"-81"0,2-1-25 15,-1 4 0-15,1-1-21 0,1 0 10 0,0 5-10 0,-1 2 1 16,1 3 4-16,1-2-5 0,-2 5 0 0,-1-2 5 16,2 2-5-16,-2 6 1 0,1-3 4 0,0 1 5 0,1 2 5 15,0 2-10-15,2 3-4 16,1 1-17-16,-1 2 16 0,1 1-5 0,1-1 6 0,-1 10-6 15,2-1 10-15,2 2-15 0,-2 2 15 0,1 1-10 16,1 2-5-16,1 2 10 0,0-1-5 16,2-4 5-16,1-2-5 0,3 2 0 0,2 1 0 0,3-2 0 15,2-4 0-15,3-2-10 0,1-1 15 0,4-1 5 16,2-2 10-16,1-8 11 0,3-6-5 0,3-1 30 0,1 0 1 16,4-4 9-16,1-2-15 0,1 3-26 0,3-3 6 0,1-2-10 0,1-2 15 0,4-1-11 0,0-2 11 15,2-2-10-15,2-3 10 0,2-3 0 0,-1-1 4 0,0-2 1 16,2-2 10-16,-2-1-15 0,0-3 16 0,-2-1-1 15,2-5 10-15,-3 1-20 0,-1-2 0 0,0-2-16 0,3-3-9 16,-1-3-1-16,-2-2-10 0,-1-2 1 0,2-4-6 0,-3-4 0 16,2-2 0-16,-1-8 0 0,-1-2 0 0,-1-2 0 15,0-5 0-15,-1-1 10 16,0-3-5-16,0 0-10 0,-2-2 0 0,-1-2 0 16,-3 4 15-16,0-3-15 0,-3-2 5 0,0 2-5 15,-3 0 5-15,-2 1 10 0,-2-2-15 0,-1 5 15 0,-4-2-20 0,-1 1 20 0,-2 4-20 0,-5 1 10 16,-3 0 5-16,-3-1-10 0,-4 4 15 0,-4 2-10 0,-1 2 5 15,-5 2-5-15,-3 2 0 0,-2 4 10 0,-5 2-15 0,-2 3 5 16,-5 1-15-16,-2 1 10 0,-4 5 0 16,-5 0 15-16,-2 4-26 0,-3 0 1 0,-6 4 10 0,-3 4-5 15,-4 1 10-15,0 3-5 0,-2 3 15 0,-1 2-26 16,1 3-50-16,2 1-67 0,7 4-67 0,3 0-40 0,4 3-41 16,5 2 38-16,6 1 121 0,1 4 61 0</inkml:trace>
  <inkml:trace contextRef="#ctx0" brushRef="#br0" timeOffset="152117.02">20860 11135 0 0,'-27'0'199'0,"10"2"-122"0,-1 1-11 16,0-1 16-16,-1 2-21 0,0 1 6 0,2 2-1 0,-4 3-9 16,1 1-27-16,0 4 1 0,0 3-21 0,0 0 1 15,-3 6-11-15,1 3 0 0,-3 4 10 0,1 0-15 0,0 0 5 16,1 4-5-16,-1 1 5 0,2 2 0 0,-2 0 10 0,1-5-15 15,3 1 5-15,2-2-5 0,1 1 5 0,2-4 0 16,2 1 0-16,2-4 10 0,3 0 15 0,3-2 31 0,0 1 6 16,3 1-16-16,0-1-5 0,1-1-26 0,1-1 6 0,-2 1-6 0,2 1 16 15,-2-3-6-15,6-1-19 0,-4-2-6 0,3 0 5 0,3 1 10 16,0-1-5-16,3-3 6 16,-2 0-1-16,3-1 5 0,1-1-9 15,1-2-6-15,3-1 5 0,-2-3-5 0,2 2 21 16,3-3-6-16,1-1-4 0,1-2-1 0,1 0 0 0,0-3 6 0,1 0 9 0,1-2-14 15,1-2 4-15,-2 0-15 0,1-2 21 0,0-1-6 16,-3-1-4-16,1-3-1 0,-2 0-10 0,2-1 1 0,1-1-6 16,-4-4 20-16,1-2-10 0,0-1 1 0,0-5-11 15,-1 0 0-15,1-2 10 0,0-3-15 0,1-2 5 0,1-4-5 16,1 0 5-16,-2-2 10 0,3 2-15 0,-1-4 5 16,1 1-5-16,-1-4 5 0,-2 4 10 0,-1 1-15 0,-2-1 5 15,-2 2 5-15,-3 0 10 0,-3 3-5 0,-1 1 6 0,-3 1-11 16,-3 0 0-16,-2 2 5 0,-1 3-5 15,-4-1 1-15,0 2 4 0,-3 1-15 0,0 2 15 16,-4 2-10-16,0 4 15 0,0-1-20 0,-3 4 5 0,-3 0-5 16,1 2 5-16,-4 2-10 0,1 0 15 0,0 2-15 0,-1-1-1 15,1 5-30-15,0-4-20 0,0 2-16 0,2 4-25 0,1-1-21 16,0 2-15-16,2 0-26 0,1 0-31 0,1 2-61 16,-1 2 29-16,2 1 113 0,-1 2 57 0</inkml:trace>
  <inkml:trace contextRef="#ctx0" brushRef="#br0" timeOffset="163788.44">19350 8117 0 0,'-38'-36'45'0,"-2"0"-45"0,-4 7 10 16,-2-1-20-16,-4 3 10 0,-1 2-5 0,-4 1 15 0,0 3-5 15,-1-1 11-15,-2 1-11 0,-2 1 10 0,-4 3-10 0,4-1 11 0,-1 5-11 0,-3 3 0 16,2 0-5-16,-4 5 10 0,3 2-5 0,1 2 11 15,0 2-21-15,-1 4 5 0,1-1-5 0,3 5 5 0,2 3 0 16,-1 3 0-16,1 3 0 0,-2 1 0 0,2 8 0 0,2 2 0 16,-3 7 10-16,0 2-5 0,-3 7-10 0,1 3 0 15,0 2 0-15,-3 8 5 0,0 1 0 0,-5 3 0 0,5 4 0 16,-1 3 0-16,2-1 0 0,-1 8 0 0,5-3 0 16,5 4 0-16,7 2 0 0,4-2 0 0,5 1 0 0,9-5 0 15,4 2 0-15,7-2-11 0,5 5 16 0,4-10-15 0,6 0 10 16,4-4-5-16,4-2 5 15,4-2 0-15,5-6 0 0,2-6 0 0,4-3 0 16,6-2-10-16,0-3 15 0,6-2-5 0,0 0-5 0,2-7 0 16,3 4 10-16,4-2 0 0,3-5 0 0,-1 1-15 0,2-3 15 0,1-5-15 15,2-5 10-15,1 1-5 0,1-4 5 0,-1-6 0 16,-1-2 20-16,2-7 0 0,1-1 6 0,-1 0-6 0,4-7-9 16,1-3 14-16,1-2-4 0,0-5 4 0,0-4-4 0,5-2-1 15,-2-4 1-15,4-6-11 0,-1-1-5 0,0-4-5 0,4-5 0 16,-1 0 0-16,4-2 0 0,-3-4 0 0,0-6-20 0,1 3 10 15,-2-7-11-15,3 0 16 0,-4-2-10 0,-2 1 10 16,-2 1 0-16,0 0 5 0,-2 3-21 0,-4-3 11 0,-1 2 0 16,-6 5-1-16,0 2-4 15,-3 0-6-15,-4 2 11 0,-5-2 5 0,-2 2-5 0,-3 4-6 16,-7 1 6-16,-3-3-5 0,-6 2 10 0,-5 3 0 16,-6-1-6-16,-6 4 16 0,-5-2-5 0,-7-1 6 0,-5 3-6 15,-4-1 0-15,-7 0 0 0,-5 1 10 0,-4 0 15 0,-5 4-10 16,-7 2-4-16,-2 0-11 0,-2 4 0 0,-8-2 10 15,0 3-5-15,-6 0 1 0,0 3-6 0,-3 2 0 0,1 4 0 16,-4 0 0-16,-1 3 0 0,-2 1 10 0,0 9 5 16,-1 4-5-16,1 5 16 0,-1 3-16 0,2 5 11 0,0 6-16 15,8 3 0-15,-3 7-5 0,6 3 0 0,3 3 0 0,0 5-10 0,5 9 15 16,-2 6-5-16,6 2 5 0,0 3-5 0,2 11 0 0,3 4 10 16,2 6-15-16,2 5 5 0,4-1-5 0,2 5 5 15,2 6-21-15,3 6-20 0,5-2-36 16,2 1-4-16,3 5 48 0,4 2 16 0,4-1 9 0</inkml:trace>
  <inkml:trace contextRef="#ctx0" brushRef="#br0" timeOffset="171241.32">15283 12118 485 0,'0'0'41'0,"0"0"16"0,0 0 60 0,0 0 37 0,3 4 4 16,2-1-9-16,4-3-16 0,2 1 5 0,4-4-10 16,4 1-21-16,1-6 6 0,3-2-21 0,-3 4 0 0,6 0-20 15,-1 1-61-15,3-1-11 0,6 2 0 0,-1 0 0 16,6 2 0-16,-2-3 0 0,7 3 0 0,3-1 0 0,5 1 0 15,-2-2 0-15,2 1 0 0,0 1 0 0,3 2 0 0,3 0 0 0,-3-1 0 16,-3 1 0 0,8 0 0-16,-1 3 0 0,6 0 0 0,1-1 0 0,1-3 0 15,5 2 0-15,2 2 0 0,3-2 0 0,0 2 0 0,4-2 0 0,1 0 0 0,2 1 0 0,2 1 0 16,-1-1 0-16,5 1 0 0,-3 2 0 0,3-1 0 0,1-2 0 16,-4 1 0-16,3 0 0 0,0 0 0 0,1 0 0 15,-4-1 0-15,5 1 0 16,-3-1 0-16,0-2 0 0,1 2 0 0,-3-1 0 0,1 2 0 15,-1-2 0-15,-2 2 0 0,1-2 0 0,-2 0 0 16,0 2 0-16,0-2 0 0,1-2 0 0,-3 1 0 0,1 1 0 16,2-1 0-16,-3 1 0 0,3 3 0 0,-3-5 0 15,2-1 0-15,-1 7 0 0,0-4 0 0,-2 2 0 0,1-3 0 16,-4 0 0-16,-1-3 0 0,-2 3 0 0,-2-1 0 16,-1 0 0-16,-4-1 0 0,-2-3 0 0,-2 2 0 15,-2-2 0-15,0 3 0 0,-6 0 0 0,-1 1 0 0,0-1 0 0,-4-2 0 0,-4 1 0 16,1 0 0-16,-5 2 0 0,-3-4 0 0,-2 1 0 15,-3-1 0-15,-4 0 0 0,-2 0 0 0,-6-1 0 0,0 1 0 16,-8 1 0-16,0-1 0 0,-15 5 0 0,11-7 0 0,-11 7 0 16,0 0 0-16,0 0 0 0,0 0 0 0,0 0 0 15,0 0 0-15,0 0 0 0,0-8 0 16,-3 3-134-16,-4 0-301 0,-3 2-107 0,-6-4 74 0,1 4 234 16,-5 0 117-16</inkml:trace>
  <inkml:trace contextRef="#ctx0" brushRef="#br0" timeOffset="173742.58">22194 12907 1187 0,'19'0'41'15,"3"5"51"-15,2-1 107 0,-11-4 36 0,2 0-40 0,3 0-97 16,-1-1-98-16,1 1 0 0,1 0 0 0,3-2 0 0,2-3 0 15,1 4 0-15,-2 0 0 0,5 0 0 0,-2-1 0 16,2 1 0-16,1-1 0 0,0 0 0 0,-5 4 0 0,2-1 0 16,-2-2 0-16,1 2 0 0,-4-2-52 0,-2 1-158 15,-3 2-25-15,-4 1-16 0,-12-3-10 0,0 0-5 0,0 0 20 16,0 0 11-16,0 0 89 0,0 0 73 0,0 0 37 0</inkml:trace>
  <inkml:trace contextRef="#ctx0" brushRef="#br0" timeOffset="174008.89">22502 12791 710 0,'0'0'169'0,"0"0"-15"0,0 0-11 0,0 0-5 0,0 0-20 16,0 0-51-16,0 0-37 0,0 0-24 0,-10-7 4 0,10 7-5 16,-10-1-10-16,-1 5 10 0,1 1-5 0,-4 0 5 0,2 5-15 15,-2 1 5-15,-2 7 0 0,-1-3 5 0,3 0 0 16,-1-2 0-16,0 0 0 0,1 6 10 0,-1-4-5 0,0 0 20 15,1-3 6-15,2 3 10 0,-1 0-10 0,-1-2-6 0,7 0-14 16,-3-1-6-16,10-12-15 0,-9 14 15 0,4-2-5 16,4 1-5-16,1-1 10 0,0-12-15 0,1 10 10 0,4 1 5 15,4 0 0-15,-2-2-10 0,5-3-31 0,0-1-36 0,3-1-41 16,0-2-20-16,1 1-51 0,1-2-41 0,1-1-72 16,-1-1-51-16,3-3 197 0,-3 2 76 0,3-2 37 0</inkml:trace>
  <inkml:trace contextRef="#ctx0" brushRef="#br0" timeOffset="174553.53">24060 12280 413 0,'0'0'57'0,"0"0"-21"0,0 0 20 0,0 0 47 0,0 0 35 15,0 0 10-15,0 0 0 0,0 0-4 0,0 0-21 0,0 2 10 16,5-1-1-16,2 1 12 0,7-2-21 0,6 2-21 16,0 4-55-16,6-3-47 0,4 3 0 0,-5 0 0 0,-1 0 0 15,1 2 0-15,-2 0 0 0,-2 1 0 0,4-1 0 0,-3 3 0 16,-2-1 0-16,-3 0 0 0,-2 3 0 0,-1 1 0 16,-3 1 0-16,-2 0 0 0,-3 2 0 0,-1 0 0 0,-5 4 0 15,-4 2 0-15,-2-2 0 0,-3 0 0 0,-2-3 0 0,-1 5 0 16,-6-3 0-16,3-3 0 0,-1 2 0 0,-5-3 0 15,3-1 0-15,1-2 0 0,-1 3 0 0,2-7 0 16,-4-1 0-16,1-1 0 0,3-5 0 0,1 1 0 0,-1-4 0 16,1-2 0-16,-1-3 0 0,16 6 0 0,-10-2 0 0,0-3 0 15,0-3 0-15,10 8 0 0,-9-6 0 0,2-3 0 0,-1-2 0 16,6 0 0-16,2 1 0 0,0 10 0 0,0-16 0 16,1 3 0-16,4 2 0 0,4-4 0 0,-2 7 0 0,7-3 0 15,1 1 0-15,-4-3 0 0,4 6 0 0,0-2 0 0,1-1 0 16,4 3 0-16,-4-6 0 0,-1 3 0 0,2 2-154 15,3 0-108-15,-2 0-19 0,1 0-42 0,1 2-45 0,-1-3 38 16,-2 1 165-16,2 1 83 0</inkml:trace>
  <inkml:trace contextRef="#ctx0" brushRef="#br0" timeOffset="174737.92">24566 12390 639 0,'0'0'281'0,"0"0"-137"0,0 0-27 0,0 0 1 0,0 0 5 0,0 0-1 0,10-1 1 0,-10 1-20 16,12-2-42-16,-1 1-25 0,1 0-36 0,-1 0 0 15,2-1 5-15,4 0-10 0,-3-3 15 0,1-1-10 0,3 1 6 16,-2 1-6-16,-1 2 0 0,2-2-21 0,2-1-51 16,-4 3-51-16,1-1-40 0,-1 1-6 0,0 2 0 0,-4 0-5 15,-11 0-5-15,12-2-26 0,-12 2 11 0,0 0 20 0,0 0 31 16,0 0 94-16,0 0 25 0,0 0 12 0</inkml:trace>
  <inkml:trace contextRef="#ctx0" brushRef="#br0" timeOffset="174938.38">24817 12350 296 0,'-14'4'128'15,"-2"-2"15"-15,-3 3-15 0,19-5 26 16,0 0-11-16,-8 7 5 0,-1-1 6 0,0 0-16 0,3 1 16 16,-4 3-11-16,4-1-5 0,1 1-30 0,-1 1-36 0,1-2-72 0,1 3 0 15,-1-1 0-15,0 1 0 0,1 0 0 0,2 5 0 16,-3-1 0-16,2-1 0 0,2 3 0 0,0-3 0 0,1 1 0 16,0 0 0-16,0 0 0 0,1-2 0 0,0-2 0 15,2 3 0-15,-3-1 0 0,1-2 0 0,-1 0 0 0,0-12 0 16,0 13 0-16,0-2 0 0,0-11 0 0,-1 11-16 0,1-11-158 15,0 0-26-15,0 0-51 0,0 0-40 0,-5 7-47 0,0 1-61 16,-4-6 210-16,1 1 94 0,-4-2 48 0</inkml:trace>
  <inkml:trace contextRef="#ctx0" brushRef="#br0" timeOffset="175238.86">23988 12779 971 0,'0'0'108'0,"0"0"-57"16,0 0 62-16,0 0 71 0,0 0 36 0,2 8 0 0,1 0-41 15,6-1-178-15,4-4-1 0,3-1 0 0,8-4 0 16,2-1 0-16,9-2 0 0,-3 0 0 0,3-1 0 0,5-1 0 16,3-1 0-16,0 1 0 0,5 3 0 0,-6-3 0 15,4 1 0-15,-2 0 0 0,2 1 0 0,-2 1 0 16,-1 2 0-16,4-2 0 0,-5 2 0 0,2 0 0 0,-6 1 0 15,2 1 0-15,-5-1 0 0,-2 0 0 0,-3-1 0 0,-3 1 0 0,-3 2 0 0,-4-2 0 0,-4 0 0 0,-1 0 0 16,-15 1 0-16,0 0-78 0,0 0-34 0,0 0-6 0,0 0-25 16,0 0-36-16,0 0-21 0,0 0 16 0,0 0 20 15,0 0 16-15,0 2-16 0,-4 1-10 0,-3-1-41 0,-7 3 131 16,-2-2 42-16,-3-1 21 0</inkml:trace>
  <inkml:trace contextRef="#ctx0" brushRef="#br0" timeOffset="175681.49">24335 12858 884 0,'0'0'154'0,"-5"8"-98"0,5-8 26 16,0 0 51-16,0 0 36 0,0 0 36 0,0 0-21 0,0 0-15 16,0 0-158-16,0 10-11 0,0 0 0 0,0-10 0 0,5 11 0 15,3-2 0-15,1 0 0 0,1-1 0 0,0 3 0 16,5 1 0-16,-4-3 0 0,-1 1 0 0,0 2 0 0,-3 1 0 15,2 0 0-15,1-1 0 0,-1-1 0 0,-3 2 0 16,-1-2 0-16,-3 0 0 0,2 0 0 0,0-2 0 0,-4 1 0 0,0-10 0 16,0 11 0-16,-3-1 0 0,1 0 0 0,-2-2 0 15,4-8 0-15,-5 9 0 0,-1-2 0 0,-4 2 0 0,1 0 0 16,2-3 0-16,-6-2 0 16,2 2 0-16,-4-1 0 0,4-1 0 0,-4 2 0 15,0-5 0-15,-3 2 0 0,2-2 0 0,-1 1 0 16,1-2 0-16,1 0 0 0,-2-1 0 0,17 1 0 0,-15-4 0 0,4 2 0 15,0-2 0-15,11 4 0 0,0 0 0 0,0 0 0 16,0 0 0-16,0 0 0 0,0 0 0 0,0 0 0 0,0 0 0 16,-5-9 0-16,-3 2 0 0,8 7 0 0,-1-9 0 0,6 1 0 15,1-1 0-15,6-1 0 0,0 0 0 0,4 1 0 16,-2 3 0-16,2 1 0 0,0-2 0 0,-1 1 0 0,0-2 0 16,2 2 0-16,-1 2 0 0,0-2 0 0,2 1 0 15,-2 0 0-15,0-1 0 0,0 3 0 0,2 1 0 0,-2 1-83 0,-1-2-193 0,0 2-21 16,-3 1-26-16,2-1-35 15,2 1-31-15,-1-1 228 0,-2 1 81 0,2-4 40 0</inkml:trace>
  <inkml:trace contextRef="#ctx0" brushRef="#br0" timeOffset="176941.86">24900 12880 680 0,'0'0'261'16,"0"0"-77"-16,0 0-31 0,0 0-15 0,0 0-10 0,0 0-25 16,0 0-11-16,0 0 0 0,0 0-5 0,5 2-10 0,-4 6-25 0,-2 3-52 15,-1 1 0-15,-3 6 0 0,0 2 0 0,-3 2 0 0,-1 4 0 16,3-5 0-16,1-1 0 0,1 1 0 0,3 0 0 15,-1 0 0-15,1-1 0 0,-1-1 0 0,4-2 0 0,-2-1 0 16,1 1 0-16,2-2 0 0,1 0 0 0,-1 1 0 16,2-6 0-16,0 3 0 0,2-2 0 0,-1 1 0 0,3-2 0 15,-9-10 0-15,7 9 0 0,1-2 0 0,-1 1 0 0,2 0 0 0,-9-8 0 16,0 0 0-16,8 5 0 0,-8-5 0 0,10 3 0 16,-10-3 0-16,9 1 0 0,-1-1 0 0,2-4 0 0,-10 4 0 15,7-5 0-15,2-1 0 0,0-4 0 16,-3 0-1-16,-4-2-157 0,3 2-32 0,-2-1-15 15,-1 0-15-15,1 1-25 0,-1-3-1 0,-2 3-25 0,3-1 5 16,-3 0 143-16,0 0 62 0,-4-3 30 0</inkml:trace>
  <inkml:trace contextRef="#ctx0" brushRef="#br0" timeOffset="177126.97">24807 13053 675 0,'-14'2'301'0,"3"0"-101"0,0 2 0 0,11-4 4 0,0 0-35 16,0 0-56-16,0 0-26 15,0 0 10-15,0 0-96 0,0 0-1 0,0 0 0 0,0 0 0 16,1 1 0-16,8 0 0 0,-2-3 0 16,11-2 0-16,-1 0 0 0,8 1 0 0,3-5 0 15,3 1 0-15,-4-2 0 0,0 3 0 0,3-1 0 0,-3 2 0 0,3-3-98 0,-2 2-255 0,1 1-67 16,-2 1-86-16,-1 1 171 0,1-1 167 0,-4 1 84 0</inkml:trace>
  <inkml:trace contextRef="#ctx0" brushRef="#br0" timeOffset="178527.74">22337 14291 1202 0,'-8'10'112'0,"1"-2"-66"16,7-8 21-16,0 0 76 0,0 0 26 0,0 0-10 0,0 0-21 16,0 0-127-16,0 0-11 0,3 6 0 0,6-2 0 0,4-2 0 15,4-2 0-15,7-2 0 0,3-2 0 0,6-4 0 16,5 2 0-16,-6-3 0 0,3 3 0 0,1-4 0 0,-1 3 0 16,-1 1 0-16,0-1 0 0,-2 4 0 0,-2-2 0 0,0 1-139 0,-5-1-107 0,-5 4-40 15,1 1-57-15,-6 0-10 0,-15 0 15 0,0 0 167 16,0 0 85-16,0 0 43 0</inkml:trace>
  <inkml:trace contextRef="#ctx0" brushRef="#br0" timeOffset="178833.6">22543 14172 777 0,'-10'-6'322'16,"0"1"-178"-16,10 5-47 0,-10-5 11 0,10 5-11 0,-8-5-25 15,-2 1-42-15,1-1-30 0,9 5 5 0,-13 0-15 0,3 3 0 16,-2-1-41-16,1 5-16 0,-3 1-25 0,-1 3 5 0,1 2 21 16,1 0 14-16,-2 2 32 0,-4 1-1 0,1 2 26 15,1 0-5-15,1-3-5 0,1 3 0 0,-2-3 0 16,2-2 5-16,0 2 10 0,1 0 5 0,1-3 27 0,3 2 9 0,-1-3 10 0,1 0 0 16,0 2 11-16,2 0 5 0,8-13-5 0,0 0-26 15,-5 12-6-15,3-1-4 0,2 0 5 0,0-11 0 0,2 9-10 16,6 4-6-16,-1-3-4 0,3-2-21 0,3-3 0 0,1 1 5 15,1-3-10-15,4-3-5 0,-2 2-72 0,0-4-82 0,1 5-77 16,0-3-66-16,2-4-66 16,2-1 7-16,-2 2 183 0,1 1 92 0</inkml:trace>
  <inkml:trace contextRef="#ctx0" brushRef="#br0" timeOffset="179357.54">24080 14043 895 0,'0'-10'174'0,"0"10"-56"0,1-10 35 0,-1 10 42 15,0 0-6-15,5-10-20 0,0 2-52 0,-5 8-80 0,9-5-37 16,-9 5 0-16,7-5 0 0,6 1 0 0,-2 3 0 0,0 5 0 16,4-2 0-16,1 2 0 0,3 2 0 0,-4-1 0 15,-1 5 0-15,-2-1 0 0,3 0 0 0,-2-2 0 0,0 3 0 16,-3 1 0-16,0 0 0 15,0 4 0-15,0-4 0 0,-4 0 0 16,-1 4 0-16,0 1 0 0,-2 0 0 0,-1 0 0 0,-2 3 0 16,-2 0 0-16,-1-2 0 0,0 2 0 0,-2-2 0 0,-2 2 0 0,1-5 0 15,-3 0 0-15,-1-3 0 0,1-1 0 0,-3 0 0 16,1-1 0-16,-1-3 0 0,-5-2 0 0,0 1 0 0,-1-5 0 16,1 1 0-16,-2-1 0 0,2 0 0 0,2-3 0 0,0 0 0 15,15 3 0-15,-14-4 0 0,7-2 0 0,-3 1 0 16,10 5 0-16,0 0 0 0,-5-9 0 0,0 0 0 0,5 9 0 0,-2-10 0 15,2 1 0-15,2-1 0 0,4 0 0 0,-1-1 0 0,-5 11 0 16,10-12 0-16,-1 2 0 0,2 1 0 0,0-3-164 0,3 2-103 16,1-1-19-16,1 0-16 15,0 1-36-15,-1 0-15 0,5-1 184 0,-2 0 85 16,-3 0 42-16</inkml:trace>
  <inkml:trace contextRef="#ctx0" brushRef="#br0" timeOffset="179497.07">24383 14070 726 0,'0'0'194'0,"10"-1"11"0,-10 1-11 15,10 3 16-15,-10-3-31 0,10 2-4 0,0 1-42 0,0 3-102 16,0-4-31-16,-3 1 0 0,6-3 0 0,-1-3 0 0,3 1 0 16,1-2 0-16,1 3 0 0,1-4 0 0,4 1 0 15,-1 0 0-15,1 1 0 0,1 0 0 0,2 1 0 0,-3-2-37 16,2 3-157-16,-2-2-62 0,-2 2-51 0,0-1-30 0,-4 0-32 0,-16 2 95 16,0 0 137-16,0 0 69 0</inkml:trace>
  <inkml:trace contextRef="#ctx0" brushRef="#br0" timeOffset="179699.75">24649 14072 659 0,'-10'5'185'0,"-2"1"-27"0,4 3 16 16,8-9-15-16,0 0-26 0,0 0 0 0,-10 5-20 0,2 2 10 0,8-7-16 15,-8 7-20-15,8-7-71 0,-7 9-16 0,2 1 0 16,3 0 0-16,-1 2 0 0,0-1 0 0,1 2 0 0,2 2 0 16,0-2 0-16,2-1 0 0,-2 0 0 0,0 2 0 15,3-1 0-15,-1 1 0 0,-2 1 0 0,1-3 0 0,1 1-72 16,-2 0-62-16,0 0-14 0,0-1-21 0,-5 2-41 0,5-14-20 15,-2 13-36-15,-1-2-41 16,-2-2 51-16,-3 2 128 0,0-2 64 16</inkml:trace>
  <inkml:trace contextRef="#ctx0" brushRef="#br0" timeOffset="179976.05">23809 14539 767 0,'-10'10'199'0,"10"-10"-137"0,0 0 50 0,0 0 67 0,1 3 57 16,4 2-1-16,9-2-25 0,1-4-163 0,6-1-47 15,6-5 0-15,7-1 0 0,1-1 0 0,1 3 0 0,3 1 0 16,5-4 0 0,1 2 0-16,1-2 0 0,2 3 0 0,2-3 0 0,1 1 0 15,2 0 0-15,-3-2 0 0,1 4 0 0,1 0 0 16,-2 1 0-16,1 1 0 0,1-1 0 0,-4 3 0 0,-1 2 0 15,-1-4 0-15,-3 0 0 0,-5 3 0 0,-5-4 0 0,-1 1 0 16,-6 2 0-16,-5-1 0 0,-2-3-88 0,-4 6-163 0,-15 0-10 16,0 0 36-16,0 0 10 0,0 0-5 0,0 0-36 15,0 0-30-15,0 0 163 0,0 0 62 0,0 0 30 0</inkml:trace>
  <inkml:trace contextRef="#ctx0" brushRef="#br0" timeOffset="180788.92">24251 14808 475 0,'-8'-7'143'0,"8"7"-61"0,0 0 10 0,0 0 21 0,0 0 30 15,0 0 26-15,0 0-21 0,0 0-19 0,0-7-12 0,3-3 1 16,2 1-5-16,3 1-6 0,4 0-9 0,1 0-98 16,3 3 0-16,1 3 0 0,-4-2 0 0,2 4 0 0,-2 0 0 15,1 1 0-15,-2 3 0 0,1 0 0 0,-2-2 0 0,-1 3 0 16,0 4 0-16,-3 0 0 0,1 2 0 0,-6 1 0 16,2 1 0-16,-3 2 0 15,-2 3 0-15,1 2 0 0,-5-1 0 0,-1 2 0 16,-3-3 0-16,0 0 0 0,1-1 0 0,-5 0 0 0,2-1 0 15,0-1 0-15,1-2 0 0,-4-6 0 0,3 3 0 0,-3 1 0 16,1-2 0-16,3-4 0 0,-1-1 0 0,11-4 0 0,0 0 0 16,0 0 0-16,-15 2 0 0,5-1 0 0,10-1 0 0,-11-1 0 15,11 1 0-15,0 0 0 0,-9-5 0 0,4-2 0 16,5 7 0-16,-1-11 0 0,-1-2 0 0,4 1 0 16,4-2 0-16,1-2 0 0,1 1 0 0,0-1 0 15,1 1 0-15,-1 4 0 0,3-4 0 0,-1 0 0 0,0 3 0 16,0-4 0-16,3 3 0 0,-1 0 0 0,0 0 0 15,-1 0 0-15,0 1 0 0,2 1 0 0,-2 1 0 0,-1 2 0 16,0-4 0-16,1 5 0 0,-1-2 0 0,0 4 0 0,-3-1 0 16,-7 6 0-16,10-5 0 0,-10 5 0 0,9-3 0 15,-9 3 0-15,14-3 0 0,-4 2 0 0,-10 1 0 0,7 1 0 16,2 4 0-16,1-3 0 0,-10-2 0 0,0 0 0 0,10 8 0 16,0-3 0-16,-1 1 0 0,0 3 0 0,-1-1 0 15,4 1 0-15,-3 0 0 0,4 1 0 0,-1 0 0 0,0 5 0 16,1-2 0-16,-1 1 0 0,0 1 0 0,2 0 0 15,0 1 0-15,-6 0 0 0,2-1 0 0,0-3 0 0,-1 3 0 16,1 1 0-16,-2-3 0 0,-1 0 0 0,0-3 0 16,2 1 0-16,-4-1 0 0,-5-10 0 0,6 11 0 0,-6-11 0 15,0 0 0-15,0 0 0 0,0 0 0 0,0 0 0 0,0 0 0 16,0 0 0-16,4 11 0 0,-4-11 0 0,0 0 0 0,0 0 0 16,0 0 0-16,0 0 0 0,0 0 0 0,0 0-42 0,0 0-193 15,-1 2-26-15,-7-2 0 0,3-4-21 0,-2-3 11 16,-2-1 0-16,3-4 59 0,-4 2 106 0,0-10 53 0</inkml:trace>
  <inkml:trace contextRef="#ctx0" brushRef="#br0" timeOffset="181020.28">24781 14736 470 0,'6'-8'256'0,"-1"-5"-21"16,5 3 31-16,-10 10 11 0,5-8-11 0,-5 8-10 16,5-9-235-16,-5 9-21 0,0 0 0 0,0 0 0 0,0 0 0 15,0 0 0-15,0 0 0 0,0 0 0 0,0 0 0 0,0 0 0 16,0-1 0-16,-4 2 0 0,2 7 0 0,-7 0 0 0,-1 8 0 15,-1 0 0-15,-4 4 0 0,-1 4 0 0,2-6 0 16,0 2 0-16,2-1 0 0,-3 1 0 0,-1-4 0 0,1 2 0 16,1 1 0-16,-1-3 0 0,2-1 0 0,2 0 0 15,-1-1 0-15,2-1 0 0,0 0 0 0,2 0 0 0,0-3 0 16,1 0 0-16,7-10 0 0,0 0 0 0,-6 9 0 16,6-9 0-16,0 0-236 0,0 0-123 0,0 0-91 0,0 0-102 15,0 0 327-15,0 0 112 0,0 0 57 0</inkml:trace>
  <inkml:trace contextRef="#ctx0" brushRef="#br0" timeOffset="182326.08">23865 14022 603 0,'0'0'118'0,"0"0"-88"0,-5-9-20 0,-5 7 21 0,1 2 15 0,2 2 11 0,-3 6-6 16,0 3 36-16,0 6 25 0,-1 4-4 0,2 6-21 0,0 0-31 15,2 4-20-15,-5 5-11 0,4 3-4 0,-2 5-11 16,0 1 6-16,3 0-1 0,-1 4-15 0,3-2 0 0,-2 3-5 16,4-1 5-16,0-1 10 0,-2 2-15 0,3 0 5 15,0-2-5-15,1-3-16 0,1-1-10 0,1-1-30 0,-1-5 0 16,2-2-16-16,0-4-30 15,3-2-11-15,-4-5-10 0,3-5-36 0,1 3-51 16,0-5-46-16,3-1 126 0,0-7 67 16,-8-10 34-16</inkml:trace>
  <inkml:trace contextRef="#ctx0" brushRef="#br0" timeOffset="182639.6">25137 14224 971 0,'12'-10'128'15,"-12"10"-35"-15,0 0 34 0,0 0 17 0,0 0-6 16,0 0-41-16,0 0-20 16,0 0-16-16,0 0 1 0,11-3 20 0,-11 3-15 0,10-2-67 15,0 4 0-15,0 3 0 0,-3 4 0 0,3 6 0 0,0 1 0 0,1 4 0 0,-1 1 0 0,0-1 0 16,0 4 0-16,-3 1 0 0,2 1 0 0,0 2 0 15,-3 3 0-15,0 1 0 0,-1 3 0 0,0-1 0 0,-1 3 0 16,-2-1 0-16,1 2 0 0,-3-1 0 0,0-1 0 16,-4 0 0-16,3-1 0 0,-4-3 0 0,0-4 0 15,-4 1 0-15,3-3 0 0,-3-2 0 0,-1-2 0 0,-1-4 0 16,0 0 0-16,-3 0 0 0,2-2-149 0,-3-3-117 16,1 0-62-16,-2-4-66 0,-1 0-87 0,1-1 266 0,-4-3 108 15,0-3 53-15</inkml:trace>
  <inkml:trace contextRef="#ctx0" brushRef="#br0" timeOffset="183233.5">23154 14026 1007 0,'0'0'164'0,"0"0"-67"16,0 0-25-16,8-8 4 0,-8 8-19 0,0 0 35 0,0 0 10 15,0 0 11-15,0 0 5 0,0 0-11 0,0 0-65 0,8-2-42 16,2 3 0-16,-2 4 0 16,4 3 0-16,-4 0 0 0,2 5 0 0,0 1 0 0,-1 4 0 15,-1-1 0-15,-2-2 0 0,0 0 0 16,-1 0 0-16,3 1 0 0,-3 0 0 0,-3-1 0 0,2 2 0 15,-2-2 0-15,1 1 0 0,-3 0 0 0,-3 1 0 0,1 1 0 0,-3-2 0 0,0 2 0 0,0-6 0 16,-1 3 0-16,-2 2 0 0,1-2 0 0,-3-2 0 0,1-1 0 16,-2-2 0-16,-1-1 0 0,2 1 0 15,-3-5 0-15,2 1 0 0,-1-5 0 0,0 0 0 0,-2-2 0 16,-1-3 0-16,3 1 0 0,0-4 0 0,1 2 0 0,0-6 0 16,1 4 0-16,2-4 0 0,2 1 0 0,1 0 0 15,1-3 0-15,2 2 0 0,2 0 0 0,0 0 0 0,0 1 0 16,2 0 0-16,-2 10 0 0,5-10 0 0,3 1 0 15,-1 1 0-15,1-2 0 0,3 2 0 0,0 0 0 16,3 0 0-16,1 1 0 0,-2 1 0 16,3-2 0-16,-1 3 0 0,2 0 0 0,-3 2 0 15,3-2-11-15,0 0-163 0,-2 5-51 0,1 0-36 0,-2 0-31 0,-1 0-41 0,-13 0-40 16,13 2 184-16,-3 1 94 0,-10-3 48 0</inkml:trace>
  <inkml:trace contextRef="#ctx0" brushRef="#br0" timeOffset="183494.51">22758 14640 900 0,'-3'11'174'0,"3"-11"-113"0,3 9 87 16,3-2 88-16,3-1 9 0,1-1-45 0,2-2-117 0,7-3-83 0,1-3 0 0,6 2 0 15,-6-3 0-15,6 3 0 0,-1-6 0 0,4 4 0 16,1-4 0-16,0 0 0 0,0 1 0 0,-3-1 0 0,5 2 0 16,-1-3 0-16,1 5 0 0,-1-4 0 0,-1 4 0 15,-2-1 0-15,-2 4 0 0,-1-2-129 0,-2-1-86 0,-1 3-20 16,-6 3-26-16,-3-5-36 0,-13 2-10 0,0 0 5 16,0 0 151-16,0 0 76 0,0 0 37 0</inkml:trace>
  <inkml:trace contextRef="#ctx0" brushRef="#br0" timeOffset="184087.72">22881 14789 762 0,'0'0'194'0,"-10"6"-107"16,10-6-36-16,0 0 31 0,0 0 20 0,0 0 21 0,0 0-10 15,-3 8-16-15,3-8-20 0,2 10-21 0,-1 0-10 16,3-1-15-16,6 3-16 0,-1 0 1 0,3 0-1 0,1 3-5 15,-3-2 6-15,0 2-11 0,-1 0-10 0,1 0 0 16,-4 2 10-16,0 1-10 16,2-1 15-16,-7 4-10 0,4-2 5 0,-4-1-5 0,-1 2 0 15,0 1 10-15,-2-1-5 0,-2 1 1 0,-1-3-17 16,0-1 6-16,-1-1 10 0,-3 2-10 0,0-4 15 16,-2-1 0-16,1-4 1 0,-3-1 4 0,3-2 21 0,-3 1 15 0,0-4-45 0,1-1-6 0,1-5 0 0,11 3 0 15,-10-1 0-15,0-2 0 0,10 3 0 0,-12-6 0 16,2 1 0-16,10 5 0 0,-6-6 0 0,-3-3 0 15,9 9 0-15,-5-12 0 0,-1 4 0 0,5-4 0 0,-3 0 0 16,4 3 0-16,1-6 0 0,2 0 0 0,2 3 0 16,1-2 0-16,0 1 0 0,3-1 0 0,2 1 0 0,3-4 0 15,-3 6 0-15,2-1 0 0,2-1 0 0,-3 3 0 16,2 0-47-16,0 3-91 0,-1-2 0 0,-1 2 5 0,0-1-5 16,1 1 40-16,-7 2 6 0,8 0 26 15,-3 0 30-15,-11 5 21 0,10-5 4 0,-3 3 6 16,2 2 10-16,-9 0-10 0,10-3 25 0,-10 3 16 0,10 0 31 15,-10 0 20-15,10 0 10 0,-10 0 6 0,10 0 9 0,0 4 6 0,0 1-16 16,-1-2-10-16,1-1-30 0,0 4-41 0,-3 0-21 0,3 2 0 16,-1-1 0-16,1 2 0 0,-1-2 0 0,1 2 0 15,1 1 0-15,0 1 0 0,1 0 0 0,0 0 0 0,1-1 0 16,-1 3 0-16,-2 1 0 0,0-1 0 0,0-1 0 16,0 2 0-16,1-2 0 0,-1 1 0 0,-3 0 0 0,1-2 0 15,-1 2 0-15,-7-13 0 0,8 11 0 0,-8-11 0 16,0 0 0-16,1 10 0 0,-1-10 0 0,0 0 0 0,0 0 0 15,1 10 0-15,-1-10 0 0,0 0 0 0,0 0-149 0,0 0-66 16,0 0-15-16,0 0-47 0,0 0-35 16,0 0-46-16,-5 5 105 0,-1-5 126 0,-3-3 64 0</inkml:trace>
  <inkml:trace contextRef="#ctx0" brushRef="#br0" timeOffset="184284.56">23318 14888 1105 0,'0'0'373'15,"0"0"-66"-15,0 0-46 0,8-6-260 0,-8 6-1 0,0 0 0 16,0 0 0-16,0 0 0 0,0 0 0 0,0 0 0 0,0 0 0 16,0 0 0-16,-4 1 0 0,0 4 0 0,-2 5 0 15,-3 1 0-15,-1 1 0 0,-2 7 0 0,-4 2 0 0,1 1 0 16,5-4 0-16,0-5 0 0,0 5 0 0,0-5 0 16,1 2 0-16,1-4 0 0,-2 3 0 0,2-2 0 15,0-2 0-15,1 1 0 0,-1-2 0 0,8-9-200 0,-8 9-97 0,1 0-82 0,7-9-107 0,0 0 143 0,0 0 172 16,0 0 85-16</inkml:trace>
  <inkml:trace contextRef="#ctx0" brushRef="#br0" timeOffset="185012.86">24075 13310 608 0,'0'0'47'0,"0"0"-37"0,0 8 56 0,-3 4 62 0,7-2 10 15,5 1-20-15,1 3-36 0,6 1 5 0,1 1-16 0,2-1 21 16,2 1-10-16,8-3 36 0,-3 4 20 0,5-3 11 15,1 1-42-15,2 0-101 0,6-5-6 0,2 0 0 0,0-4 0 16,3 0 0-16,4-1 0 0,2-1 0 0,5-1 0 16,-1-6 0-16,1 2 0 0,0-3 0 0,2-1 0 0,1-3 0 15,-1-2 0-15,-3-4 0 0,-3-1 0 0,3 3 0 16,-6-4 0-16,1-1 0 0,-4 1 0 0,0-1 0 0,-3-4 0 16,-4 2 0-16,-2-3 0 0,-2 1 0 0,-3-4 0 15,-3-2 0-15,-7 2 0 0,-3-1 0 0,-2-1 0 16,-2-2 0-16,-1-1 0 0,-8 1 0 0,1-6 0 0,-2-1 0 15,-3-4 0-15,-4-1 0 0,-1-1 0 0,-7-5 0 16,0-1 0-16,-5-6 0 0,0 0 0 0,-2 2 0 0,-3-5 0 16,-4-1 0-16,-1-4 0 0,1 3 0 0,-3 3 0 15,-4-2 0-15,-1-2 0 0,-4-2 0 0,0 4 0 0,-6 1 0 16,-3 4 0-16,-3 3-32 0,-2 2 2 0,-1 5-6 0,-5 10 0 16,-4 4-5-16,-2 8 0 0,-1 4 21 0,2 7-1 15,-6 5 16-15,1 5 0 0,0 4 5 0,-2 5 0 0,2 5 0 16,0 6 0-16,1 4 10 0,1 4 5 0,2 8 16 0,1 8 5 15,0 2-5-15,2 3-6 0,4 6 6 0,1 4-16 16,2 3 6-16,4 4-26 0,4 0 15 0,0-2-10 16,8 3 6-16,2 0-6 0,4-2 0 0,6-4 0 0,3-3 0 15,9-4-11-15,2-3 16 0,7-2-5 0,6-2-5 0,3-5-31 0,4-5-25 0,5 4-36 0,2-3-37 16,3 0-29-16,2-1-27 0,1-1-50 16,2-5-67-16,1 2-103 0,2 0 231 0,1-2 90 0,-2 1 44 15</inkml:trace>
  <inkml:trace contextRef="#ctx0" brushRef="#br0" timeOffset="-199551.78">15357 15013 685 0,'-5'-11'184'0,"0"0"-173"0,-1 0-1 16,2 1 26-16,4 10 35 0,0 0 21 0,-4-12-20 15,4 12-26-15,0 0-10 16,0 0 10-16,0 0 10 0,0 0-5 0,0 0-5 16,0 0-26-16,0 0 1 0,0 0-26 0,0 0 15 0,0 0-10 15,0 0 16-15,0 0-1 0,0 0-5 0,-2 3 6 0,-2 1-11 0,-1 7 0 16,1 4-5-16,1 6 0 0,-1 4 0 0,-1 4 0 0,-3 10 0 16,3-9 0-16,-2-1 0 0,2 2 0 0,-1-2 0 15,-1 3 0-15,2 2 10 0,0-3-5 0,0-2 1 0,0 9-17 16,2-5 16-16,-1 2-5 0,2 1-5 0,-1-3 0 0,1 0 0 0,0-2 5 15,2-2 0-15,0 0 0 0,-1 1 0 0,1-3 10 0,0-1-15 16,0-1 5-16,3 2-5 0,-2-2 5 0,0 0 10 16,0-2-15-16,2 1 5 0,-2-3-5 0,1-1 15 0,2-1-5 15,-3 0-10-15,2-3 10 0,-1 2-5 0,1-2 6 16,1-1-17-16,-1 2 16 16,2-5 5-16,-1 4 11 0,0-1-11 0,0-2-4 0,2 0 4 15,-1-1-5-15,1 1 0 0,0 0-5 0,1-1 0 16,0 0 0-16,1 0 0 0,0 1 0 0,1-2 0 0,0 2 0 15,-2-2 0-15,2 0 0 0,1-2 0 0,0 1 0 16,0 0 0-16,2 0 0 0,1-1 10 0,1-1-5 0,-1-1 11 16,1 1-11-16,1-2 0 0,0 0-5 0,3 0 0 15,-2-3 0-15,1 2 10 0,2 0-15 0,1 2 15 0,0-4-20 16,1 5 20-16,2-3-10 0,-2-1 6 0,3 2-6 0,-1-2 0 0,3 2 0 0,-2-1 0 16,1-1 0-16,1-3 0 0,-1 2 0 0,2-1 10 0,1-2 5 15,-2 3 15-15,3-6-15 0,0 3-4 0,0 0-1 16,2 0-5-16,0 3 1 0,0-3-6 15,0 0 0-15,2 2 10 0,-1-2-15 0,-1 3 15 16,1-1 0-16,-1-2 10 0,1 0 1 0,1 4 10 0,-1-3-6 0,1-1 11 0,0 2-10 0,1 0-1 16,-3-2 6-16,2 1-25 0,-3 1-6 0,1 1 0 0,0-4 0 15,-1 2 0-15,0 1 0 0,1-2 0 0,2 3 0 0,0-3 0 16,1 0 0-16,-2 0 0 0,3 2 0 0,-1 0 0 16,2-4 0-16,-2 4 0 0,1-4 0 0,0 4 0 0,2-1 0 15,-1-1 0-15,1 0 0 0,0-1 0 0,1 2 0 0,0-1 0 16,0 2 0-16,0-4 0 0,1-3 0 0,-1 4 0 15,-2-3 0-15,1 6 0 16,1-4 0-16,-2-3 0 0,-1 5 0 0,1-3 0 0,0 1 0 16,-1 2 0-16,1-5 0 0,-2 3 0 0,0-2 0 15,-2-2 0-15,-1 3 0 0,-1-1 0 16,-1 2 0-16,0-1 0 0,-3 1 0 0,0-2 0 0,-2-2 0 16,-2 4 0-16,1-3 0 0,-2-2 0 0,-1 1 0 0,0-1 0 0,-3 1 0 0,-2 1 0 15,-1-2 0-15,0 4 0 0,-14 3 0 0,14-5 0 16,-2 0 0-16,-1 1 0 0,-1 0 0 0,0-1 0 0,1 3 0 0,-2-6 0 15,-1 3 0-15,-1-2 0 0,1 0 0 0,-2-1 0 0,-1-1 0 16,2 1 0-16,-2-3 0 0,-5 11 0 0,9-10 0 16,0 2 0-16,-3-2 0 0,2 0 0 0,-1-3 0 0,1 2 0 15,-2-1 0-15,0-1 0 0,-4-1 0 0,3-2 0 16,2-1 0-16,-4 2 0 0,2 0 0 0,2-1 0 0,-4-2 0 16,2 6 0-1,0-5 0-15,0 2 0 0,-1-1 0 0,1-2 0 0,-2 2 0 16,2-2 0-16,-2-1 0 0,1-2 0 0,-1-3 0 15,-1 4 0-15,1 1 0 0,-2-5 0 0,3 3 0 0,-3-1 0 0,-1 1 0 16,-1-1 0-16,1 1 0 0,-3 2 0 0,2-6 0 16,-2 4 0-16,1-2 0 0,-1-1 0 0,2 0 0 0,-1-1 0 15,0 2 0-15,1-2 0 0,0 2 0 0,0 1 0 16,-2 2 0-16,1-1 0 0,2 0 0 0,-2 4 0 0,1-2 0 0,-1 1 0 0,-1 0 0 16,2 0 0-16,0-2 0 0,1 4 0 0,-2 3 0 15,1 0 0-15,1-1 0 0,1-1 0 0,1-1 0 0,-1 4 0 16,0-3 0-16,-1 4 0 0,3-6 0 0,-1 4 0 0,1-1 0 15,-2 0 0-15,1 5 0 0,1-3 0 0,-2 2 0 16,-1 10 0-16,0 0 0 16,3-12 0-16,-3 12 0 0,0 0 0 0,0-11 0 0,-3 2 0 15,3 9 0-15,-2-10 0 0,2 10 0 0,-5-10 0 0,-3 5 0 0,8 5 0 0,-7-6 0 0,-3 1 0 0,-3 3 0 16,1-2 0-16,0 3 0 0,12 1 0 0,-14-3 0 16,0 2 0-16,0-1 0 0,-1 2 0 0,0-3 0 0,0 1 0 15,1 0 0-15,-3 0 0 0,1 2 0 0,-1-1 0 16,-1-1 0-16,0 0 0 0,-4-1 0 0,-1 1 0 0,0 2 0 15,-4 0 0-15,0-2 0 16,-2-1 0-16,1 2 0 0,-4-3 0 0,-1 4 0 0,-1 0 0 16,-1-1 0-16,-4-4 0 0,1 4 0 0,-6-2 0 15,2 3 0-15,-2-1 0 0,-4-4 0 0,2 1 0 0,-1 3 0 16,-2-3 0-16,-1 3 0 0,2-1 0 16,-5 0 0-16,1 1 0 0,-2-1 0 0,-2 0 0 15,0-1 0-15,-3 0 0 0,0 1 0 0,0-3 0 0,-3 0 0 0,2 3 0 0,2-1 0 16,-3 5 0-16,-2-1 0 0,0 1 0 0,-2-2 0 0,-1 0 0 0,2 3 0 15,-1-1 0-15,-1 1 0 0,1 0 0 0,1-1 0 0,4 3 0 16,-1 0 0-16,-2 1 0 0,0-2 0 0,1 2 0 16,-1-2 0-16,3 1 0 0,2-1 0 0,-1-3 0 0,3 4 0 15,4-1 0-15,2 1 0 0,-3-4 0 0,6 4 0 16,-3 2 0-16,0 1 0 0,5-2 0 0,-1-1 0 0,3 1 0 16,2 0 0-16,3-1 0 15,1 0 0-15,4-2 0 0,4 3 0 0,0-2 0 0,4-2 0 16,0 2 0-16,3-3 0 0,2 4 0 0,0-1-1 15,2-2-214-15,2 0-71 0,3 0-67 0,-1 0-113 16,3 2 103-16,-1-1 181 0,12-3 91 0</inkml:trace>
  <inkml:trace contextRef="#ctx0" brushRef="#br0" timeOffset="-192676.53">19046 16002 291 0,'0'0'123'16,"-7"6"-31"-16,7-6 5 0,0 0-10 0,0 0-10 0,0 0-31 15,0 0-16-15,0 0 1 0,0 0-16 0,0 0-4 0,0 0-1 16,0 0 5-16,0 0 6 0,0 0-1 0,0 0 1 0,0 0-11 16,0 0 6-16,0 0-1 0,0 0 5 0,0 0 0 0,0 0 1 15,0 0 10-15,0 0-6 0,0 0 11 0,0 0 0 0,0 0-5 16,0 0 5-16,0 0 0 0,0 0 4 0,0 0 1 0,0 7-10 15,0-7 5-15,2 6 0 0,3 1-16 0,4-2-9 0,0-1-11 0,2 0 0 16,3 0 0-16,-1-2 0 0,-1-2 10 0,0 0-5 0,-1 4 0 16,3-4-5-16,1 0 0 0,0 1 0 0,1-3 0 0,2 2 0 15,0-3 0-15,0 2 0 0,2 0 10 0,-1-2-25 16,1 2 10-16,0-3 5 16,0 4 5-16,1-2 0 0,-3 0-5 0,1 2 0 15,-1-2 0-15,-3 1 0 0,0 1 10 0,-3-2-5 0,-12 2 1 16,11 0-17-16,-11 0-4 0,0 0 15 0,0 0-21 0,0 0-25 15,0 0-36-15,0 0-25 0,0 0-11 0,0 0-25 0,0 0-11 16,0 0-30-16,0 0-21 0,0 0-15 0,0 0 85 0,0 0 67 16,0 0 34-16</inkml:trace>
  <inkml:trace contextRef="#ctx0" brushRef="#br0" timeOffset="-192214.98">19952 16013 214 0,'0'0'102'0,"0"0"-10"0,0 0-30 0,0 0-11 0,0 0 0 16,0 0-4-16,0 0-12 16,0 0-9-16,0 0 4 0,0 0-4 0,0 0 10 15,0 0 0-15,0 0 5 0,0 0 10 0,0 0-5 16,0 0 10-16,0 0 10 0,0 0 1 0,8 8 0 0,-8-8-6 16,6 9-9-16,-1-4-17 0,1-3-19 0,3 2-1 0,1-3 21 0,2-1-6 15,2 0 11-15,-4 0-15 0,-1 3-11 0,1-1 1 0,1-2-11 16,0 0 10-16,2 5-20 0,-1-5 15 0,3 5-10 0,-2-5-5 15,-1 4 10-15,1-1-5 0,-1 1 6 0,1-1-6 0,-2-1-11 16,0 1 16-16,-1-1-5 0,0 3 6 0,-10-5-6 0,10 3 0 16,-10-3 0-16,10 0 10 0,-10 0-15 0,10 4 5 0,-2-3-5 15,-8-1-6-15,0 0 6 0,0 0-31 0,12 5 0 0,-12-5-20 16,0 0-10-16,0 0-11 0,10 3-36 0,-10-3 6 16,0 0-16-1,0 0 5-15,0 0-15 0,0 0-26 0,0 0-14 0,0 0-9 0,0 0 91 16,0 0 46-16</inkml:trace>
  <inkml:trace contextRef="#ctx0" brushRef="#br0" timeOffset="-191289.76">21497 16093 71 0,'0'0'71'0,"0"0"17"0,-10 2 14 0,10-2-10 16,0 0-15-16,0 0-31 15,0 0-5-15,0 0-16 0,0 0 11 0,0 0-11 0,0 0 11 16,0 0 0-16,0 0-5 0,0 0 15 0,0 0 15 0,0 0 6 0,0 0 0 0,0 0 4 0,3 1 6 0,2 1-15 16,5-1 9-16,2-1-30 0,6 2 15 0,6 0-15 15,2 3 15-15,5-2-9 0,-5-3-1 0,0 3-5 0,4-1 0 16,3 0-21-16,-2-1 11 0,6-1-11 0,-3 0-15 15,5 0 5-15,-4 2 0 0,6 0 11 0,-5-1-1 0,0 2-9 16,-1-2-6-16,4 0 5 0,-3-1 5 16,0 3-4-16,1-2 4 0,1 0 11 0,0-1-1 15,0 0 1-15,-1 0-16 0,0 0 6 0,-2 0-11 0,0 0 0 16,-4 0 5-16,-1 0-5 0,-4 0 1 0,-1 0-6 0,-4 0 0 16,-1 0 0-16,-5 0 10 0,-2 0-5 0,-13 0-10 15,0 0 10-15,0 0-5 0,0 0 5 16,0 0 5-16,0 0-15 0,0 0 5 0,0 0-5 15,0 0-26-15,0 0-25 0,0 0-31 0,0 0-21 0,0 0-20 0,0 0-40 0,0 0-12 0,0 0-19 0,0 0-11 16,0 0-10-16,0 0-47 0,0 0 81 0,0 0 93 0,0 0 46 16</inkml:trace>
  <inkml:trace contextRef="#ctx0" brushRef="#br0" timeOffset="-187613.95">16594 8716 106 0,'-35'10'36'0,"0"4"-5"0,1 1-26 0,-1 5 1 0,4 0-6 16,1 1 0-16,1 6 0 0,2-1 0 0,1 6 0 16,1 4 10-16,4 1-5 0,3-1 0 0,3 2-5 0,3 1 0 31,2-2 0-31,5 6 0 0,3-4 10 0,7 1-15 0,2-2 15 15,3-2 0-15,3 4 21 0,6-5 5 0,2 0 5 0,4-6 10 0,7 0-5 16,0-4-10-16,3-2 0 0,4-3-21 0,3-9 16 0,2 4 10 16,1-3 5-16,2-3-11 0,1-1-19 0,-1-6-1 15,2 1-20-15,2-3 15 0,-3 2-10 0,2-6 6 0,3-1-6 16,-1 0 0-16,-1-5 0 0,3 3 0 0,-2-4 10 0,0 0-5 16,-1-4-10-16,-1-5 0 0,-2-2 10 0,-3-3-10 15,0 0 15-15,-4-6-10 0,1 0 5 0,-5-5-5 0,0-4 0 16,-2 3 20-16,-2-5-10 0,-3 1 1 0,-1-2-11 0,-7-2 10 0,0-2-5 15,-4 3 11-15,-4-3-21 0,-6 1 15 0,0 2-20 16,-4-5 20-16,-6 5-10 16,-4 0 5-16,-3 0-5 0,-3 3 0 0,-1 0 0 0,-3 2 0 15,-4 2 0-15,-3 1 0 0,-2 4-10 0,-2 0 5 0,-5 3 0 0,-2 3 5 0,-4 4-31 16,-5 2-15-16,-1 1-16 0,0 3 1 0,-6 4-11 0,-4 2-5 16,0 4-35-16,1 0-6 15,-4 2 8-15,5 3 55 0,0 3 28 0</inkml:trace>
  <inkml:trace contextRef="#ctx0" brushRef="#br0" timeOffset="-176625.61">19588 8622 132 0,'-29'29'46'0,"2"7"-15"0,1 1-21 0,2 1-4 0,4 6-17 15,4 0 16-15,2 2-15 16,5 0 10-16,4 2 5 0,4-3 0 0,5 1-10 16,2 1 10-16,5-2 26 0,0-2 20 0,3-6 20 0,0 1 6 15,5-7 5-15,2 2 0 0,-3-4-10 0,4-5 25 16,1-5-10-16,1-4-5 0,5 0-15 0,-2-4-6 15,-1-1-10-15,3-9 15 0,2 0 6 0,-1-1 10 16,2-2 0-16,-1-3 0 0,-1-3 10 0,1-3-15 0,-1-2-6 0,0-3-40 0,-1-1 15 0,-2-4-10 16,-1-1 10-16,-1-2-15 0,0 2 5 0,-1-5-21 0,-4-2 6 15,-1 0-16-15,-2-7 0 0,-1 1-5 0,-2-5 0 16,-2-3 0-16,1-6 10 0,-4 0-15 0,2 0 5 0,-4-1-5 16,1 0-5-16,-2-2 15 0,-1 3-15 0,-2 1-11 15,-1 2-15-15,-4 7 5 0,-3-1-5 0,0 3 21 0,-5 3-5 16,-2 6 15-16,-1-1 10 0,-1 7-10 0,-7 1 15 0,1 5-20 15,-3 4 10-15,-3 2-5 16,-4 7 5-16,0-1 0 0,-4 8-11 0,-3 3 6 16,-4 6 10-16,-2 2-10 0,-2 3 5 0,1 2-5 0,-5 2 15 15,1 4-66-15,0-3-31 0,3 1-46 0,1 0-46 16,4-2-16-16,4 1-35 0,0 0-77 0,7 2-15 16,4-3 161-16,4 1 80 0</inkml:trace>
  <inkml:trace contextRef="#ctx0" brushRef="#br0" timeOffset="-168421.55">23906 15768 644 0,'-11'0'138'0,"-3"2"5"0,14-2 26 0,0 0 10 15,0 0-4-15,-10-3-7 0,10 3-14 0,0 0-47 0,0 0-15 16,0 0-15-16,0 0-76 0,0 0-1 0,0 0 0 0,0 0 0 15,0 0 0-15,0 0 0 0,4-5 0 0,1 0 0 0,5 0 0 16,2 0 0-16,6-2 0 0,1 4 0 0,6-2 0 16,3 2 0-16,-7 3 0 0,-1 1 0 0,7-4 0 0,-2 3 0 15,1-2 0-15,1-1 0 0,2 1 0 0,-2-2 0 0,-2-1 0 16,-1 3 0-16,-3-1 0 0,-3-2 0 0,-3 4 0 0,0 0-93 0,-4 1-66 0,-11 0 11 0,12-3-1 16,-12 3 27-16,0 0 40 0,0 0 25 0,0 0 6 0,0 0 5 15,0 0-10-15,10-2-10 0,-10 2-1 0,0 0 1 0,0 0 4 16,0 0 1-16,0 0-1 0,2-8-20 0,-4-1-10 0,-6-3-10 15,1 1-21-15,-5 0 0 0,-1-4 34 16,-3 0 44 0,-2 3 23-16</inkml:trace>
  <inkml:trace contextRef="#ctx0" brushRef="#br0" timeOffset="-168206.38">24213 15550 137 0,'-10'-10'93'0,"10"10"9"0,0 0 0 0,0 0-30 0,0 0-16 0,0 0 5 16,0 0 11-16,0 0 10 0,0 0 0 0,0 0 10 0,0 0-5 16,0 0 10-16,0-5-30 0,5 1-21 0,0 3-10 15,5-1 10-15,0 3 0 0,6-1-11 0,-1 4-9 0,5-2-16 16,-10 3-4-16,3 0-6 0,0 3 0 0,-3-2 0 15,5 0 0-15,-5 4 10 0,0-1-15 0,-2 2 5 0,1-3 5 16,-2 6 0-16,2-3 31 0,-4 3-11 0,0-3 6 0,0 1 10 16,-3 2-10-16,1-2 10 0,-3 1 15 0,0-3-5 0,-3 2 0 15,1-3 0-15,-2 1 6 16,-1 2 4-16,-1-2-14 0,-3 0-47 16,2-3 0-16,-3 2 0 0,-2-1 0 0,-1-1 0 15,-1 2 0-15,3-6 0 0,-1 2 0 0,2 2 0 0,10-7 0 0,-13 6-37 0,2-4-162 16,-1 1-67-16,1 2-67 0,-3-5-66 0,4 5-8 15,-1-2 204-15,0-5 101 0</inkml:trace>
  <inkml:trace contextRef="#ctx0" brushRef="#br0" timeOffset="-167557.6">25613 15654 562 0,'-5'-6'194'16,"0"-5"-50"-16,3-3 25 0,2-2 0 0,1-1-6 16,3-4-55-16,-2 5-47 0,2-2-40 0,-3 0-16 0,3-4-5 15,0 4 0-15,-3-2 0 0,-1 4 0 0,0-6 0 16,-1 4 0-16,-3-2 10 0,-1 3-5 0,0 2 1 0,-1 1-17 16,0 1 6-16,-3-1 0 0,-6 6-5 0,5 0 5 15,-7 7 0-15,-1 2 5 0,1 2 10 0,-3 4 5 0,0 0 16 16,-2 2-6-16,1 2 21 0,-1 0 5 0,1 4 1 0,3 0-27 15,-2 0 6-15,5-2-11 0,-1 3-4 0,3-1-1 16,5 4-10-16,-1-1 11 0,4-2-11 0,0-1 0 0,5 2 5 16,0-2-5-16,5 1 1 0,0-1 4 0,4 0-5 15,2 0 0-15,-1-2 5 0,2 1-5 0,2 1 1 0,1-1 4 16,0-1-5-16,1 0-10 0,-1 0 20 0,1 2 1 0,3-4-16 16,-3 7 0-16,1-2 0 0,-1-6 0 0,3 3 0 15,-3 1 0-15,0 2 0 0,3-2 0 0,-7-4 0 0,2-4 0 16,-3 3 0-16,3 0 0 0,-7 3 0 0,1-1 0 15,-8-11 0-15,1 7 0 0,0 6 0 0,-1-13 0 0,0 11 0 16,0-11 0-16,-1 11 0 0,-4 3 0 0,0-4 0 16,-4-2 0-16,2-2 0 0,-3-1 0 0,-1 0 0 0,-3 4 0 15,-2-4 0-15,0-4 0 0,-2 7 0 0,1-6 0 0,0-2 0 16,-1 3 0-16,0-6 0 0,-1 1 0 0,1-3 0 16,0 0 0-16,2-4 0 0,-3 0 0 0,3 3 0 0,0-3 0 15,1 2 0-15,0-2 0 0,1 2 0 0,2 2 0 16,2-2 0-16,0-1 0 0,10 8 0 0,0 0 0 0,-10-10 0 15,10 10-190-15,0 0-174 0,-5-7-50 0,5 7-31 0,-4-10 128 16,4-3 158-16,4 2 80 0</inkml:trace>
  <inkml:trace contextRef="#ctx0" brushRef="#br0" timeOffset="-167246.39">26013 15647 629 0,'-13'4'194'0,"3"0"-46"0,10-4 26 0,-10 7 10 16,10-7-14-16,0 0-17 0,0 0 1 0,0 0-16 0,0 0-35 15,0 0-103-15,-1 5 0 0,2 5 0 0,4-5 0 0,5-1 0 16,2 0 0-16,3-3 0 0,-1-1 0 0,8 0 0 0,-6 0 0 15,3-5 0-15,1 3 0 0,-3-2 0 0,4 1 0 16,3-2 0-16,-3 2 0 0,3-1 0 0,-2 1 0 0,-2 0 0 16,0-2 0-16,-2 2 0 0,1 1 0 0,-4 0 0 15,-4 3 0-15,-11-1 0 0,13-2-103 0,-13 2-138 0,0 0-15 16,0 0-20-16,10-3-26 0,-10 3-15 0,0 0 41 16,0 0 138-16,7-5 69 0</inkml:trace>
  <inkml:trace contextRef="#ctx0" brushRef="#br0" timeOffset="-167018.05">25997 15853 930 0,'0'0'261'16,"-8"8"-61"-16,8-8-26 0,-7 9 52 0,7-9-27 0,0 0-142 15,0 0-57-15,0 0 0 0,0 0 0 0,3 5 0 0,2 0 0 16,0 1 0-16,8-1 0 0,4-1 0 0,1 0 0 15,7-3 0-15,1-1 0 0,-5 1 0 0,3-1 0 0,2-1 0 16,-1 0 0-16,0-2 0 0,-3-2 0 0,3 4 0 0,-5-3 0 16,7 3 0-16,-7-4 0 0,1 4 0 15,-3-3-282-15,1 0-302 0,0-1-7 0,0 2 296 0,-3-2 147 16</inkml:trace>
  <inkml:trace contextRef="#ctx0" brushRef="#br0" timeOffset="-163846.6">27424 15682 726 0,'0'0'153'16,"7"-7"16"-16,-4-4 31 0,-1 1 10 0,-2-1-31 15,-4-1-62-15,1-1-25 0,3 13-45 0,-8-15-12 0,1 2-14 0,1-2-1 16,-3 2-9-16,1 1-6 0,0-4-5 0,-1 2 0 0,2-4 0 16,-3 5 0-16,1-2 0 0,0 2 0 0,2 2 0 15,-2-1 0-15,3 5 0 0,-3-5 0 0,9 12-10 0,-7-5 5 16,-6 2 0-16,13 3-6 0,-7-2 6 0,-3 2 0 0,0 3-5 16,1 1 5-16,2 2 0 0,-2 4 5 0,3 0 0 15,1-1 0-15,0 6 0 0,1-4 0 0,1 6-11 0,1-4 16 16,1 2-5-16,2-2 6 0,1 2-6 0,1 4 0 0,1-4-11 0,1-1 16 15,0 1-5-15,0 3-5 0,0-2 20 16,0 1-30-16,1 4-36 0,-1-2-36 16,0-1-5-16,0 0 36 0,0-1 9 0,-3 3 22 0,2-1-1 15,1-4 6-15,-4-3-1 0,3 3-10 0,-3 0 6 0,-1-3-1 0,0 3 6 16,0-15 10-16,-1 10 5 0,-4-4 5 0,1 9 0 0,-2-5-21 16,1-3 11-16,-2 0-10 0,-1 1 15 15,1-2-11-15,-2-1 21 0,9-5-5 0,-10 5-5 0,0-1 0 16,-1-3 0-16,1 2 5 0,0-6 0 0,0 1 0 0,10 2 0 15,-10-8 0-15,-2 1 0 0,7-2 0 0,-4-2 0 16,4-1 10-16,0-3-5 0,0-1 11 0,0-2 9 16,3 6 0-16,1 0 1 0,1-2 5 0,1 3 5 0,1-3 5 15,1 5-11-15,0 1-4 0,2 0-16 0,2 0-4 0,0-2-6 16,1 0 10-16,0 0-15 0,3 4 5 0,1-2-5 16,0-1-6-16,3 2-45 0,1-2-46 0,-1 3-62 15,1 0-26-15,4-1-45 0,0 2-36 0,0-3-3 0,0 2 137 16,0-2 69-16</inkml:trace>
  <inkml:trace contextRef="#ctx0" brushRef="#br0" timeOffset="-163664.14">27539 15660 511 0,'0'0'245'0,"0"0"-71"0,0 12-25 0,0-12-6 16,0 0 31-16,0 0-15 0,0 0-1 0,0 0-35 0,4 12-10 15,-4-12-41-15,0 0-46 0,4 11-26 0,1-5 0 16,1-2 0-1,0-3 0-15,5 2 0 0,7-6 0 0,-2 2-1 16,-1-4-71-16,-3-1-61 0,6 1-66 0,-1-2-42 0,0 2-20 0,1-2-25 0,-1 2-1 0,-1 2-25 0,1-2 184 16,1 0 64-16,-3 0 32 0</inkml:trace>
  <inkml:trace contextRef="#ctx0" brushRef="#br0" timeOffset="-163372.36">28021 15555 746 0,'0'0'184'0,"0"0"-40"0,0 0-32 0,0 0 26 16,0 0 21-16,0 0 10 0,0 0 0 15,0 0-46-15,0 0-31 0,10-2-81 16,-10 2-11-16,12-4 0 0,0 3 0 0,-1 3 0 16,4 1 0-16,-1-1 0 0,-2 7 0 0,4-4 0 0,-1 0 0 0,3 3 0 15,-5-1 0-15,2 0 0 0,-2 0 0 0,1 2 0 16,-1-4 0-16,4 6 0 0,-4-1 0 0,0 0 0 0,2 1 0 15,0-3 0-15,-4 2 0 0,3 2 0 0,-3 0 0 0,-2-2 0 16,1 0 0-16,-4-1 0 0,3 1 0 0,-3 0 0 16,0 0 0-16,-1 5 0 0,0-4 0 0,0 0 0 0,-5-11 0 15,5 14-62-15,-5-14-61 0,4 12-26 0,-4-12-9 16,0 0-26-16,0 0-11 0,2 14-20 0,-2-14-15 0,0 0-31 0,0 0 26 0,0 0 117 16,0 0 59-16</inkml:trace>
  <inkml:trace contextRef="#ctx0" brushRef="#br0" timeOffset="-163130.3">28481 15474 1074 0,'4'-11'210'0,"-4"11"-98"0,0 0 37 16,0 0 35-16,0 0 0 0,0 0-50 0,0 0-134 0,0 0 0 15,0 0 0-15,0 0 0 0,-4-2 0 0,-1-1 0 0,-1 5 0 16,-4 2 0-16,0 9 0 0,-5 1 0 0,-2 2 0 0,1 7 0 15,1-5 0-15,1 3 0 0,-1-3 0 0,-3 3 0 16,0-1 0-16,3 4 0 0,-2-4 0 0,2-1 0 0,-1 0 0 16,1-2 0-16,0 4 0 0,2-6 0 0,1 0-47 15,2-2-106-15,0-1-32 0,-1 2-25 0,2-3-20 0,2 3-21 16,7-14-30-16,-9 6-47 0,9-6 147 0,0 0 90 0,0 0 46 16</inkml:trace>
  <inkml:trace contextRef="#ctx0" brushRef="#br0" timeOffset="-162756.05">28576 15153 716 0,'0'0'230'0,"0"0"-133"0,0 0-15 0,0 0 56 0,0 0 41 0,0 0-5 0,10-4-5 16,0 1-41-16,-1 3-31 0,1 0-60 0,0 0-37 15,2 5 0-15,0 0 0 0,-1 2 0 0,3-4 0 0,-3-1 0 16,-1 1 0-16,0-1 0 0,1 1 0 0,-1 0 0 0,-10-3 0 16,0 0 0-16,11 6 0 0,-11-6 0 0,0 0 0 15,8 5 0-15,-8-5 0 0,2 8 0 0,-2 2 0 16,-2 0 0-16,-2-2 0 0,-2 0 0 0,-8 4 0 0,0-2 0 16,3-1 0-16,-1-2 0 0,2 1 0 0,1-1 0 15,-1-2 0-15,0 4 0 0,4-3 0 0,6-6 0 0,0 0 0 16,0 0 0-16,0 0 0 0,0 0 0 0,-9 6 0 15,9-6 0-15,0 0 0 0,0 0 0 16,0 0 0-16,0 0 0 0,0 0 0 0,0 0 0 16,0 0 0-16,-5 8 0 0,5-8 0 0,0 0 0 0,0 0-26 15,4 6-128-15,-1 0-20 0,4-4-41 0,3-2-46 0,2 0-61 16,6-2-93-16,0-3 175 0,1-2 120 0,-3-3 60 0</inkml:trace>
  <inkml:trace contextRef="#ctx0" brushRef="#br0" timeOffset="-162397.91">28914 15672 915 0,'-10'5'348'0,"10"-5"-148"0,0 0-1 16,0 0 16-16,0 0-45 0,0 0-170 0,0 0 0 16,0 0 0-16,0 0 0 15,0 0 0-15,0 0 0 0,0 0 0 0,2 0 0 16,4 0 0-16,8-5 0 0,2 2 0 0,5-2 0 15,4-4 0-15,5 2 0 0,6 1 0 0,-10 0 0 0,-1 1 0 0,2 0 0 0,-2 1 0 0,0 0 0 0,-8-1 0 16,3 0 0-16,-1 3-72 0,-4-3-174 0,-3 0-25 0,-2 1-11 16,-10 4-14-16,10-6-7 0,-10 6-4 0,0 0 172 0,5-9 67 15,-5 9 34-15</inkml:trace>
  <inkml:trace contextRef="#ctx0" brushRef="#br0" timeOffset="-162231.15">29130 15477 0 0,'-13'2'486'0,"1"1"-348"0,2 1 10 16,10-4-10-16,-10 6 21 16,10-6-21-16,-7 5 15 0,-1 0-9 0,3 5-6 0,-1 0-31 15,1-2-35-15,2 2-42 0,0 4-9 0,-1-3-16 0,2 4 1 0,-2-2-17 0,0 1 16 16,2 1-15-16,-3 4-31 0,1-1-56 0,0 0-62 0,3 0-41 16,1-2-50-16,0 2-42 0,0 0-66 0,1-2 123 0,2 1 117 15,-1-5 59-15</inkml:trace>
  <inkml:trace contextRef="#ctx0" brushRef="#br0" timeOffset="-161791.98">30044 15399 603 0,'0'5'179'0,"-5"-5"-112"0,-1 10 4 0,-4-3 37 0,0 1 14 15,0 4 6-15,10-12-25 0,-10 12-21 0,10-12-26 0,-1 8 0 16,1-2-9-16,5 4-12 0,-2-1-9 0,3 0-16 16,1 1 6-16,0 0-1 15,1-2-5-15,-8-8-5 0,10 7 5 0,-4 1-15 0,3-2 5 16,-3 0-5-16,-6-6 5 0,0 0 10 15,0 0-5-15,7 9 1 0,-4-3-6 0,-3-6 0 0,2 10 0 16,-4 1 0-16,-3-2 0 0,-3 3 0 0,-2-2 0 0,-2 4 0 16,-2-3 0-16,-3 0 0 0,2 1 0 0,1 2 0 15,-3-3 0-15,2 0 0 0,-2 2 0 0,2-5 0 0,0 5 0 16,3-4 0-16,-2-3 0 0,4 1 0 0,0 1 10 0,4 0-26 0,6-8 21 0,0 0-10 0,-10 9 11 16,10-9-17-16,-5 10-4 0,5-10-16 0,0 0 16 15,0 0-5-15,0 0-6 0,0 6-10 0,0-6-5 0,5 5 0 16,1-1-20-16,3-3-11 0,1 2-20 0,5-7-15 0,1-1-21 15,4-4-21-15,-1-1-40 0,0 4-11 0,3-4-20 16,1 1 67-16,1-4 76 0,-1 5 39 0</inkml:trace>
  <inkml:trace contextRef="#ctx0" brushRef="#br0" timeOffset="-161369.44">30556 15452 654 0,'13'-10'215'0,"-13"10"-56"0,0 0 0 0,0 0 4 16,0 0 1-16,0 0-11 0,0 0-35 0,0 0-31 15,0 0-20-15,0 0-26 0,0 0 10 0,0 0-35 16,2 0-16-16,-4 8 0 0,-3 0 0 0,-3 5 0 0,-5 3 0 16,-2 1 0-16,-1 4 0 0,-4 3 0 0,8-6 0 15,-2 0 0-15,0-1 0 0,-1-1 0 0,1 3 0 0,1-1 0 16,-1-1 0-16,-1 0 0 0,0-1 0 0,0-2 0 16,2 1 0-16,1-4 0 0,-2 4 0 0,-1-5 0 15,2 0 0-15,-2 2 0 0,0-6 0 16,0 3 0-16,-2-4 0 0,2-4 0 0,3 4 0 0,-1-5 0 15,0 0 0-15,0-5 0 0,13 5 0 0,-11-2 0 0,2-7 0 0,2 0 0 16,1 2 0-16,2-6-26 0,0-2-15 0,7 2 5 0,-1-2 10 16,3-4 16-16,1 4-5 0,3 1 20 0,1-5-15 15,-1 3 20-15,1 1-20 0,2 0 20 0,-1 1 0 0,3 4 31 16,-4 3 10-16,1 0-4 0,1 0-47 0,0 2 0 0,1 2 0 16,-3 3 0-16,0 0 0 0,1 1 0 0,1-1 0 15,1 2 0-15,-2 3 0 0,3-2 0 0,-3 3 0 16,3-2 0-16,-2 0 0 0,2 2 0 0,0 0 0 0,-2 0 0 15,-1 0 0-15,4 4 0 0,-2 0 0 0,1-2 0 16,-1 2 0-16,-2-3 0 0,4 2 0 0,-3 1 0 16,3-2 0-16,-15-8 0 0,12 6 0 0,2 4 0 15,-4-1 0-15,4-3-139 0,-3-2-25 0,-1 0-20 0,1-3-5 16,-1-4-1-16,0 0 16 0,2-5-15 0,1 3 15 0,-4-2-10 0,2-1-6 0,0 1 55 0,2-5 67 16,-2 2 34-16</inkml:trace>
  <inkml:trace contextRef="#ctx0" brushRef="#br0" timeOffset="-161137.71">30855 15469 664 0,'8'-12'251'15,"0"-2"-26"-15,-1 2-10 0,-7 12-15 0,0 0-11 16,0 0-25-16,0 0-31 0,0 0-127 0,0 0-6 0,0 0 0 16,0 0 0-16,0 0 0 15,0 0 0-15,0 0 0 0,0 0 0 0,0 0 0 0,0 0 0 16,5 0 0-16,-4 2 0 0,-1 8 0 16,-1 0 0-16,-1 4 0 0,0 6 0 0,-3 2 0 0,2 2 0 15,0-7 0-15,-1 3 0 0,3 2 0 0,-2-1 0 0,2-1 0 0,-2 0 0 0,3 2 0 0,-1-2 0 0,-1-1 0 16,5-3 0-16,-1 1 0 0,1-4 0 0,-1 4 0 0,-1-2 0 15,4 0 0-15,-5-15 0 0,2 13 0 16,-2-13 0-16,5 13 0 0,-2-1 0 0,-3-12 0 0,0 0-129 16,0 0-127-16,0 0-35 0,0 0-11 0,0 0-16 15,0 0-14-15,0 0 122 0,0 0 105 0,0 0 53 0</inkml:trace>
  <inkml:trace contextRef="#ctx0" brushRef="#br0" timeOffset="-160953.21">30841 15554 1095 0,'0'0'204'0,"0"0"-117"0,0 0-26 0,0 0 42 0,0 0 30 0,0 0 26 0,-8 4-16 0,8-4-81 15,0 0-62-15,0 0 0 0,0 0 0 0,0 0 0 16,2 2 0-16,3 3 0 0,3-1 0 0,2 2 0 0,6-1 0 16,4-3 0-16,5 2 0 0,1-6 0 15,-5 0 0-15,-1 2-1 0,4 2-152 0,-3-2-57 0,0-3-31 16,1 1-50-16,0-2-73 0,-3 3-30 0,1-3 197 0,-2-2 99 15</inkml:trace>
  <inkml:trace contextRef="#ctx0" brushRef="#br0" timeOffset="-159966.73">26921 16035 731 0,'12'6'41'0,"0"-1"-36"0,6 1 15 16,-5-3 42-16,6-2 4 0,0-2 16 0,-1 1-25 0,6 0 24 16,2 1 7-16,1-1 24 0,3 1 16 0,2 2 20 15,0-2-20-15,6 0-10 0,-1 2-26 0,3-2-25 0,4-1-46 16,3 4-21-16,1-6 0 15,3 2 0-15,6 0 0 0,0 3 0 0,2-1 0 0,3-2 0 16,2 0 0-16,5 0 0 0,-2 0 0 0,5-2 0 16,-2 1 0-16,3-3 0 0,3 2 0 0,2-1 0 15,-1 2 0-15,4 1 0 0,-5 1 0 0,3-1 0 0,2 3 0 0,0-2 0 0,2 0 0 0,-1 3 0 16,4-1 0-16,-2-1 0 0,3-2 0 0,-2 1 0 0,2-1 0 16,-1 2 0-16,-1 3 0 0,1 0 0 15,0 0 0-15,-2-2 0 0,3 2 0 0,0 2 0 0,-5 1 0 16,0-6 0-16,-2 3 0 0,-1-1 0 0,-2-2 0 15,-1 3 0-15,-3-5 0 0,-2 0 0 0,-1-1 0 0,-2 1 0 16,-2-4 0-16,2 1 0 0,-7-2 0 0,0 0 0 0,-5 0 0 16,1-2 0-16,-3 1 0 0,-1-2 0 0,-6-2 0 15,-1-4 0-15,-2 3 0 0,-3-2 0 0,-4-1 0 16,-1-1 0-16,-6-3 0 0,-3 2 0 16,-3-4 0-16,-2 0 0 0,-3-1 0 0,-2-3 0 0,-2-1 0 15,-5-1 0-15,-1-2 0 0,-3-1 0 0,-2-2 0 0,-3 0 0 0,-2-2 0 16,-1 1 0-16,-5-1 0 0,0-2 0 0,-6-1 0 15,2 1 0-15,-6-1 0 0,-2 0 0 0,-2 0 0 0,-3-2 0 16,-2-1 0-16,-2 1 0 0,-3 0 0 0,-1 0 0 16,-4 1 0-16,-3-1 0 0,-2-1 0 0,-3 3 0 0,0 2 0 15,-3-2 0-15,-4 3 0 0,0 0 0 0,-3 2 0 16,-2 0 0-16,-4 6 0 0,-3-3 0 0,-3 5 0 0,-5 1 0 16,0-2 0-16,-3 6 0 0,-3-3 0 0,-3 1 0 15,-2 0 0-15,-1 4 0 0,0 3 0 0,-2 0 0 0,-2 2 0 16,-1 1 0-16,1 2 0 0,-6 5 0 15,1 1 0-15,1-1 0 0,-3-1 0 0,-2 3 0 0,-1-1 0 16,0 4 0-16,-1 0 0 0,1 2 0 0,0 2 0 16,-1 1 0-16,3 6 0 0,1 1 0 0,1-1 0 0,1 6 0 0,3-2 0 15,-1 0 0-15,3 0 0 0,1 1 0 0,1 2 0 16,4 1 0-16,-4 1 0 0,6 0 0 0,2 6 0 0,1-3 0 16,0 6 0-16,7-1 0 0,-1 1 0 0,3 1 0 15,2-1 0-15,6 2 0 0,3 3 0 0,6 3 0 0,4-4 0 16,5 2 0-16,5 0 0 0,6 0 0 0,5 3 0 15,6-4 0-15,2-1 0 0,4 1 0 0,4-1 0 0,4 1 0 16,5-2 0-16,7 1 0 0,1-6 0 0,4 1 0 0,8-4 0 16,-2 0 0-16,3-5 0 0,2 4 0 0,1-1 0 15,-2-7 0-15,6 2 0 0,-2 2 0 0,-1-5 0 16,2-1 0-16,2 3 0 0,-3-4 0 0,0-3 0 0,0 4 0 0,-1-1 0 0,-2-4 0 0,1 0 0 0,-4 3 0 16,-4-3 0-16,4 0 0 0,-4 1-16 15,-1-1-199-15,0 0-46 0,-4-1-56 0,3-1-72 16,-3-1-36-16,0 3 213 0,-11-10 106 0</inkml:trace>
  <inkml:trace contextRef="#ctx0" brushRef="#br0" timeOffset="-146513.35">15791 12002 398 0,'0'0'128'0,"0"0"-71"0,0 0 4 15,-8-4 0-15,8 4-25 0,0 0-20 0,0 0-16 0,0 0 0 16,0 0 0-16,0 0 0 0,0 0 0 0,0 0 0 0,0 0 0 16,0 0 0-16,0 0 0 0,0 0 0 0,1-4 0 0,6-3 0 15,3 2 0-15,3 6 10 0,4 0-5 0,1 2 0 0,4-1-5 16,7 0 10-16,-9 1-5 0,-3 2 11 0,3-1 20 16,2 0 5-16,0-1-6 0,4 1-9 0,0 2-6 0,2-2 1 15,1-1 20-15,-1 0-11 0,4 0 11 0,0 2 5 16,-1-2 1-16,3 4 19 0,-2-4-14 0,3 0-2 0,1 1-19 15,2-2 5-15,-1 1-11 0,2-1 1 0,0-2-16 0,-1-2 6 16,1 3-11-16,2-1 0 0,-1 0-5 0,0-1 0 16,0-1 0-16,1 1 0 0,-1 2 0 0,0-1 0 0,0 2 0 15,1-2 0-15,-1 1 0 0,1 2 0 0,2 0 0 16,-3-2 0-16,1 0 10 0,0 1 36 0,2 1 1 0,-3-1 4 16,-1 0-31-16,0-4 1 0,1 0-6 0,0 4-5 15,-1-1-5-15,1 0 5 0,0-3-5 0,0 2 11 0,1 2-11 16,1 1 0-16,-1-1 5 0,1-1-25 0,-1-1 20 0,1 0-10 15,-2 2 10-15,1-1 5 0,-2 0-15 0,1-3 5 16,0 4 5-16,-1-1 0 0,-1 3-10 0,2-2 0 0,-4 3 0 16,3-2 5-16,-2-2 0 0,2 4 0 0,-1-5 0 15,-1 3 0-15,-1-3 0 0,2 0 10 0,0 1 16 0,-1 0 10 16,-1 2-6-16,2-2-24 0,0 1 4 0,-2 0-20 16,1 1 10-16,1-2-5 0,-1 3 5 0,0 0 10 0,-1 0-15 15,2-1 15-15,-3 0-20 0,2 2 20 0,-2-1-20 0,2 2 10 16,-2-3 5-16,0 4 0 0,-1-4-10 0,1 2 10 15,-1 2-15-15,0-4 20 0,1 3-10 0,-1-1-5 0,2-1 10 16,-1 0-15-16,0 1 20 0,1 0-10 0,0-1 5 16,-1 2-5-16,3-5 0 0,-1 1 0 0,2 2 0 0,-2-1 0 15,2 0 0-15,-2-1-10 0,5-2 15 0,-5 2-5 0,0 1 5 16,1 2-5-16,3-3 0 0,-4 4 0 0,2-2 0 16,0 0 0-16,0 2 10 0,2-2 26 0,-3 1 5 0,1-3-16 15,2 0-4-15,-3-3-16 0,0 0 1 0,2 0-6 0,0-2 0 16,-1 1 0-16,1-3 0 0,-1 1 0 0,1-2 0 15,1 2 0-15,0 0 0 0,1 1 0 0,1-2 0 16,0-1 0-16,1 2 0 0,-1-1 0 0,-1 0 0 0,0-1 0 16,2 2 0-16,-1-2 0 0,-1 0 0 0,-5 1 0 15,5-3 0-15,-2 2 0 0,-3 0 0 0,-1 1 0 0,3-4 0 16,-7 2 0-16,2 2 0 0,-3-3 0 0,-1 3 0 0,-2-2 0 16,-1-2 0-16,1 2 0 0,-5-1 0 0,2 2 0 0,1-4 0 15,-2 3 0-15,-1-3 0 0,-1 0 0 0,-4 0 0 16,-2 0 0-16,2-4 0 0,-1 2 0 0,-1-2 0 0,-1 0 0 15,-1-1 0-15,-2 1 0 0,2 2 0 0,0-3 0 16,-3 2 0-16,-1 0 0 0,0-5 0 0,-4 5 0 0,0 0 0 16,2 0 0-16,-4-1 0 0,-2 2 0 0,0-2 0 15,0-1 0-15,-1 3 0 0,-1-3 0 0,0 1 0 0,-3 1 0 16,1-4 0-16,-2 0 0 0,-1 0 0 0,3 1 0 0,-6-1 0 16,2 1 0-16,0-4 0 0,-4 1 0 0,0 1 0 15,1 1 0-15,-2 1 0 0,0-3 0 0,-2 3 0 0,-1-3 0 16,-1 5 0-16,0 1 0 0,0-4 0 0,-1 4 0 15,-1-2 0-15,-1 2 0 0,-2-1 0 0,-3 1 0 0,-1-2 0 16,-5 1 0-16,2 3 0 0,-2-3 0 0,-1 2 0 0,-1-3 0 16,-3 1 0-16,3 3 0 0,-3 1 0 0,2 0 0 15,-3 0 0-15,-1 0 0 0,-3 2 0 0,0 3 0 0,-1-4 0 0,-5 4 0 0,-1-2 0 16,-1 1 0-16,-4-2 0 0,1 1 0 0,-1 2 0 16,-2-2 0-16,1 3 0 0,1-4 0 0,-1 3 0 0,1 1 0 15,-4 3 0-15,-1 1 0 0,-2-2 0 0,-5 2 0 16,3-2 0-16,-3 2 0 0,-2 3 0 0,0-4 0 0,0 2 0 15,1-1 0-15,2 1 0 0,1 0 0 16,-7 1 0-16,1 1 0 0,0-1 0 0,-1-2 0 16,2-2 0-16,-3 2 0 0,2 0 0 0,0 0 0 0,3 0 0 15,0-1 0-15,-4 2 0 0,-1-3 0 0,0 2 0 16,3 0 0-16,-4 1 0 0,4-1 0 0,-1 0 0 0,-2 1 0 16,7 2 0-16,-4 2 0 0,1-1 0 0,-1 0 0 0,1-2 0 15,0 1 0-15,0 1 0 0,4-4 0 0,-3 5 0 0,4-2 0 16,-1-1 0-16,1 1 0 0,-2-1 0 0,-2-1 0 0,3 2 0 0,-2 0 0 15,2-3 0-15,1-1 0 0,-3 2 0 0,5-1 0 16,2 3 0-16,-1 1 0 0,-2-2 0 0,0 1 0 0,2-1 0 16,-2 2 0-16,7 0 0 0,-4 2 0 0,1-5 0 15,4 1 0-15,2 0 0 0,0-1 0 0,3 3 0 0,-1-2 0 16,-1 1 0-16,-2-5 0 0,0 5 0 0,1-3 0 0,0 2 0 16,1 1 0-16,2-4 0 0,-1 1 0 0,2-2 0 0,5 2 0 15,-1 0 0-15,2 3 0 16,0-4 0-16,1 2 0 0,0-1 0 0,2 1 0 15,-1 0 0-15,-3-1 0 0,0 3 0 0,2-3 0 0,2-1 0 0,0-1 0 0,-1 0 0 0,2 3 0 0,1-1 0 16,5-1 0-16,0 0 0 0,0-1 0 0,1 5 0 0,1-2 0 16,0 3 0-16,2-3 0 0,0 0 0 0,1 3 0 15,1 0 0-15,1 1 0 16,-1 0 0-16,2 1 0 0,1-1 0 0,-3 2 0 0,4 1 0 16,-4-2 0-16,1 3 0 0,-1-2 0 0,3 2 0 15,1-2 0-15,1 2 0 0,-1 1 0 0,3 0 0 0,3 1 0 16,1-2 0-16,2 2 0 0,-1-3 0 0,-1 4 0 15,4-3 0-15,-1-1 0 0,1 1 0 0,8-9 0 0,-8 8 0 16,0 1 0-16,2 0 0 0,-2-1 0 16,8-8 0-16,-3 9 0 0,-2-2 0 0,5-7 0 0,-4 12 0 15,4-12 0-15,-3 9 0 0,3-9-149 0,0 12-87 0,0-1-71 0,0-11-66 0,3 12-144 16,1 1 284-16,-1-2 117 0,1 1 58 0</inkml:trace>
  <inkml:trace contextRef="#ctx0" brushRef="#br0" timeOffset="-142675.22">15614 9702 1058 0,'-14'2'92'0,"1"-5"-107"0,0 3 20 0,-2-5-10 0,5-1 0 16,-1-3 0-16,1-1 5 0,10 10-10 0,0 0 15 0,0 0-15 15,0 0 10-15,0 0 5 0,-1-7-10 0,10 4 5 0,3 5 5 0,7 0-10 0,4 1-6 16,7 3-60-16,4 0 4 0,7 1-20 15,-2-3 21-15,1 1-21 0,6 0 15 0,2 3-20 16,5-3 20-16,2 3-30 0,5 1 5 0,2-2-11 0,3 2 26 16,5 2 34-16,-1-2 24 0,3 2 12 0</inkml:trace>
  <inkml:trace contextRef="#ctx0" brushRef="#br0" timeOffset="-142101.97">18607 10016 0 0,'110'3'0'0,"0"-3"35"0,-2-3-20 0,5 3 0 0,-1-6-4 15,3 5 4-15,-1-6-10 0,1 0 1 0,-1 0 4 0,-1 2-15 16,1-2 15-16,-5-2-10 0,-1 1 15 0,-2-3-20 16,-3 2 15-1,-4-2-20-15,-1-4 10 0,-8-1 5 0,-2 0 10 0,-4 1 6 16,-6-7 20-16,-1 2 0 0,-8-4 15 0,-2 2 10 0,-7-5-9 0,-4-2-6 0,-1-2 0 0,-4-1-15 16,-5-2 5-16,-4-3-5 0,-2-2-6 0,-3-4 6 0,-4 2-21 15,-7-1-4-15,1-6-1 0,-7 1-5 0,-4-2-10 0,-2 0 0 16,-7 2-31-16,1-8 0 0,-8 2 1 0,-4-3 9 15,-5-1 6-15,-3-1-11 0,-7-2 5 0,-4-1 11 16,-7-1 0-16,-3 5 10 0,-5-3-11 0,-4 4 1 0,-7-3-6 16,1 6 1-16,-9 2 10 0,-3-1-6 0,-3 1 1 15,-6 2 5-15,-2-2 15 0,-3 0-10 0,-2 4 5 16,-7-5 5-16,-2 3 0 0,-3 5 0 0,1-5-5 0,-4 2 10 16,-3 3 5-16,1-1-4 0,-5 0 4 0,1 2 0 15,-2-1 16-15,-3 2 5 16,0-5-5-16,-3 5 5 0,-1 1 0 0,-3 1-6 0,1 2-14 15,-3 1-21-15,-2 1 10 0,3 1 5 0,-3 8-20 0,-7-1 15 0,0 1-10 0,-1 1 10 0,1 1-5 16,-2 7-10-16,-4-1 15 0,-1 5-5 0,-1 2 5 16,2 2-15-16,3 6 15 0,-2 1-5 0,-3 0 5 0,0 3-5 15,5 4-10-15,-2 2 5 0,3 2 10 0,-3 5 0 16,0 2 0-16,1 5-5 0,5 5-10 0,-1 7 15 0,-1-1-5 16,0 3 5-16,3 1-15 0,5 6 15 0,2 7-15 15,1-3 10-15,-2 0 5 0,3-2 0 0,3 3 0 16,2 3-5-16,3-1 10 0,5-1 5 0,-1-3-5 0,4-1 6 15,9 3-11-15,4-1 10 0,4 0 0 16,4-2-4-16,5 1-6 0,6 0-5 0,3-2 0 16,7 3 0-16,5-1 0 0,2-2 10 0,3 4-15 0,5-4 5 15,2 3-5-15,3-4 5 0,5 1 0 0,0 2 0 0,2-1 0 0,5 3 0 16,4-1 0-16,0 2 10 0,4 0-25 0,0 4-41 0,3-3 0 0,6 0-32 0,1 1-9 16,1 2-31-16,3-2-41 0,5 1 80 0,2-2 44 0,2 2 23 15</inkml:trace>
  <inkml:trace contextRef="#ctx0" brushRef="#br0" timeOffset="-140892.46">15217 15066 398 0,'-20'2'16'0,"-3"0"-21"0,-1-4-6 0,-2 2 16 16,-2-2 16-16,1-3-6 0,-1 2-4 0,3-2-1 16,3-3 15-16,1 2 11 0,-1 1 25 0,2 0 1 0,2 0 4 15,-3 0-35-15,3 0-5 0,-2 0-11 0,1 0 16 16,2 4-16-16,-4-1-4 0,2 0-11 0,0 0 0 0,2 3 0 16,-2 2 0-16,3 0 10 0,-3 1-5 0,2 0-10 0,-3-2 10 15,0 3-15-15,1 3 10 0,-1-6-5 0,0 3 5 16,1-1 10-16,-2-2-5 0,-1 1-10 0,0-3 0 0,1 2 10 15,-1-3 0-15,-1-3 0 0,1-2-5 0,-3 0-10 16,0-3 15-16,2-1-5 0,1-1 5 0,-3-5-5 0,1-1 0 16,-1-2 0-16,0 0-10 0,2 0 5 0,0-6-11 15,-1-2 11-15,2-2 0 0,0-3 5 0,0-2 0 0,0 0-10 16,1-1 5-16,3-9 0 0,-1 1 25 0,2 0 0 0,-2-2 27 16,3-3 4-16,1 3 10 0,-1-1-10 0,3-4-5 15,1 5-15-15,3-1-6 0,2-1-4 0,0-1-11 0,2 3 6 16,4-6-21-16,0 2 5 0,3-2 5 0,2 1-10 15,0-4 5-15,3 0 5 0,2 2 0 0,5-4-10 0,1 2 0 16,2-1 10-16,2-1-10 0,2-1 15 0,2-2-20 0,3 2 10 16,1-3-5-16,3 4 5 0,2 0 10 0,-1 0-15 15,1 3 5-15,1 2-5 0,2 6 5 0,-2 3 0 0,1 3 10 0,-2 0-5 0,3 4 0 0,-1 4-5 16,1 3 0-16,-4 2-10 0,0 0 5 0,2-2 10 0,-2 4 0 16,-1 1 0-16,-1 4-5 0,-2-1 0 0,-1 0 0 15,1 2 10-15,-4 4 16 0,0 1-1 0,-3 3 1 0,-2 0-6 16,0 0-9-16,-2 2-6 15,-3 3-5-15,-2-1 10 0,-2-1-15 0,-9 7 5 16,0 0-5-16,0 0 15 0,0 0-5 0,0 0 1 0,0 0-17 16,0 0 6-16,0 0-21 0,0 0-25 0,0 0-31 0,0 0-25 0,0 0-32 15,0 0-45-15,0 0-36 0,0 0-61 0,0 0 158 0,0 0 62 16,0-3 30-16</inkml:trace>
  <inkml:trace contextRef="#ctx0" brushRef="#br0" timeOffset="-140584.6">14588 12505 1084 0,'14'3'312'0,"-14"-3"-225"16,12-1-56-16,-2-2-21 0,0-3-15 15,-1-4 15-15,1-1-20 0,3-3 20 0,-1 2-20 16,3-3 20-16,5 2-20 0,3-1 10 0,3 0-5 0,1 1 15 0,4 1-15 0,1 2 5 0,1-1-5 0,4 1 15 31,-1 1-15-31,2 2 15 0,-1 0-10 0,0-1 6 0,0-1-17 0,0 3 6 0,-2 1 10 0,-2-2-10 0,0 4 5 16,-3 0-5-16,-3-2 5 0,-1 1 0 0,-3 1 0 0,-2 3 0 15,-3-1 0-15,-2 2-10 0,-4-1-6 0,-12 0-4 16,0 0 20-16,0 0 0 0,0 0-5 0,9 7 10 0,-5 3-5 16,-6 2 5-16,-1 4-5 0,-7-1 0 0,-3 4 0 0,-4 0 0 15,-4 6 0-15,-2-1 0 0,-2-1 0 0,-1 3 0 16,-5 5 10-16,0 3-15 16,-3 1 5-16,1 1-5 0,-2-2-46 0,0 0-46 0,2 5-67 15,-2-3-46-15,5-2-36 16,-1 1-35-16,6-4 69 0,0 1 106 0,2 3 53 0</inkml:trace>
  <inkml:trace contextRef="#ctx0" brushRef="#br0" timeOffset="-138973.89">25514 16315 1018 0,'0'0'240'0,"0"0"-163"0,0 0-87 0,0 0-36 16,0 0 5-16,-3 13 15 16,3-13 21-16,4 10-5 0,1 1 15 0,0-3-5 0,4 4-5 15,2-2 10-15,1-3-26 0,3 0-5 16,4 1-15-16,1-2 0 0,2 2-10 0,3-1 16 16,5-3 15-16,1-1 15 0,2 2-6 0,4-2 6 0,1-1 0 0,4 1-5 0,3-3 5 0,1 2 0 15,1 4 15-15,0 1-15 0,3 0 5 0,1-6 5 16,0 7-10-16,4-2 5 0,1 0-5 0,2-1 5 0,0-5 0 15,7 0 10-15,1 0-15 0,2 0 15 0,3 3-20 0,0-3 10 16,1 2-5-16,3-2 5 0,-1 3 0 0,5-6 0 0,0 3 10 16,4 0-15-16,-3-2 5 0,5 2-5 0,1-4 15 15,2 0-5-15,3-1 0 0,2 5-15 0,-3-5 15 0,2-1 5 16,2-3 0-16,-1 1-4 0,-2 5 4 0,2 0-15 16,-1-4 5-16,0 0 5 15,3 2 0-15,-2 2 0 0,0-2-5 0,0 2 0 16,0-6 0-16,3 2 0 0,-3-5 10 0,3 3-5 0,-1 2 1 15,-1-1-6-15,0 3 0 0,1-3 0 0,2 0 0 0,-3-1 0 0,-3 3 0 16,-1-2 10-16,1-2-15 0,-3 0 5 0,1 0 5 16,-4-1 0-16,1 0-10 0,-2 0 0 0,-3-1 0 0,-1-1 15 15,-2 1-5-15,0-1 0 0,-1 0-15 0,-3 0 15 16,-2 1-5-16,-1 0 5 0,-1-1-5 0,-4-2 20 0,3 2 11 16,-7 1-1-16,-1-1-4 0,-4 3 5 0,-4-5-6 0,-2 4 11 0,-1-2-10 15,-5 2 10-15,-1 1-11 0,-5-1-9 0,-2-1-1 16,-6 3-10-16,-1-2 1 0,-4 0 4 0,-2-2-15 0,-1-2 15 15,-7-1-20-15,-4-1-1 0,0 2 1 0,-2-7-16 0,-5-1-5 16,-2 4-10-16,0-5 0 16,-4 1 11-16,-1 0 4 0,-3-2 16 0,-3-2-5 15,-1-1 10-15,-5-2 0 0,-3-4 15 0,-3 5-15 0,-3-5 15 16,-3 2-20-16,-3-7 10 0,-1 3-5 0,-2-3 15 0,-2 3-15 16,-1-1 15-16,-3-2-20 0,0-1 10 0,-6 2-5 15,1 1 15-15,-2 0 5 0,-4 2-5 0,-5-2-4 0,0 3 14 16,-3-1-20-16,-4 2 5 0,3 1 0 0,-5 1 0 15,0 0-10-15,-1 1 10 0,-2-2-15 0,1 3 10 0,-4-1-5 16,-1 4 15-16,-1 0-5 0,-1-1-10 0,-2 0 10 0,-1 1-5 16,-1 0 6-16,-1 0-6 0,-1 4-11 0,2-1 6 0,-4 3 10 0,1-4 0 15,-3 6 1-15,0 2-17 0,1 1 16 0,-1 4-15 16,-2-3 20-16,-1 2-20 0,3 1 20 16,-1 2-20-16,1 0 10 0,0 0-5 0,-1 2 5 0,-2 2 10 15,5 0-15-15,-2 1 15 0,1 3-20 0,-1 1 20 0,0 3-20 0,0-1 20 0,0 6-20 16,2-3 10-16,-3 2 5 0,1 2 0 0,1-2 1 0,0 3-6 15,-1 0 0-15,2-1-11 0,-4-1-15 0,5 2 11 0,-3 6 15 16,1 0 5-16,0 1-10 0,3-3 0 0,0 5 0 0,0 0 5 16,4-4 0-16,0 3 0 0,-1-4-10 0,3 2-6 15,-3 1 16-15,5 1-10 0,-4-1 10 0,4 0 5 0,-1 2 0 16,1 0 1-16,3-2-6 0,1-1 0 0,-2 0 0 0,2-2 10 16,-1 2-15-16,1-1 5 0,1 0-5 0,1 0 5 15,-1 2 10-15,4-5-5 16,4 3-10-16,0 1 0 0,3 0 0 0,0 1 15 0,3-3-15 15,-3 0 15-15,5 0-20 0,-1 1 10 16,3-3-5-16,2 2 5 0,0-1 0 0,3 1 0 0,1 1 0 16,-1-1 0-16,1 2 0 0,0 2 0 0,1-2 10 0,0 5-15 0,-2 1 5 15,1-3-5-15,-1 2 5 0,2 3 10 0,0-4-5 0,3-2 10 16,1 2 0-16,1 0 6 0,4-5-11 0,1 2 6 0,4 1-11 16,-1-5 0-16,4 2-5 0,0 3 0 0,2-3 0 0,1 1 0 15,4-1 20-15,-3-1 1 0,4 0 15 0,0 0-11 0,3 2 11 16,-2-1-11-16,3 0-9 0,-1-4-1 0,2 1-10 15,0 2 1-15,3-3 14 0,1 1 0 0,1 0 16 0,0-3-10 16,3 1-11-16,-1 3 1 0,1-2-11 0,2-1 0 16,0 1-5-16,-1 0 10 15,1-11-15-15,1 11 5 0,-1 3 5 0,4-2-10 0,-3 1 15 16,4-1-20-16,-2-1 10 0,4 2-5 0,-2 2-5 16,0-3-26-16,0 2-26 0,2-3-35 0,-2 5-26 0,0 1-35 15,0-1-37-15,0 2-51 0,0-1-66 0,1 3 154 0,-1 4 79 16,1 0 39-16</inkml:trace>
  <inkml:trace contextRef="#ctx0" brushRef="#br0" timeOffset="-131186.14">30693 14002 1617 0,'-10'13'20'16,"1"-1"-61"-16,-2-6-36 0,-2-1 16 0,0-1 25 0,-1-2 26 15,2 7-1-15,-2 2 16 0,3 7-15 0,-1-1 0 0,-1 2-21 16,3 3 6-16,-3 1 10 0,1 2 10 0,0-2-6 0,0-1 16 16,-1 0-5-1,2 1-5-15,-1 1 0 0,-1 0 0 0,1-5 15 16,-1 2-15-16,2-2 5 0,-1 1-5 0,-1 3 15 0,-2-4-15 15,4 0 15-15,1-2-10 0,0 6 6 0,0-6-6 0,0 2 0 0,1-4-11 16,1 0 6-16,1 1 0 0,-1-3 15 0,1 1-5 16,0-2 1-16,7-12-6 0,-5 10 0 0,5-10 0 15,-3 11-11-15,3-11 16 0,0 0-5 0,0 0 26 0,0 0-6 16,0 0 37-16,0 0-11 0,0 0-6 0,0 0-14 0,0 0-26 16,0 0 0-16,0 0-5 0,0 0 5 0,0 0 0 0,0 0 10 15,-1-2-5-15,1-6-10 0,0-5 0 0,1-3 0 16,2-5 5-16,-3-3 0 0,5-3 0 0,-1-4 0 0,-1 8 0 15,0 2-10-15,2 4 5 0,0 0 0 0,0-2 5 0,0 2 0 0,0 1 0 16,3-2 0-16,-1 2 0 0,-1 4 0 16,-1-3 0-16,2 1 0 0,0 1 0 0,-1-1 0 15,-1 1 0-15,1 4 0 0,-1-3-11 0,0 0 6 0,0 3 10 0,4-2 0 0,-9 11 1 0,5-7-6 0,0-2 0 0,1 0 0 16,-1 1 0-16,4-2 0 0,-2 4 0 0,-7 6-11 16,9-12 16-16,0 2-15 0,-2 2 10 0,3-3 5 15,0 1-10-15,-1 0 5 0,-2-3-5 0,3 2 5 0,0 0 10 16,0 0-15-16,0 0 36 0,2 1 0 0,-2-1 25 15,-2-1-10-15,0 4 10 0,1-2-20 0,-3 2-6 0,-6 8-9 16,7-8-1-16,-7 8-9 0,0 0-16 0,0 0 0 0,8-6 0 16,-8 6 5-16,0 0 0 0,0 0 0 0,0 0 0 0,0 0 0 15,0 0 0-15,0 0 10 0,0 0-15 16,0 0 5-16,0 0-5 16,0 0 5-16,0 0 10 0,0 0-15 0,0 0 5 0,0 0 5 15,0 0 0-15,0 0 10 0,0 0-10 0,0 0 1 0,0 0-6 0,0 0 0 0,0 0 0 0,0 0 0 16,0 0-11-16,0 0 16 0,-5-3-5 0,-1 4 6 0,-6 2-17 15,-3-3 16-15,-3 5-15 0,-5 0 20 0,-2 2-10 16,-7 1 6-16,7-5-17 0,-1 0 6 0,-3-1 0 0,4 1 15 16,0 2-15-16,1-2 5 0,2 0-5 0,3-1 15 15,2-2-15-15,5 2 5 0,12-2 5 0,0 0-10 0,0 0-5 16,0 0-21-16,0 0-15 0,0 0 10 0,0 0 6 0,0 0 20 16,0 0 15-16,0 0 0 0,-5-4-10 0,7 1 0 0,3-4 0 15,5 0 15-15,2-5-15 0,4 1 15 0,4 0-10 16,3-3 5-16,-7 4-15 0,1 1 25 15,2 1 10-15,1-1-4 0,0 4-1 16,0 2-15-16,1 0-10 0,1 0 10 0,2 1-5 0,1 2 6 16,2-1-17-16,3 2 16 0,-2-2-5 0,1-1-5 0,0 3 10 0,1 4-15 15,-2 0 20-15,-3 0-10 0,0 0 6 0,-4 0-6 0,3 5-11 16,-3-2 16-16,-1 0-15 0,-3-1 10 0,-2-1-5 16,0 2 15-16,0-1-5 0,-4 4 1 0,-2-4-6 0,-2 2 10 15,-2 1-15-15,0-1 5 0,-5-9 5 0,4 10 0 0,-4-10-10 16,2 10-11-16,-2 0-14 0,0 0-47 0,0 0-46 15,-2 1-61-15,-3 1-77 0,-2 1-82 0,0 0-25 0,-4 0 184 0,-3 0 92 16</inkml:trace>
  <inkml:trace contextRef="#ctx0" brushRef="#br0" timeOffset="-128894.74">16212 12105 644 0,'-10'-10'195'0,"-1"0"-206"0,0 0 6 0,-1-2 0 16,2 0 5-16,3 0 0 0,-2 0 0 0,2-2 0 0,7 14 0 16,-4-12-10-16,4 12 15 0,-4-12-5 0,3 1 5 15,1 11-15-15,0 0 5 16,0 0 0-16,0 0 5 0,2-8 0 0,-2 8 0 0,0 0 0 15,0 0 0-15,0 0 0 0,0 0 0 0,0 0 0 0,5 0 0 16,2 3 0-16,-1 3 10 0,1 7-15 16,0 2 5-16,0 6 5 0,-1 4-10 0,-1 2 5 0,-5-2 5 15,0-3-10-15,0 5 15 0,-2 2-10 0,-1 1-5 0,3-2 10 0,-2 1-15 0,2 3 10 16,-1-2 5-16,-2 3-10 0,2-2 15 0,0 1-10 0,1 1-5 16,0-1 10-16,0 3-5 0,0-3 5 0,2 1-5 0,1-5 0 15,2 0-10-15,0-4 5 0,-2-1 0 0,4 1 5 16,-3-4 0-16,1-2 0 0,2-3 0 0,-2 1 0 0,0-1 0 15,1-2 10-15,-1 0-15 0,0-2 5 0,0 1-5 16,0-3 5-16,-5-9 0 0,0 0-11 0,0 0-25 0,0 0-5 16,5 10 6-16,-5-10-1 0,0 0-10 0,0 0-51 0,0 0-26 15,0 0-21-15,0 0 29 16,2-1 58-16,0-8 28 0</inkml:trace>
  <inkml:trace contextRef="#ctx0" brushRef="#br0" timeOffset="-128708.61">16282 12168 388 0,'-1'-21'56'0,"-3"8"-30"16,-1 0 20-16,0-1 26 0,-3 1-1 0,0 3-9 0,8 10-37 16,0 0-14-16,-10-8-22 0,0 1 16 0,10 7-5 0,-10-2 6 0,10 2-6 15,-10-3 0-15,-2 3 0 0,1 3 0 0,-1 5 0 0,-1 2-11 16,2 0 16-16,0 3-5 0,-3 0-15 0,0 3-16 16,2 1-10-16,-3 1 0 0,1-1-10 0,-2 0-26 0,1 2-15 15,-2-2-30-15,2 1-1 0,1-5 44 0,1-1 39 16,1-3 20-16</inkml:trace>
  <inkml:trace contextRef="#ctx0" brushRef="#br0" timeOffset="-128563.36">16163 12013 403 0,'0'0'41'0,"0"0"-46"0,0 0 10 0,17-4-5 0,-5 4 6 15,-2 3 4-15,-10-3 5 0,12 5-5 0,-3-3 6 16,-1 6-21-16,3 4 5 0,3-1-5 0,-1 4 15 0,4-1-5 0,1-2-21 0,2 3-66 15,3-1-97-15,2-2 64 0,1 0 58 0,3 1 28 16</inkml:trace>
  <inkml:trace contextRef="#ctx0" brushRef="#br0" timeOffset="-115851.49">14342 11898 0 0,'0'0'306'15,"-8"3"-183"-15,8-3 10 0,0 0 10 0,0 0-5 0,0 0 0 16,0 0-30-16,0 0-21 0,0 0-10 0,0 0-10 0,0 0 9 16,0 0-19-16,2 0-17 0,4-2-4 0,4-2-10 0,5-2-11 15,3 0 1-15,2-2-1 0,5 0-5 0,6 3 16 16,-6 5 5-16,1-2-11 0,3 4 21 0,-2-1-16 0,3-1-4 15,1 1-6-15,1-3 0 0,0-1 6 0,-2 3-11 0,1-2 6 0,0-1-21 16,2 1 15-16,-6-2-20 16,1 1 20-16,-3 1-10 0,-3 1 5 0,-2-2-5 0,-2 1-10 15,-2-2 15-15,-4 2-26 0,-12 2-25 0,0 0-15 0,0 0-37 0,12-2 1 0,-12 2 0 0,0 0-10 0,0 0-27 16,0 0-19-16,0 0-1 0,0 0-4 0,0 0 9 0,0 0 1 16,2-6 5-16,-4 1-11 0,-3-1 85 0,-3-1 35 15,-4-2 17-15</inkml:trace>
  <inkml:trace contextRef="#ctx0" brushRef="#br0" timeOffset="-115603.97">14834 11690 0 0,'0'0'230'0,"0"0"-128"16,0 0 21-16,0-8-1 0,3 2 6 0,3 2-5 15,3 0 0-15,4 0 0 0,2 2-11 16,4 1-4-16,1 1-16 16,-3-2-5-16,2 2-5 0,1-1-10 0,-1 1-26 0,0 1-16 15,-1-1-19-15,0 3-6 0,1-1-5 0,-5 2 10 0,1 0-5 0,0 2 0 0,-1-1-15 16,-4 1 5-16,0 2 10 0,-1-1 0 0,-4 3 0 0,-5-10-5 15,2 9 0-15,-2 1 0 0,-2 0 10 0,-3-1-5 16,-3 3 1-16,-3-1-17 0,-3 0 6 0,-1-2 10 0,0 1-10 16,-2-2 5-16,0 1 5 0,-1-2 0 0,1 1-10 15,-3-1 10-15,1 2-5 0,-2 0-5 0,1-2-31 0,0 0-46 0,0 0-25 16,-1 0-36-16,1 2-31 0,1-2-62 0,0 1-50 16,0-3-73-16,2 1 196 0,1 0 81 0,2-1 41 0</inkml:trace>
  <inkml:trace contextRef="#ctx0" brushRef="#br0" timeOffset="-106790.8">13728 11160 1544 0,'0'0'210'0,"-6"3"-225"0,-3 1 15 0,-1 2-10 0,0 2 15 16,-2 0-15-16,-3-8 10 0,0 0-15 0,1-1 20 0,6 10-5 15,1 3-5-15,2 4 10 0,2 7-15 0,-2 6 10 0,0 5-5 16,0 4 5-16,0 5 0 0,-2 4 0 0,1 5 0 16,-1 2 10-16,-1 5-5 0,1-4-10 0,-1 5 0 0,2 2 0 0,0 1 15 15,1-1-15-15,1-5 5 0,1 0 5 0,0-3-10 0,1-5 5 16,2-2 5-16,0-7 0 0,0-8 0 0,2 1-5 16,-2-4 0-16,1-4 20 0,-1-3 11 0,1-3 10 0,-1-2-11 15,0-2-4-15,0 1-6 0,0-3 1 0,1-2-1 0,-1-11 22 16,0 0 19-16,0 0-45 15,0 0-16-15,0 0 0 0,0 0 0 0,0 0 0 0,0 0 0 16,0 0 0-16,0 0 0 0,0 0 0 0,0 0 0 0,0 0 0 0,0 0-139 0,-1-1-209 0,0-3-133 0,-2-3-59 16,0-7 270-16,-2-6 135 0</inkml:trace>
  <inkml:trace contextRef="#ctx0" brushRef="#br0" timeOffset="-95358.72">2230 8625 25 0,'0'0'0'0,"0"0"-5"16,0 0 5-16,11-8 0 15,-11 8 10-15,0 0-5 0,0 0-10 0,0 0 20 0,0 0 0 16,5 3 1-16,-2 5 9 0,-3 5-15 0,0 0 21 15,-5 8-10-15,-3 3 4 0,2 7-4 0,-4 4-11 0,3-5-4 0,-2-2 4 0,-1 1 15 0,-4 0-10 0,8-1 6 16,-4 1-16-16,3-1 1 0,-2-4 4 0,0 3 5 0,3 0 5 16,1 1-10-16,4 1-4 0,-3-2-6 0,4-1 0 15,0 0 0-15,0 0 0 0,5-2 10 16,1 1-15-16,4-2 5 0,0 0 5 0,0 1-10 0,6 2 5 16,-1 2-5-16,4 0 15 0,-2-1-5 0,3-3-10 15,0 1 10-15,2 2-5 0,-1 0 5 0,-1-2-5 0,-3-1-10 16,2-1 15-16,1 3 5 0,-1-1-10 0,-3 2 0 15,-5 1-5-15,3 2 5 0,1-3 0 0,-4 1 10 0,0 2-5 16,-3 0 1-16,-1 1-6 0,1 0 0 16,-2 0 20-16,-1 6 21 0,-4 2 15 0,-1-1-15 15,0 2 0-15,0 4-15 0,-6 0 9 0,1 4-29 0,-4 2-1 0,-2-3 0 0,0 4 0 0,-4 0 0 16,-4 2 5-16,-1 0-5 0,-1-3-10 0,0 1 10 16,-2 0-5-16,1 1 6 0,-4-5-6 0,4-4-11 0,-1 1 16 15,0-2-5-15,2-1 6 0,1-3-17 0,0-6 6 16,4 1 0-16,0-2 15 0,2-2-5 0,0-3-10 0,2 2 10 15,0-6-15-15,2-1 10 0,2-1-5 16,-2-1 5-16,5 2 0 0,-3-4 10 0,1 2-15 0,2-8 15 16,0 2-20-16,4-1 10 0,1-12-5 0,0 0 5 15,-2 12 10-15,2-12-15 0,2 12 5 0,-2-4-5 0,0-8 5 16,1 10 0-16,3-2 0 0,2 5 0 0,-1-5 0 16,2 2 0-16,1-1 0 0,-2-1 0 0,3 0 0 15,-1 0-10-15,4 4 5 0,-1-3 10 0,-1 6 0 16,1 2 0-16,4 2-5 0,-4 3 0 0,8 3 0 0,-3 3 0 0,1 2 0 0,1 3 0 0,2 8 0 15,0 0 10-15,1 5-15 0,-3 5 5 0,2 5 5 0,-3 2 0 16,1 3 1-16,-3 3 4 0,-2 2-5 0,-1 2 0 0,-1 4-5 16,0 0-10-16,-6-1 15 0,4 3-5 0,-4 0 5 15,1 1 5-15,-2 2 5 0,1-1 37 0,-4 2 14 0,4-4 6 16,-4 6-5-16,2-5-16 0,-2 0 5 0,3-2 31 16,-2-1-31-16,-2-3 21 15,5 1-11-15,-2-6-4 0,-1-1 9 0,3 4-19 0,-5 0-22 16,4-5 1-16,0 0-10 0,1-1 4 0,-3-5-14 15,0 2 24-15,0-3-9 0,-1-5 15 0,4-3-5 16,-3-1 15-16,1-3-15 0,-1-3-6 0,-2-2-29 0,0-6 9 16,0-1-20-16,0-1 20 0,-3-4-10 0,-1 1 15 0,-1-4 0 15,4-3-4-15,-3-6 4 0,-1 1-10 0,5-15 1 16,0 0-17-16,0 0-25 0,0 0-46 0,0 0-46 0,0 0-56 0,0 0-46 0,0 0-57 0,0 0-66 16,0 0-15-16,0 0 184 0,-5 0 92 0</inkml:trace>
  <inkml:trace contextRef="#ctx0" brushRef="#br0" timeOffset="-34063.97">4128 11674 388 0,'0'0'154'15,"0"0"-6"-15,0 0-5 0,0 0 11 0,0 0-16 0,0 0 5 16,0 0-15-16,0 0 0 0,0 0-56 0,0 0-16 0,0 0-30 15,0 0-1-15,0 0-4 0,0 0 9 0,0 0 37 0,0 0 30 16,0 0 0-16,0 0-65 0,0 0-32 0,7 2 0 0,4 1 0 16,4 2 0-16,4-2 0 0,7 2 0 0,5 0 0 15,7 0 0-15,-7-5 0 0,4-2 0 0,0 0 0 0,5-3 0 16,-2 0 0-16,2 0 0 0,0 0 0 0,1 1 0 16,-3-3 0-16,-2 2 0 0,-1-1 0 0,-1 1 0 0,-7 1 0 15,0 2 0-15,-2-3 0 0,-3 2-175 0,-2 1-55 0,-5 0-16 16,-15 2 6-16,0 0 50 0,0 0 37 0,0 0 25 15,0 0-36-15,0 0-51 0,0 0 62 0,0 0 76 0,0 0 39 16</inkml:trace>
  <inkml:trace contextRef="#ctx0" brushRef="#br0" timeOffset="-33845.05">4598 11674 373 0,'0'0'169'0,"0"0"-62"0,0 0-20 15,-10 0-25-15,10 0-1 0,0 0 26 0,0 0 30 0,0 0-19 0,0 0-26 16,0 0-26-16,0 0-5 0,-5 8-21 0,0-2 1 0,4 4 14 15,1 4-15-15,0-1 6 0,1 5-11 0,4 0 37 0,0 3 14 16,-3-3-14-16,0 3-27 0,-1 1-30 0,-1 0 0 16,0 3 10-16,2 1-10 0,0-4 15 0,-1 5-20 0,-1-1 20 15,0-3-10-15,0-3-5 0,4-5 0 0,-3 3-21 16,1-3-25-16,-1 3-31 16,-1-6-25-16,2-2-32 0,-2-10-14 0,5 7-31 15,-5-7-31-15,2 10-41 0,-2-10 41 0,0 0 108 0,0 0 53 16</inkml:trace>
  <inkml:trace contextRef="#ctx0" brushRef="#br0" timeOffset="-33618.73">4899 11792 849 0,'0'0'343'0,"0"0"-190"16,0 0-56-16,0 0 1 0,0 0 4 0,0 0-41 0,0 0-20 15,0 0-31-15,0 0-4 0,0 0 4 0,1 1-15 0,-6 4 5 16,2 8-5-16,0 3 15 0,-6 7-15 0,0 3 5 15,-2 5-5-15,-5 4 5 0,8-9 10 0,1 2-15 0,0-4 5 16,0 1-5-16,3-4 5 16,-1-2-11-16,1 2-14 0,4-5-21 0,-2-1 10 15,2-4-36-15,0-11-10 0,0 14-30 0,0-14 4 0,0 0-9 0,0 0-1 0,0 0-15 0,0 0-16 0,0 0-30 16,0 0-36-16,6 5 36 0,-6-5 90 0,6 0 44 0</inkml:trace>
  <inkml:trace contextRef="#ctx0" brushRef="#br0" timeOffset="-33384.49">4953 11844 552 0,'0'0'143'0,"0"0"-30"16,0 0 4-16,0 0 47 0,0 0 5 0,0 0-5 0,0 0-26 15,9-6-20-15,-1 6-11 0,-1 0-25 0,2 6-20 0,0 4-6 16,-2-1-20-16,1 3-10 0,-1 2-26 16,-2 2 0-16,1-2 0 0,-1 1 0 0,3 1 0 15,-2-3 0-15,2 6 0 0,0 0 0 0,-1-2 0 0,3 0 0 0,-1-2 0 0,1 1 0 0,-1 0 0 0,1 0 0 16,0-2 0-16,-2-1 0 0,2-1 0 0,0-1 0 15,-3 0 0-15,-7-11 0 0,6 10 0 0,-6-10-47 0,7 9-81 16,-7-9-15-16,0 0 5 0,0 0 20 0,0 0 21 16,0 0-31-16,0 0-25 0,0 0-47 0,0 0-15 0,0 0-21 15,0 0-4-15,0 0 138 0,1-3 51 0,-2-2 25 0</inkml:trace>
  <inkml:trace contextRef="#ctx0" brushRef="#br0" timeOffset="-33215.6">5172 11850 577 0,'2'-9'236'0,"-2"9"-47"0,0 0 6 16,0 0-26-16,0 0 10 0,0 0-10 0,0 0-21 0,0 0-35 16,0 0-41-16,0 0-72 0,0 0 0 0,0 0 0 0,0 0 0 0,0 0 0 15,0 0 0-15,-2 0 0 0,-2 2 0 0,-2 8 0 0,-3 6 0 0,0 4 0 16,-4 3 0-16,-1 5 0 0,-4 3 0 0,8-6-98 0,-1 2-20 16,0-5-15-16,-1-2-5 0,0 2-36 0,2-2-5 15,0-1-31-15,3-3-36 0,-4-2-35 0,3-2 46 0,-2-1 117 16,10-11 59-16</inkml:trace>
  <inkml:trace contextRef="#ctx0" brushRef="#br0" timeOffset="-33015.37">5375 11948 982 0,'0'0'281'0,"0"0"-61"15,0 0-36-15,0 0-30 0,0 0-21 0,0 0-41 0,7 3-91 16,-2 3-1-16,-3 4 0 15,-4 1 0-15,2 0 0 0,-5 7 0 0,0 0 0 0,-3 6 0 16,4-7-27-16,2-1-101 0,-3 2-25 0,2 2-11 0,1-3 1 16,1-1 9-16,-2-2-5 0,2-3 21 0,0 1-5 15,1-12 5-15,-2 13-16 0,2-13-4 0,-1 11-6 0,1-11 62 16,0 0 51-16,0 0 25 0</inkml:trace>
  <inkml:trace contextRef="#ctx0" brushRef="#br0" timeOffset="-32761.92">5514 11860 541 0,'11'-19'215'0,"4"1"-20"0,-4 3-36 16,-2 3-26-16,-3 3-21 0,-6 9-9 0,8-11-11 0,-8 11-15 15,0 0-31-15,0 0-6 0,0 0-14 0,0 0 10 0,0 0 0 16,0 0-6-16,0 0-4 0,0 0-6 16,2 3-9-16,3 4-6 0,-5 4 5 0,3 4-15 15,-6 2 15-15,6 2-20 0,-6 5 20 0,3 2-20 0,3-7 30 16,-6 1-25-16,8-1 0 0,-5-2 5 0,5-1 0 0,-1-2 6 15,0-3-6-15,-1 3 0 0,1-2-11 0,1-3 6 16,-1 1-10-16,-3-2-11 0,-1-8-41 0,4 12-30 16,-4-12-20-16,2 10-16 0,-2-10-6 0,0 0-14 15,5 11-26-15,-5-11-26 0,0 0-36 0,0 0-45 0,0 0 161 0,5 10 62 0,-5-10 32 0</inkml:trace>
  <inkml:trace contextRef="#ctx0" brushRef="#br0" timeOffset="-32561.64">5449 11906 905 0,'-14'1'174'0,"14"-1"-31"16,0 0 26-16,0 0-5 0,0 0-47 0,0 0-35 0,0 0-61 16,0 0-11-16,0 0-15 0,0 0-5 0,0 0 15 0,0 0-5 15,0 0 5-15,-2-1-5 0,7 1 0 0,5-3-10 16,2-1-6-16,6-1-35 0,2 0-36 0,5-1-46 0,5-2-30 0,-9 3-6 15,1-2 0-15,-2-1 5 0,4 0-31 0,-3 0-76 0,2 0 95 0,-2 0 88 16,-1-1 44-16</inkml:trace>
  <inkml:trace contextRef="#ctx0" brushRef="#br0" timeOffset="-32377.08">6078 11687 823 0,'0'0'159'0,"0"0"-47"15,0 0-25-15,0 0-20 0,0 0 4 0,0 0 11 0,11 1 5 16,-11-1-20-16,11 2-16 0,1 1-31 0,-12-3 11 0,12 4-21 0,1-2 11 0,-2 6-26 0,1-5 5 16,2 1 5-16,0-3-10 0,2-3 5 0,-4 3 5 15,2-1-20-15,1 0-31 0,-2-1-77 0,2 1-77 0,-2-1-87 16,0-1-71-16,-1 1 28 16,1-1 165-16,-13 2 83 0</inkml:trace>
  <inkml:trace contextRef="#ctx0" brushRef="#br0" timeOffset="-32144.9">6070 11844 1161 0,'0'0'353'0,"0"0"-210"0,-8 11-56 0,8-11 31 15,0 0 66-15,0 0-183 0,0 0-1 0,0 0 0 0,0 0 0 16,0 0 0-16,0 8 0 0,6-2 0 0,3 0 0 0,2 0 0 15,4-3 0-15,1-1 0 0,5 0 0 0,3-1 0 0,-4-1 0 16,-3 0 0-16,3 0 0 16,-1-1 0-16,-1-1 0 0,-1 1 0 0,2 0 0 0,-2-4-21 15,-2 2-333-15,-1-1-60 0,1 1-93 0,-1-3 131 0,-2 1 188 16,2 0 94-16</inkml:trace>
  <inkml:trace contextRef="#ctx0" brushRef="#br0" timeOffset="-31126.66">6947 11552 956 0,'0'0'118'0,"0"0"-93"0,0 0 1 15,0 0 35-15,0 0 67 0,0 0 26 0,0 0-6 16,0 0-15-16,0 0-30 0,2-3-31 0,2 2-11 0,6 1-15 15,2 1-30-15,3 0-16 0,6 2 0 0,2-1 0 16,3 2 0-16,-10-2 0 0,1 5 0 0,-1-2 0 0,-4 1 0 16,0 1 0-16,-12-7 0 0,8 8 0 0,-8-8 0 15,8 8 0-15,-5 1 0 0,0 3 0 0,-4-2 0 0,-3 3 0 16,-1-2 0-16,-4 1 0 0,-1 2 0 0,-1-2 0 16,-4 2 0-16,-1-2 0 0,0 0 0 0,-1 0 0 0,2-2 0 0,-1 2 0 0,-1-3 0 15,0-3 0-15,3 3 0 0,-1 0 0 0,1-2 0 16,1-2 0-16,13-5 0 0,-11 6 0 0,11-6 0 0,0 0 0 15,0 0 0-15,0 0 0 0,0 0-11 0,0 0 6 0,0 0-10 16,0 0 10-16,0 0 10 0,1 5-10 0,4-2 5 0,4 0-5 16,4-4 15-16,3 1-15 0,3-1 5 0,0 0-5 15,4-3 15-15,-7-1-15 0,0 4 25 0,-1-1-15 0,0 2 6 0,-1-1-11 0,0 0 0 16,-2-3 0-16,-12 4 0 0,12 2 0 0,-12-2 0 0,0 0 0 16,0 0 0-16,8 4 0 0,-8-4 0 15,0 0 0-15,8 5 0 16,-8-5 0-16,3 9 0 0,-3 0 0 0,-2 2 0 15,-2 1 0-15,-2 2 0 0,-4 1 0 0,-1-3 0 0,-2 2 0 0,0-4 0 0,1-1 0 0,1 0 0 0,-1 0 0 16,-1 1 0-16,1-1 0 16,0-2 0-16,0-1 0 0,1-1 0 0,-2 2 0 0,3-2 0 15,10-5 0-15,0 0-42 0,0 0-106 0,0 0-42 16,0 0-40-16,-10 0-56 0,10 0-37 0,-8-4-40 0,3-2 130 16,1-3 117-16,4 1 58 0</inkml:trace>
  <inkml:trace contextRef="#ctx0" brushRef="#br0" timeOffset="-30594.88">7315 11667 490 0,'0'0'251'0,"0"0"-72"0,0 0-5 0,0 0 15 0,0 0 1 0,0 0-11 0,0 0-31 0,0 0-35 16,0 0-62-16,0 0-30 0,0 0-11 0,6 5-5 0,-2 2 1 16,-2 3-6-16,-3 3 0 0,-2 1 0 0,1 5 0 15,-3 1 0-15,-3 1 0 0,5-9 0 16,-1 1 0-16,3 0-11 0,0-1 6 0,-1-1 10 0,2-11 10 15,0 0-4-15,0 11 4 0,0-11-10 0,0 0 1 0,0 0-6 16,0 0 0-16,0 0 0 0,0 0 0 0,0 0 0 0,4 7 0 16,2 0 0-16,2-2 0 0,-1-4 0 0,2-1 0 15,1-3 0-15,1-2 0 0,3-2 0 0,-4-1 0 16,0-1 0-16,1-1 0 0,-3-3 0 0,3 1 0 0,-1-1-16 16,0 1-35-16,0-2-6 0,0 0 21 0,0 0-5 15,-2 0 26-15,4 3 5 0,-2-1 0 0,-2 3 15 0,1 0-5 16,-9 9 5-16,0 0-5 0,0 0-21 0,0 0 21 0,0 0-15 0,0 0 15 15,0 0-15-15,0 0 10 0,0 0 10 0,0 0-10 0,0 0 15 16,0 0-20-16,5 2 20 0,-2 1-10 0,-2 6 5 16,0 2-5-16,2 4 0 0,-5 0 0 0,1-1 0 0,0 4-10 15,0-7 5-15,2-1 0 0,1 0 15 0,-2-10-5 0,3 11 20 0,-1-1 6 0,-2-10 10 0,7 9 10 16,-1 2-4-16,1-4-1 0,-7-7-15 0,8 8-31 16,-8-8 0-16,11 4 0 0,-1-1 0 0,-10-3 0 0,11 2 0 15,3-4 0-15,-4 0 0 0,0-3 0 0,0-1 0 16,0-2 0-1,0 1 0-15,-10 7 0 0,10-11 0 0,-3 0 0 0,2-2 0 16,0-2 0-16,-2 3 0 0,3-6 0 0,-2 1 0 0,-1-2 0 0,-2 0 0 16,-2 0 0-16,-1 0 0 0,0 3 0 0,-2-1 0 15,0 17 0-15,-3-15 0 0,-1 4 0 0,4 11 0 0,-6-9 0 16,-4 2 0-16,3 1 0 0,-3 3 0 0,0 2 0 0,-3 0 0 16,2 6 0-16,11-5-144 0,-13 3-56 0,2 1-30 15,0 2-21-15,0 2-25 0,1-2-47 0,0 0 11 0,1 3 156 16,2-3 78-16</inkml:trace>
  <inkml:trace contextRef="#ctx0" brushRef="#br0" timeOffset="-30330.17">7987 11695 1284 0,'0'0'271'0,"0"0"-189"0,0 0 5 0,0 0 66 0,0 0 17 16,0 0-170-16,0 0 0 0,0 0 0 0,0 0 0 0,0 0 0 16,0 0 0-16,0 0 0 0,0 0 0 0,13 3 0 15,-2-3 0-15,2 0 0 0,-3 2 0 0,1 1 0 0,0 3 0 16,0-3 0-16,2-2 0 0,1 0 0 0,0-1 0 16,3 1 0-16,0-2 0 0,-1-3 0 0,2 2 0 0,1-2 0 15,1 3 0-15,-2-2 0 0,-3 1 0 0,0 1-124 16,-1-2-106-16,-14 3-31 0,0 0-15 0,0 0-21 0,11-1-56 15,-11 1 100-15,0 0 126 0,0 0 64 0</inkml:trace>
  <inkml:trace contextRef="#ctx0" brushRef="#br0" timeOffset="-30114.88">8162 11561 869 0,'0'0'230'0,"0"0"-56"0,0 0-5 0,0 0 31 15,0 0 15-15,0 0-25 0,0 0-190 0,0 0 0 0,-10 2 0 16,0 0 0-16,3 6 0 0,3 0 0 0,-2 3 0 16,2 4 0-16,0 1 0 0,0 7 0 0,1-6 0 0,-2 2 0 15,-3-2 0-15,-2 5 0 0,0 1 0 0,0 0 0 16,-1 1 0-16,1-3 0 0,3 1 0 0,0-1 0 0,0 0-103 16,1-1-230-16,-2 0-9 0,3-1-22 0,3-3-30 0,-2 1 138 15,0-2 128-15,-1 3 64 0</inkml:trace>
  <inkml:trace contextRef="#ctx0" brushRef="#br0" timeOffset="-29628.92">9093 11516 797 0,'-1'-12'195'16,"0"1"-67"-16,1 11 0 0,0 0 10 0,0 0-5 0,-3-10-15 0,3 10-21 0,0 0-20 15,0 0-31-15,0 0-16 0,0 0 1 16,0 0-5-16,-6 0-1 0,1 7 6 0,-4 1-5 16,0 8-5-16,-1 5-21 0,2 4 0 0,-2 3 0 0,0 6 0 15,2-6 0-15,1 0 0 0,1 2 0 0,-1-2 0 0,1-2 0 16,2-2 0-16,1 3 0 0,0-3 0 0,1-3 0 15,-1-1 0-15,2-2 0 0,1 1 0 0,0-4 0 0,1 0 0 16,0-5 0-16,1 2 0 0,-2-12 0 0,0 0 0 16,2 10 0-16,-2-10 0 0,5 7 0 0,-5-7 0 0,9 5 0 15,-9-5 0-15,7 2-78 0,2-1-106 0,1-5-5 16,0-1-11-16,0-5-30 0,1 0-51 0,-2-1-42 0,-4-4 42 16,0 0 140-16,1-1 71 0</inkml:trace>
  <inkml:trace contextRef="#ctx0" brushRef="#br0" timeOffset="-29445.35">8880 11652 633 0,'-10'6'108'0,"-1"-2"-26"0,-1 0-5 0,12-4-5 15,0 0 4-15,0 0 1 0,0 0 36 0,0 0-6 0,0 0 6 16,3 3-42-16,1 2-25 0,6-2-20 0,3-1-6 0,6 0-9 16,2 0-6-16,7-2-5 0,3 1 0 0,-7-1 0 15,2-1 0 1,-1 1-10-16,2-1-47 0,1 3-66 0,-3-2-81 0,0 1-42 15,-4 2-51-15,1-4-35 0,-2 1 148 0,0 1 92 0,-4 0 46 0</inkml:trace>
  <inkml:trace contextRef="#ctx0" brushRef="#br0" timeOffset="-29238.36">9652 11470 1237 0,'-1'-10'179'0,"-4"1"-81"15,0 3 30-15,-2 2 46 0,-2 3-16 0,-2 1-85 16,-3 5-73-16,1 2 0 16,3 1 0-16,0 4 0 0,-2 3 0 0,1 4 0 0,-3 2 0 15,-1 1 0-15,3 3 0 0,-3 2 0 0,1 4 0 0,-2-1 0 16,2 2 0-16,-4-2 0 0,2-2-62 0,2 2-174 0,-1-2-45 16,2 0-16-16,0-1-20 0,2-2-36 0,2 0 102 15,1 0 126-15,1-3 62 0</inkml:trace>
  <inkml:trace contextRef="#ctx0" brushRef="#br0" timeOffset="-28713.9">9887 11683 0 0,'10'-16'1166'0,"-3"0"-1058"0,-2-2-32 0,-2 1 11 0,-1 3 5 0,-2 1-35 15,0 0-32-15,-1 1-19 0,1 12-6 16,-4-14 10-16,1 2-5 0,-1 1 0 0,-2 2-5 0,6 9-10 16,-8-12 5-16,-1 2-11 0,1 4 11 0,-4-1 0 15,2 5 5-15,-1 2 0 0,-2 0 0 0,-1 2 0 0,1 2 0 16,0 2 10-16,0 0-5 0,1 3 1 0,0-3 4 16,1 3-15-16,1-2 15 0,1 3-10 0,2 0 5 0,1 1-15 15,-2 1 5-15,3 0 0 0,3 2 15 0,-1 1-5 16,2 1-10-16,1 0 0 0,0-3 10 0,2 5 0 0,2-3 0 15,1 3-5-15,1-3 0 0,1 4 10 0,0-6 5 0,1 2 6 16,-1 1-1-16,1-1 21 0,0 0 0 0,-1-4 15 16,0 3-9-16,2-5-12 0,0 2-9 0,-2-1-6 0,2 0 11 15,-2-3-26-15,-7-7 11 0,8 9-16 0,-3 2 5 16,-1-2 5-16,-4-9-5 0,0 0 1 0,0 0-17 0,-2 10 16 16,2-10-5-16,-2 8 6 0,-3 0-6 0,-3-3 0 0,0-2 0 0,-2 1 0 0,-2-4 0 0,1-1-21 0,1-7 11 15,-1 5 0-15,1-2 20 0,0-1-5 0,0-1 0 16,0 0-5-16,0-1 0 0,0-1 10 0,0 4 1 0,1-5-11 15,2 1 0-15,2-1 0 0,0 0 0 0,2-1 0 16,2 0 0-16,4 1 0 0,-1 0 0 0,4 1 0 0,-1 1 0 16,3-1 0-16,-1-2 0 0,5 2 0 0,-3 0 0 15,1 1 0 1,3-1 0-16,-1-2 0 0,3 1 0 0,-1 1 0 0,1 4 0 16,-1-3 0-16,1 3 0 0,-1-2 0 0,1 4 0 0,-3 0-98 0,0 0-209 0,0 1-41 0,-12 2-36 15,11-2-56-15,-11 2 205 0,11-3 117 0,-11 3 59 0</inkml:trace>
  <inkml:trace contextRef="#ctx0" brushRef="#br0" timeOffset="-28489.73">10001 11716 1872 0,'0'0'175'0,"0"0"-175"0,0 0 0 0,0 0 0 15,0 0 0-15,0 0 0 0,0 0 0 0,0 0 0 0,8 7 0 16,-8-7 0-16,9 5 0 0,2-3 0 0,-1 2 0 0,-2 2 0 16,2-3 0-16,1-2 0 0,0 0 0 0,0 0 0 15,1 1 0-15,0-1 0 0,-2-1 0 0,4-1 0 0,-2 1 0 16,-2 0 0-16,-10 0 0 0,13 0 0 0,-13 0 0 0,0 0 0 16,10 0-277-16,-10 0-210 0,11-3-101 0,-11 3 240 15,11-4 174-15,0 2 87 0</inkml:trace>
  <inkml:trace contextRef="#ctx0" brushRef="#br0" timeOffset="-28053.34">10535 11677 807 0,'0'0'364'0,"-4"1"-149"16,4-1-36-16,-4-2 31 0,4 2 0 0,0 0-148 0,-5-2-62 15,5 2 0-15,0 0 0 0,0 0 0 0,0 0 0 0,0 0 0 16,0 0 0-16,-5-5 0 0,0-1 0 0,1-1 0 16,-1-1 0-16,13 1 0 0,2-3 0 0,1 0 0 0,0 0 0 15,-2 4 0-15,0 0 0 16,0-1 0-16,1 0 0 0,0 0 0 16,-2 0 0-16,1 1 0 0,-9 6 0 0,9-4 0 0,-9 4 0 15,11-2 0-15,-11 2 0 0,10-2 0 0,-1 3 0 0,-9-1 0 0,10 1 0 0,-10-1 0 0,10 5 0 16,-2 4 0-16,1 1 0 0,0-1 0 0,-3 4 0 0,0 1 0 15,1 2 0-15,-4 1 0 0,2-1 0 0,-1 1 0 16,0 1 0-16,0 0 0 0,2 1 0 0,-1-2 0 0,0 2 0 16,0-4 0-16,-1 1 0 0,1-2 0 0,0 1 0 15,0 1 0-15,0-3 0 0,0 0 0 0,0-1 0 0,-5-12 0 16,0 0 0-16,6 10 0 0,0 2 0 0,-6-12 0 16,0 0 0-16,6 9 0 0,-6-9 0 0,0 0 0 0,0 0 0 15,0 0 0-15,0 0 0 0,0 0-47 0,0 0-102 0,0 0-4 16,4-1-31-16,0-4-21 0,-2-3-25 15,-2-3-21-15,1-2-20 0,-3-5 10 16,-1 1 113-16,0-5 74 0,3 6 37 0</inkml:trace>
  <inkml:trace contextRef="#ctx0" brushRef="#br0" timeOffset="-27866.49">10884 11581 526 0,'11'-11'179'0,"-2"-1"-61"16,0 3 0-16,0 0-16 0,-9 9 26 0,0 0 15 16,0 0 16-16,0 0-6 0,0 0-4 0,0 0-36 0,0 0-26 15,0 0-41-15,0 0-20 0,0 0-26 0,0 0 0 0,-2-1 0 16,-1 5 0-16,-6 2 0 0,-4 5 0 0,-4 2 0 15,-3 4 0-15,-3 3 0 0,-5 3 0 0,7-3 0 0,-3 0 0 16,-1 2 0-16,1-1 0 0,2-1 0 0,-1-1 0 0,1-2 0 16,2 2 0-16,-3-4 0 15,3-2 0-15,0-1 0 0,0-1-42 0,3 1-126 16,-1-2-22-16,2 0-45 0,1-4-26 0,2 0-52 0,-1 2-29 16,4-3 94-16,10-5 124 0,0 0 62 0</inkml:trace>
  <inkml:trace contextRef="#ctx0" brushRef="#br0" timeOffset="-27511.72">11060 11361 270 0,'16'-4'93'0,"-2"-2"-6"16,-1 8 45-16,-2-4 1 0,1 3 0 0,3 1-20 15,-4 0-5-15,3 5 14 0,-3 3 1 0,2-3-5 0,-1 1 10 16,2 3 26-16,-3 0-11 0,-1 4-25 0,0-4-47 0,0 0-70 16,-1-1-1-16,3 3 0 0,-3 0 0 0,4 0 0 0,-2 0 0 0,1-3 0 0,1 3 0 0,1 0 0 15,-4 1 0-15,-4-2 0 0,3 2 0 0,-4 0 0 0,1-2 0 16,-2 4 0-16,2 0 0 0,-4 0 0 0,2 2 0 16,0-3 0-16,-3 3 0 0,-1 0 0 0,-5 2 0 0,1-3 0 15,-4 3 0-15,-1-3 0 0,-1 2 0 0,-3 1 0 16,-2-1 0-16,-1 0 0 0,-1 1 0 0,-1 0 0 0,-2-3 0 15,-1 2 0 1,0 0 0-16,-3 0 0 0,-2-2 0 0,0 0 0 16,-1-3 0-16,-1 1 0 0,-2-1 0 0,-1-2 0 0,-2-2 0 15,3-1 0-15,-2 2 0 0,1-5 0 0,-3-1-67 0,3-2-363 0,1-1-82 0,1-1-7 0,-1-1 259 16,0-2 130-16</inkml:trace>
  <inkml:trace contextRef="#ctx0" brushRef="#br0" timeOffset="-26247.53">7340 12957 936 0,'0'-19'153'16,"2"3"-9"-16,-2 0 29 0,0 1 37 0,0 15-31 15,0-14-25-15,0 14-57 0,0 0-96 0,0 0-1 0,0 0 0 16,0 0 0-16,0 0 0 0,0 0 0 0,0 0 0 0,0 0 0 16,3 4 0-16,-2 5 0 15,-1 6 0-15,4 8 0 0,-4 2 0 0,1 8 0 16,0 6 0-16,0 6 0 0,-3-7 0 0,-2 2 0 15,3-1 0-15,-3-1 0 0,0 0 0 0,3 1 0 0,0-4 0 16,-2 0 0-16,3 0 0 0,0-4 0 0,0-3 0 0,-1 1 0 0,1-4 0 0,-2 2 0 16,0-6 0-16,-1-2 0 0,1-4-88 0,2-15-70 0,-1 15-16 15,1-15-16-15,0 0 1 0,0 0-11 0,0 0-30 0,0 0-31 16,0 0-31-16,0 0 159 0,0 0 67 0,1-4 33 0</inkml:trace>
  <inkml:trace contextRef="#ctx0" brushRef="#br0" timeOffset="-26000.48">7578 12616 787 0,'0'0'102'0,"0"0"-81"16,11-9 15-16,-2 10 66 0,-1 3 57 0,-3 5 5 16,-2 4-26-16,0 5-36 0,-3 3-35 0,-3 6-27 0,-2 2-24 0,0 4-1 15,-1 3 0-15,-1 4 6 0,-1 2-11 0,-1 4-4 0,1 2 4 16,-2 4-5-16,2 0-10 0,1 0 10 0,0 2-15 0,0-2 10 15,-1 0-5-15,2 0-16 0,-1-4 11 0,0-8-11 16,1 1 6-16,1-4 5 0,-4-5-5 0,6-3-1 0,-2-3 6 16,2-4-36-16,2-3-5 0,0-2-37 0,-3-3-14 15,2-2-15-15,2-12-6 0,0 0-21 0,0 0-19 0,0 0-37 16,0 0-15-16,0 0-10 0,0 0 120 0,-3 0 53 0,-1-2 26 16</inkml:trace>
  <inkml:trace contextRef="#ctx0" brushRef="#br0" timeOffset="-25806.96">7403 12667 803 0,'2'-23'291'0,"-4"2"-214"0,2 5-31 0,-2 2 15 16,-2 3 1-16,4 11-6 0,-7-9-10 0,-3 3-26 0,-4 4 1 16,1 2-26-16,-3 4 15 0,-3 3-10 0,-3 4 6 15,-2 2-6-15,-2 5 0 0,-3 3-11 0,2 0-15 0,-3 4-30 0,-1 0-36 16,0 1-20-16,1-2-21 0,2 0-26 0,-1-3 36 15,3 1 5-15,3-5 1 0,-1-1-78 0,3-1 19 0,2-4 88 16,3 0 44-16</inkml:trace>
  <inkml:trace contextRef="#ctx0" brushRef="#br0" timeOffset="-25614.07">7045 12576 624 0,'30'-21'261'0,"1"4"-77"0,2 2 0 0,-3 1 10 15,0 3 26-15,1 3-4 0,-2 3-52 0,-2 2-164 0,0 1 0 16,-2 7 0-16,0-2 0 0,0 3 0 0,3 5 0 15,-4 2 0-15,0-2 0 0,-2 1 0 0,1 3 0 0,4 0 0 16,0 5 0-16,-1 0 0 0,-1-2 0 0,4-2 0 16,2 6 0-16,2 0 0 15,0-1 0-15,0-1 0 0,-2-2 0 0,-1 0 0 0,1-2 0 16,-3 1-88-16,-3-1-158 0,-4-4-45 0,-3 1-78 0,0 0-76 16,-4-4 141-16,-14-9 152 0,0 0 76 0</inkml:trace>
  <inkml:trace contextRef="#ctx0" brushRef="#br0" timeOffset="-25044.91">5428 14006 511 0,'0'-6'261'0,"0"-8"-62"0,0 0-45 0,3-2-52 15,2-2-25-15,0 5-36 0,3 5-20 0,-8 8-6 0,0 0-10 16,7-5 10-16,-7 5 0 0,10-2 37 0,-2 6 4 16,2 5 21-16,0 5-10 0,-1 9-1 0,-1 6-25 0,1 5 0 15,-4 6-26-15,-1 3 6 0,1 5-26 0,-1 1 15 0,-1 4-10 16,0 3 5-16,1 1-15 0,-2 2 15 0,2-4-5 0,-1 3 5 15,0-6-5-15,-2-4 0 0,3-2 0 0,-3-8 0 16,-1-4-10-16,5-7 5 0,-5-5 10 0,4-5-10 0,-4-17 5 16,1 14-5-16,-1-14 15 0,0 0 5 15,0 0 5-15,0 0-9 0,0 0-6 0,0 0 5 0,3 2-5 16,-2-6 11-16,4-6-11 0,-4-4 10 0,3-5-10 0,1-5 1 0,-3-5 4 0,1-2-5 0,-2 2 10 16,3-2-10-16,-2-2-10 0,0-3 0 0,1 2 0 0,2-5 15 15,0 2-15-15,3 2 5 0,1 3 5 0,1 1 21 0,0 4 0 16,2 2-26-16,1 5 0 0,0 5 0 0,2 0 0 15,0 7 0-15,0 0 0 0,1 5 0 0,-1-1 0 0,2 4 0 16,-4 4 0-16,1-1 0 0,1 3 0 0,-2 1 0 0,-1 3 0 16,-1 2 0-1,-1 3 0-15,0 2 0 0,0 1 0 0,-5 0 0 16,0 2 0-16,-4 1 0 0,-1 0 0 0,-1 6 0 0,-4 0 0 16,-1 0 0-16,-3-1 0 0,-1 1 0 0,0-1 0 15,-2 4 0-15,-1-4 0 0,0-4 0 0,-5-2 0 16,2 5 0-16,-2-4 0 0,0-4 0 0,-4 2 0 0,2-5 0 15,3-1 0-15,-2-2 0 0,3-1 0 0,1-3 0 0,0-4 0 0,4-1-231 0,1-4-50 16,-1 1-52-16,11 1-41 0,-9-7-66 0,0-1 246 0,7-3 97 16,-1-1 48-16</inkml:trace>
  <inkml:trace contextRef="#ctx0" brushRef="#br0" timeOffset="-24644.22">6032 14516 501 0,'22'-10'138'0,"-6"2"25"0,-1-2 16 0,0 0 11 0,-6 1 15 0,1-1-21 0,-10 10 6 15,0 0-21 1,8-9-41-16,-8 9-128 0,0 0 0 0,0 0 0 16,2-10 0-16,-2-1 0 0,-1 0 0 0,0 1 0 15,1 10 0-15,0 0 0 0,0 0 0 0,-9-9 0 0,9 9 0 0,0 0 0 16,-9-6 0-16,-1 2 0 0,10 4 0 0,0 0 0 0,-12 0 0 16,0 5 0-16,0 3 0 0,-2 4 0 0,-1 4 0 0,3 5 0 15,1 4 0-15,-2 2 0 0,3-2 0 0,0 2 0 0,0 2 0 16,3-4 0-16,-2 0 0 0,3-4 0 0,1-3 0 15,2 1 0-15,2-4 0 0,3-2 0 0,2-3 0 0,-4-10 0 16,4 10 0-16,-4-10 0 0,0 0 0 0,9 6 0 16,-1-1 0-16,1 0 0 0,2-5 0 0,-2-2 0 0,4-3 0 15,-3-3 0-15,3-1 0 0,-2-3 0 0,1 0 0 0,1-3 0 16,-3 3 0-16,3-3 0 16,-3-1 0-16,-1-3 0 0,1 2 0 0,-2-3 0 0,0-1 0 15,-2 0 0-15,0-2 0 0,1 2 0 0,-1 0 0 0,4 3 0 16,-4 3 0-16,-1 2 0 0,-5 13 0 0,6-11 0 15,-6 11 0-15,0 0 0 0,0 0 0 0,0 0 0 0,0 0 0 16,0 3 0-16,2 5-83 0,-5 3-34 0,-2 8-11 0,-1-2-11 16,-2 7-14-16,3 3-16 0,-1 4-10 0,6-10-16 15,-1-2-15-15,2 0-20 0,0-2-10 0,-1-1 138 0,5-2 51 0,0-4 25 16</inkml:trace>
  <inkml:trace contextRef="#ctx0" brushRef="#br0" timeOffset="-24191.62">6397 14474 434 0,'12'-22'189'0,"-2"3"-55"16,-2 4-27-16,0 0-15 0,-8 15-5 0,0 0-25 0,0 0-11 0,0 0-21 0,0 0-24 0,0 0 4 0,0 0-20 16,0 0 20-16,4-1-10 0,-4 4-5 0,-2 11 0 15,0 5 0-15,-3 4 5 0,0 8 10 0,-1 0-15 0,-2 3 5 16,6-7-5-16,-1-2 5 0,2-4 0 0,1-1-21 16,0-20-10-16,1 18 11 0,2-3 10 0,-1-1 10 0,3-4-11 15,-5-10 6-15,0 0 0 0,0 0 5 0,8 8 0 0,-8-8 10 16,8 3-5-1,1-1 1-15,0-3-6 0,1-3 0 0,-1-2 0 0,1-4 10 16,0 2-5-16,0-2-10 0,-2-3 0 0,1 1 0 16,0-2 5-16,-1-1 0 0,1 2-11 0,-1 0 16 0,-3-5-5 15,5-2 6-15,-4-2-6 0,1-3-11 0,1 0 6 0,-2-6-21 16,2-1-4-16,-2-1-21 0,3-4-5 0,-1 0 14 16,0-1 22-16,-1-1 15 0,1-3 15 0,3 3-5 0,-3-1 11 0,-2 0 40 0,0 1 26 15,-2 1 31-15,2 7-6 0,-2-1-10 0,-2 8-10 16,1 3-15-16,-1 2-26 0,-2 19-5 0,0 0-16 0,0 0 1 15,0 0-16-15,0 0-4 0,0 0-6 0,0 0 10 0,-2-4-15 16,-2 8 15-16,-1 9 0 0,-3 3 31 0,2 6 20 16,-1 9 37-16,-2 4 14 0,-3 5-60 0,5-7-52 0,1 7 0 15,1-2 0-15,0 3 0 0,-1 1 0 0,1-3 0 16,0 3 0-16,0-1 0 0,0 0 0 0,2-1 0 0,0-1 0 0,1-3 0 0,1 0 0 16,1-1 0-1,3-4 0-15,2-3 0 0,0-1 0 0,1-6 0 16,-1-2-57-16,-1-2-153 0,1-5-41 0,-5-12-35 0,0 0-22 15,0 0-4-15,0 0-41 0,0 0 218 0,0 0 67 0,0 0 34 0</inkml:trace>
  <inkml:trace contextRef="#ctx0" brushRef="#br0" timeOffset="-23109.43">8072 14472 532 0,'-7'-16'76'0,"-2"-1"-50"0,-2 3 25 0,0-2 31 0,2 2 5 15,-2 2 10-15,-1 0 0 0,2 4 16 0,0 2-6 16,0 1 11-1,2 3-10-15,8 2-22 0,-13-3-34 0,1 3-22 0,2 5 1 16,-1 5 5-16,-1 0-6 0,1 2 6 0,-1 3 0 16,2 6 5-16,0 5 0 0,-3 2 0 0,3 1-10 0,1 0-6 15,1 2-4-15,1-1-5 0,1 1-16 0,1-8 0 0,3 1 0 16,0-2 0-16,4-1 0 0,-1-6 0 0,3-3 0 16,1-2 0-16,2 0 0 0,1 1 0 0,2-4 0 15,0-2 0-15,1 0 0 0,4-3 0 0,-1-1 0 0,2-1 0 0,-1-2 0 0,4-1 0 0,-5-4 0 16,5-2 0-16,0-2 0 0,-2-3 0 0,1 2 0 15,-1-4-21-15,2 0-5 0,-1-3 6 0,0-1-1 0,0-3 1 16,-3-2 20-16,1-2-21 0,3-2-5 0,-7-2-15 16,-1 0-10-16,1-6-25 0,-1-3-6 0,-2 4-5 0,1-6-25 15,-3 0 4-15,1-4 36 0,-1 1 42 0,0-3 35 0,1 5-10 16,-2-1 25-16,0 6-15 0,-1 4 36 0,2 6-15 0,-4 8-6 16,-3 20-4-16,4-16-1 0,-4 16 5 0,0 0-20 0,0 0 0 15,0 0 15-15,3-1-5 0,-2 7 11 0,-2 9-26 0,-2 7 15 16,-1 9 11-16,-1 6 15 15,-1 4-6-15,-1 7 6 0,-1-7-10 16,2 2 10-16,-1 0-11 0,-1 0 1 0,3-3-6 0,-1 1 1 16,1-5 9-16,0 0-4 0,2-1-1 0,-2-6-4 0,3-1 10 0,1-4 5 15,-1-4-6-15,1-2-4 0,1-18-6 0,0 16 1 16,0-16-11-16,0 0 26 0,0 0-25 0,0 0-11 0,0 0 0 16,0 0 0-16,0 0 0 0,0 0 0 0,0 0 0 0,0 0 0 15,1 1 0-15,2-5 0 0,3-4 0 0,2-6 0 16,-1-5 0-16,1-8 0 0,3-1 0 0,0-8 0 0,-1 6 0 15,2 3 0-15,0-3 0 0,0-2 0 0,1 1 0 0,0 3 0 16,1 1 0-16,0 2 0 0,0 4 0 0,-3 0 0 0,-1 7 0 0,0 1 0 16,-10 13 0-1,0 0 0-15,0 0 0 0,0 0 0 0,10-3 0 0,-3 6 0 16,-2 4 0-16,0 4 0 0,-1 5 0 0,0 1 0 0,-4 4 0 16,0 7 0-16,-4-3 0 0,1-1 0 0,0-1 0 15,-1 3 0-15,0 0 0 0,-1 1 0 0,1-3 0 0,2 0 0 16,-1-2 0-16,1-3 0 0,0-1 0 0,-1-2 0 15,1 3 0-15,0-8 0 0,2 3 0 0,-1-3 0 0,1-11 0 0,0 12 0 16,0-12 0-16,0 0-1 0,0 0-96 0,0 0 15 0,0 0 5 16,0 0 11-16,0 0 4 0,0 0 11 0,5 8-5 15,1-5 0-15,2-3-6 0,-1-8 11 0,3 0-15 0,0-4 4 16,3-3-25-16,0-7-5 0,-4-1-20 0,4-1-6 0,-3-4 25 16,1 1 47-16,0-2 31 0,0-3 15 0,2 5 41 15,-1-3 41-15,1 4 51 0,-5 5 41 0,2 4 0 16,-2-1-31-16,-8 18-35 0,0 0-41 0,0 0-27 0,0 0-14 15,0 0-16-15,0 0 6 0,0 0 9 0,0 0-10 0,0 0 16 0,4 0-11 0,-2 7 16 0,-3 6 0 16,-2 6-5-16,-2 2 5 0,2 6 10 0,-4 2 0 0,1 4-30 16,1-9-16-16,1 0 0 0,2-1 0 0,0-2 0 15,3-2 0-15,-1-5 0 0,2 3 0 0,-2-17 0 0,3 13 0 16,2-2 0-16,-5-11 0 0,0 0 0 0,0 0 0 0,0 0 0 0,8 9 0 16,1-4 0-16,-9-5 0 0,9 2 0 0,1-2 0 15,-1-2 0-15,3-3 0 0,-1-4 0 0,1-2 0 0,-2-1 0 16,-2-2 0-16,2-1 0 0,-1 2 0 0,1-4 0 0,-2 3 0 15,-2-5 0 1,1 0 0-16,-3-3 0 0,-3 1 0 16,0-1 0-16,1-1 0 0,-2-1 0 0,-3-1 0 0,-1 4 0 15,2 0 0-15,-5 3 0 0,-1 5 0 0,1 1-98 0,-2 2-20 0,-2 5 5 16,11 5 6-16,-10-3-5 0,-2 3-47 0,0 3-5 0,2 1-30 16,2 2-1-16,-2 2-30 0,0 1-31 0,2 0 103 0,3 3 76 15,5-12 39-15</inkml:trace>
  <inkml:trace contextRef="#ctx0" brushRef="#br0" timeOffset="-22819.4">8892 14317 388 0,'15'-6'230'0,"-15"6"5"0,0 0 22 0,11-4-2 16,1 4-35-16,-12 0-40 16,0 0-47-16,0 0-10 0,0 0-97 0,0 0-26 15,0 0 0-15,7 4 0 0,-2 4 0 0,-2 0 0 0,-2 2 0 16,-1 4 0-16,-4 6 0 0,-2 1 0 0,1-3 0 0,-1 7 0 15,-1-3 0-15,2 2 0 0,-1 1 0 0,2-3 0 0,2 0 0 16,1-3 0-16,-1 0 0 0,2-6 0 0,-1 1 0 0,1 0 0 16,0-14 0-16,1 11 0 0,-1-11 0 0,0 0 0 0,0 12 0 15,0-12 0-15,0 8 0 0,0-8 0 0,0 0 0 16,-1 12 0-16,1-12 0 0,0 0 0 0,0 0 0 0,0 0 0 16,0 0 0-16,0 0 0 0,0 0-103 0,0 0-35 0,0 0 15 15,0 0 0-15,0 0 5 0,1 0-25 0,-2-4-10 0,1-1-32 0,-1-7 1 0,0-3-26 16,-1-6-5-1,2-3 39-15,-1-8 88 0,1 10 44 0</inkml:trace>
  <inkml:trace contextRef="#ctx0" brushRef="#br0" timeOffset="-22255.4">8911 14108 849 0,'-1'-13'117'0,"1"13"-35"0,0 0 16 0,0 0 24 16,0 0-25 0,0 0-25-16,0 0-47 0,0 0-14 0,0 0-11 0,0 0 0 15,0 0-10-15,0 0-36 0,-5-3-51 0,5 3-32 16,0 0-34-16,0 0-1 0,0 0-5 0,-2 1 15 0,2 4-14 15,0-5 24-15,3 8 67 0,3 0 37 0,0 1 35 0,7 0 0 16,-2 1 5-16,5-7 0 0,-2-1 10 0,2 1 26 16,-1-3 35-16,0 1 21 0,0 2 0 0,0-2 6 0,0 3 29 15,1-2 22-15,-2 2 15 0,-4 1 30 0,-10-5 6 16,10 6 10-16,-10-6-16 0,9 10-4 0,-5 1-72 0,-1 3-118 16,-3 2 0-16,0 1 0 0,-5 3 0 0,0 2 0 0,-1 2 0 0,-1-2 0 0,0 2 0 15,1-2 0-15,1 0 0 0,0 1 0 0,3-2 0 0,2 1 0 16,0-2 0-16,2 0 0 0,1-5 0 0,2 1 0 0,0-1 0 15,2-4 0-15,2 0 0 0,0-6 0 0,2-1 0 16,-1-4 0-16,2 2 0 0,3-2 0 0,0-5 0 0,3-2 0 0,-2 1 0 16,1-2 0-16,2-2 0 0,0-2 0 0,2 2 0 0,0-6 0 15,1 1 0-15,-2 1 0 0,1-4 0 0,-3-1 0 16,2 0 0-16,-2 1 0 0,-3-6 0 0,-1 4 0 0,-2-2 0 16,1 2 0-1,-2 2 0-15,-2-2 0 0,-4 2 0 0,0 1 0 16,-3 2 0-16,-2 15 0 0,0 0 0 0,-1-11 0 15,-4 4 0-15,-3 2 0 0,-2 3 0 0,-1 4 0 0,-1 3 0 0,-5 7 0 16,1-1 0-16,1 3 0 0,1-1 0 0,-1 4 0 0,2 4 0 16,0-4 0-16,1-1 0 0,3-1 0 0,2 4 0 0,-1-3 0 15,2 0 0-15,1-1 0 0,2-4 0 0,3-11 0 16,-1 14 0-16,2-1 0 0,3-3 0 0,-1 0 0 0,2 1 0 16,1-2 0-16,-6-9 0 0,0 0 0 0,10 6 0 15,-1 0 0-15,0-2 0 0,-9-4 0 0,10 4 0 0,2-2 0 0,-1-1 0 0,0-1 0 16,0 2 0-16,-1-1 0 0,2-1 0 0,-1 0 0 15,-11 0 0-15,12 0 0 0,2 0 0 0,0 1 0 0,0-1 0 16,-1 0 0-16,2 1 0 16,0-1 0-16,0 0 0 0,-4 3 0 0,1-3 0 15,-1 1 0-15,-1-3 0 0,1 3 0 0,-11-1 0 0,0 0-262 16,10-4-50-16,-10 4-31 0,0 0-41 0,0 0 11 0,0 0 186 16,0 0 94-16</inkml:trace>
  <inkml:trace contextRef="#ctx0" brushRef="#br0" timeOffset="-20709.27">8761 12373 137 0,'0'0'57'16,"0"0"-16"-16,0 0 0 0,0 0 10 0,0 0 5 0,0 0 15 16,0 0 6-16,0 0 5 0,0 0-10 0,3 0 4 15,3 0-19-15,0-3 4 0,7 2-4 0,0 0 4 0,7-1 0 16,5 2 1-16,5 0-1 15,-10 2 11-15,5-1-15 0,1 1 4 0,2 2-26 16,2-1-4-16,0-2 0 0,6 2 25 0,1-1 16 0,5 1-10 16,1 0-12-16,5-1-9 0,3-2 0 0,3 0 0 15,4-2 0-15,3-2-10 0,5 2-6 0,2-4-4 16,1-1-1-16,2 1 1 0,1-1 10 0,2-1-5 16,-3 1-26-16,1-1 0 0,-2 1 0 0,-1 1 0 0,-1-4 0 0,1 2 0 0,-4 0 0 0,0 1 0 15,-2 4 0-15,-1-1 0 0,1 0 0 0,-2 1 0 0,1 1 0 16,-1 1 0-16,-1 1 0 0,0 0 0 0,-2 1 0 15,2-1 0-15,-4 0 0 0,-2 3 0 0,-4-1 0 0,-4 1 0 16,-4-2 0-16,-3-1 0 0,-4-1 0 0,-5 1 0 16,-6 1 0-16,-4-2 0 0,-3 0 0 0,-17 1 0 0,0 0 0 15,0 0 0-15,0 0 0 0,0 0 0 0,0 0 0 0,0 0 0 16,0 0 0-16,0 0 0 16,0 0 0-16,0 0 0 0,1-3-78 0,-4 2-80 0,-5-2-42 15,-4 0-35-15,-4 0-31 0,-4-2-47 0,-2 1-50 16,-4 0 146-16,5-3 108 0,1 0 55 0</inkml:trace>
  <inkml:trace contextRef="#ctx0" brushRef="#br0" timeOffset="-20306.59">8430 12467 153 0,'13'12'66'16,"-2"-2"31"-16,3-1-5 0,1 0 26 0,4-6-15 0,3 5-1 0,1 0-15 16,3 0 5-16,2-1 5 0,7 1 6 0,3 0-11 15,2 0-15-15,0 0-1 0,3-4 11 0,6 2 11 0,3-1 14 16,5-1-4-16,1 0-22 0,6-5-14 0,5 3-10 15,3-4-11-15,4 2-35 0,5-3-16 0,3-3 0 0,4 2 0 0,5 0 0 16,3 2 0-16,-1-3 0 0,0 1 0 0,1-1 0 0,-3 2 0 16,0-1 0-16,-1 4 0 0,-5-5 0 0,0 1 0 15,-6 2 0-15,0 2 0 0,-3-3 0 0,1 1 0 0,-5 1 0 16,-7-2 0-16,-1 3 0 16,-2 1 0-16,-4-2 0 0,-4 2 0 0,-4 1 0 0,-3-1 0 15,-3 0 0-15,-1-1 0 0,-5 2 0 0,-6-2 0 0,-4 2 0 0,-3-2 0 0,-4 0 0 0,-8 1 0 16,-15-1 0-16,0 0 0 0,0 0 0 0,0 0 0 0,0 0 0 15,0 0-241-15,0 0-154 0,0 0-81 0,0 0 8 0,0 0 234 16,3 2 117-16</inkml:trace>
  <inkml:trace contextRef="#ctx0" brushRef="#br0" timeOffset="-12156.98">17304 10099 101 0,'14'-5'47'0,"4"-1"-1"0,4-4-16 0,3 11 17 15,-2-2-7-15,1 0-14 0,4-2 15 0,0 2-26 16,6-4 21-16,1 2-16 0,5-2 6 0,2-3-6 0,3 3-9 16,4-2 4-16,0-2 0 0,4-2-4 0,1 0 4 0,1 0 0 15,1-1-4-15,-2-1-6 0,0-3 5 0,3 2-5 0,-2 2 1 16,-2-2 4-16,2 0 5 0,-2-2 15 0,-2 1-4 15,0-1 10-15,-1 1 0 0,0-5 5 0,-2 3 0 0,0-3-11 16,-2 0 6-16,1 1 0 0,-3-4 15 0,-1-2-15 0,-1 1-6 16,-1-1-9-16,0-4-1 0,-4-1-19 0,0-1 9 15,-3-3-10-15,-2-2 5 0,1-1-5 0,-3-3 0 0,-2-1 0 0,-4-1 0 0,1-3 0 16,-3 2 0-16,0-2-10 16,-1 2 5-16,-2-6-11 0,-2 6-10 0,-1-4-9 15,-1 0-6-15,-2-3-10 0,-2 3 5 0,-2 0-1 0,-3 0 27 0,-4 0 0 0,-2 1-16 0,-2 2 5 16,-6 2-20-16,-2 1-10 0,-5 3-6 0,-2-2-10 0,-7 0 11 15,-4 4-1-15,-4 2 16 0,-3-2 26 0,-7 2 4 0,-5 1 26 16,-5-1-15 0,0 2 10-16,-5 2-5 0,-2 2 5 0,-5 0 20 15,-1 2 1-15,2 4 14 0,-3 2 12 0,-1 3-1 0,-1 4 10 16,0 1-31-16,1 1 1 0,2 1 0 0,1 2-1 0,0 1 1 16,1 6-6-16,2-3-9 0,1 8 4 0,3 0-10 15,-3 3 1-15,1 2-6 0,-1 3 0 0,5 5 0 0,-1 1-11 16,0 0 16-16,2 3-5 0,1 5-5 0,0 2 0 15,3 7 10-15,-1 2 0 0,1 0-10 0,0 5 0 0,2 6 0 16,-2 3 5-16,4 0 0 0,2 4 0 0,3 2 0 16,3 4-10-16,6 1 5 0,3 1 10 0,7 0-10 0,2 0 5 0,7 1-5 0,4 1 25 15,3 0 0-15,5-6 6 0,3 2-16 0,5-1 5 0,1-3 11 16,5 2 10-16,4-3 5 0,1-4 10 0,4-2-15 0,-1-2-6 16,2-1-9-16,2-5-1 0,1-3 11 0,2-2 5 15,-3-2 25-15,-2-4 11 0,2 0-10 0,-1-5-11 0,1 1 0 0,-1-3-5 16,-1-1-11-16,-1-3-9 0,-1-1-26 0,1-2 0 0,-1-2 5 15,1 1 0-15,-4-5 1 0,2 3-17 0,-2-2-35 16,-2-1-92-16,-1 2-82 0,-1-1-102 0,-2-3-36 0,-1 1 179 16,-11-10 89-1</inkml:trace>
  <inkml:trace contextRef="#ctx0" brushRef="#br0" timeOffset="-2031.56">5601 15648 736 0,'15'10'174'0,"0"-3"-158"0,-1-2-32 0,0-3 21 16,1 3-15-16,3-5 10 0,0 2 5 0,8 1-10 0,6 4 15 16,5-2-20-16,6 0 10 0,8 1-5 0,2-5 5 0,4 4 10 0,7 1-5 0,2-3 1 0,5-3-17 15,4 2 16-15,2-2-5 0,1 0 6 0,8 2-17 16,0-7 6-16,0 0 0 0,4-3-5 0,1 7-6 0,-1-3-15 15,0 4 26-15,6-2-20 0,-7-1 9 0,7 3 1 16,-1 3 10-16,-1-1-5 0,4-2 15 0,-2-2-5 0,0-1 5 16,3-2-15-16,-2 0 15 0,-1 1-5 0,0-3 5 0,0-3-5 15,2 0 0-15,-2 1 0 16,-3-1 0-16,2 1 0 0,1-5 0 0,-1 4 0 16,1-6 0-16,-2-1 0 0,2 0 0 0,-4-3 0 0,2-3 0 15,-4 0 0-15,-2-2 0 0,-5 0 20 0,-4-1 1 16,-1 3 15-16,-4-2 0 0,-7 2-6 0,-5-4 6 15,-1-4 10-15,-4 4 0 0,-6-4 20 0,-5 0-4 0,-5-1 5 16,-5-1 14-16,-2-3 1 0,-4 3-5 0,-4 1-20 16,-5-2-11-16,-2-1-5 0,-4 2-11 0,-5-1-14 0,-1 0-1 0,-5-3-10 0,-3 3-10 0,-6-1 0 15,-1 1-10-15,-6-2-1 0,-3-4-4 0,-3-1-11 16,-5-2 5-16,-4-1 1 0,-6 0 15 0,-5 1-6 0,-5 0 1 16,-4-3 5-16,-7 4 5 0,-2 0-6 0,-8 3 16 0,-1 1-5 15,-3-2 6-15,-2 3-6 0,-5-1 10 0,-1 0-5 16,-2 2 0-16,-3-1-5 0,3 0 0 0,-6 2 0 15,-1 2 0-15,-1-3 0 16,-1 5 0-16,-2-1 0 0,-1 3 0 0,0-1 0 0,-3 5 10 16,-1-1-15-16,1 2 5 0,-5-1-5 0,0 1 5 0,0 3 0 15,-2-2 0-15,1 3 0 0,-4-3 0 0,0 6 0 0,-3 0 0 0,2 1 0 0,-2-1 0 16,2 4-10-16,0-1 15 0,-1 3-5 0,-3 0 5 0,4 0-5 16,-3 1 0-16,3 0 0 0,0 1 0 0,2 5 31 0,2-4-26 15,0 2 15-15,8-2-10 0,2 2-9 16,4 5-1-16,2-1-5 0,5 1 5 0,3-3 10 15,3 8-5-15,3 4-10 0,0-1 0 0,1 0-11 0,6 1-30 16,-2 3-31-16,6 3-40 0,0 1-17 0,3-1-29 0,3 3-22 16,1 4-25-16,1 1-40 0,3 5 58 0,-2 2 96 15,2 4 48-15</inkml:trace>
  <inkml:trace contextRef="#ctx0" brushRef="#br0" timeOffset="-552.52">16369 8473 30 0,'-1'-28'-15'0,"-2"-2"15"0,0 1-15 0,-5 2 45 16,2-1-15-16,-1 0 5 0,-3 1-9 0,2 1 4 0,2 1-10 15,-2 2 21-15,1-2-6 0,1 1 16 0,-2-2 0 0,1 4-5 16,-2 0-6-16,-2 2-4 0,-1 1-11 0,1 3-4 15,-1 2 4-15,-2 2-5 0,-2 2 0 0,0 4-15 0,-3 0 5 16,0 4 10-16,-5 5 0 0,1 1-10 0,-6 6 10 16,-1 4-15-16,-5 9 10 0,-4 0 5 0,-3 10 0 15,-3-1-10-15,-2 5 10 0,-2 6-5 16,-1 2-5-16,-1 5 10 0,-2-1-5 0,5 5 5 0,-1 0-5 16,4 9 0-16,-1 6 0 0,2-4 0 0,4 4 0 0,2 5 0 0,3 2-10 15,1 1 15-15,7-2-5 0,2-4 5 0,6 0-15 0,4-1 5 16,7-3 10-16,6-8 0 0,3-6 10 0,5-2-10 15,6-7 0-15,3 1 5 0,3-8 5 0,4-7-4 0,-1-4 14 16,2 0-4-16,6-4 15 0,0-3 20 0,2-5-15 16,3-3-5-16,1-4-5 0,0-1-6 0,3-3 11 0,2-3-21 15,1-4 6-15,1-4-16 0,-1-2-10 0,3-4 10 16,2-1 5-16,-1-5-10 0,-2-3 0 0,3-6 5 0,1-2 0 16,-1-2 1-16,-1-6 4 0,-2-7-15 15,-1-2 5-15,-1-3 5 0,-1-2 0 0,-4-2 0 0,-2-2-5 16,-2-1 0-16,-3-3-21 0,-2 5-20 0,-3-3-15 0,-3 0-15 15,-5 1 4-15,-1 2-10 0,-6 4 1 0,-4 3-27 0,-4 5-20 16,-2 1 52-16,-3 4 35 0,-3 5 18 0</inkml:trace>
  <inkml:trace contextRef="#ctx0" brushRef="#br0" timeOffset="-295.27">17833 8277 843 0,'0'0'6'0,"0"0"-155"0,10 13-9 15,-7-5 50-15,-5 5 67 0,-5 4 46 0,-3 2-10 16,-5 4-26-16,-4 0-10 0,-2 6-5 0,-1 6 16 0,-2 5-6 15,-1 7 10-15,-3 5-10 0,2 6 21 0,-1 2-16 16,-1 4-20-16,1 6 26 0,2-1 12 0,0 9 7 0</inkml:trace>
  <inkml:trace contextRef="#ctx0" brushRef="#br0" timeOffset="-49.74">17732 9851 0 0,'40'23'91'0,"4"-2"-40"0,2-4-15 0,-1-3-5 0,3-3-11 0,1-3 1 0,0-3-1 16,3-3 1-16,3-4 9 0,0-4-4 0,0-4 10 15,2-3-21-15,-2-5 16 0,1-4-21 0,2-2 1 0,-3-5-1 16,1-7 5-16,-2-2-5 0,-2-6 6 0,4-1-11 16,-2-6 0-16,-3-3-15 0,-1-3 15 0,-4 0-5 0,-1-8 15 15,-1-3-10-15,-6 1 1 0,-5-7-6 0,-4 2 0 16,-3-2-11-16,-3 0 6 0,-4 0-10 0,-8 4-1 0,-4 1 6 16,-5 2 5-16,-3 2 5 0,-5 4 0 0,-6 4 0 0,-1 4 0 15,-7 1-10-15,1 4-6 0,-2-1 6 0,-7 3 5 16,-2 8 15-16,-2-2-15 0,-4 2 5 0,-3 6 5 15,-3 1 0-15,-3 6-20 0,-4 4-6 0,-2 2-25 16,-2 0-15-16,-4 8-36 0,0 4-16 0,-7 4 67 0,-1 2 23 16,-2 4 12-16</inkml:trace>
  <inkml:trace contextRef="#ctx0" brushRef="#br0" timeOffset="3639.58">8824 12474 312 0,'0'0'-5'0,"0"13"5"0,2-2 0 0,-2-11 0 0,6 11 10 16,3-4-5-16,5 1-10 0,1-2 0 0,5 2 0 15,6-2 5-15,4 1 10 0,5-2 15 0,2 0-10 0,4 0-4 16,7-1-22-16,4-1 16 0,3-1-5 0,5 0 6 0,4-1-6 16,3-1 0-16,2-1 0 0,3 0 0 0,1-2 0 15,4 0 0-15,3-1 0 0,2 0 0 0,1-3 0 0,1 2 0 0,1-1 0 16,4-3 0-16,1 3 0 16,-3-4 10-16,2 1-15 0,-3 1 35 0,1-4 1 0,-2 2 5 15,-1 1 10-15,-4-1 26 0,-4 0-1 0,-1 0 11 0,-8-3-15 0,-3 1 9 0,-4 1-19 0,-3-3 4 16,-3-1 5-16,-3-1 11 0,-5-1-5 0,-5-2 5 15,-1 1-10-15,-4-2-11 0,-1-1-10 0,-6 1-16 0,-2-2 6 16,-4-2-21 0,-4-1 6-16,-2 0-16 0,-4-1 1 0,-5-5-6 0,-1 0 10 15,-5-2-15-15,-1-1 5 0,-4-2-5 0,-4 2 5 0,-1-5 0 16,-4 2 0-16,-4 1 0 0,-1-1-11 0,-3 1 6 16,-5 0 0-16,0 2 5 0,-5 1 0 0,-1-2 0 0,-3 2-10 15,-1-2-6-15,-4 1-4 0,1 0 20 0,-5-1-21 16,-2 0 16-16,2 1-5 0,-2 0 10 0,-3-2-10 0,-1 5 15 15,0 3-5-15,-4 2-5 0,-1-1 10 0,1 5-15 16,-6 1 10-16,-2 0-5 0,-3 2-6 0,-1 1 6 0,-1 2-21 16,-2 0-4-16,-1 2-11 0,-2 3 0 0,-1 1 21 0,0 4-11 0,-3 1 0 0,1 1 11 15,-3 3-1-15,0 4 16 0,-2 1 0 0,0 4 5 16,1 3-10-16,-2 0 15 0,4 4-15 0,-2 1 10 0,4 2-5 16,0 1 5-16,4 3 0 0,2 1 10 0,3-1-15 0,1 2 5 15,4 4-5-15,5 3 5 0,-2 3 0 0,3-2-11 0,2 1 16 0,0 2-5 16,4 4-5-16,3-3 0 0,3-1 0 0,3 3 5 0,5-4 0 15,6 6 0-15,4-1 0 0,3-1 0 0,6 0 0 16,3 2 0-16,5 0 0 0,3-2 0 0,4 4 0 0,4-1 0 31,3 2 0-31,3-4 0 0,4 1 0 0,4 1 0 0,3 0 0 16,1-3 10-16,5-2-5 0,1 0-20 0,1-1 5 16,3 0-31-16,2-2-36 0,0-3-92 0,1 0-97 0,2 2-15 0,-1-2 140 0,-1-1 71 15</inkml:trace>
</inkml:ink>
</file>

<file path=ppt/ink/ink6.xml><?xml version="1.0" encoding="utf-8"?>
<inkml:ink xmlns:inkml="http://www.w3.org/2003/InkML">
  <inkml:definitions>
    <inkml:context xml:id="ctx0">
      <inkml:inkSource xml:id="inkSrc0">
        <inkml:traceFormat>
          <inkml:channel name="X" type="integer" max="27136" units="cm"/>
          <inkml:channel name="Y" type="integer" max="15360" units="cm"/>
          <inkml:channel name="F" type="integer" max="2047" units="cm"/>
          <inkml:channel name="T" type="integer" max="2.14748E9" units="dev"/>
        </inkml:traceFormat>
        <inkml:channelProperties>
          <inkml:channelProperty channel="X" name="resolution" value="569.36633" units="1/cm"/>
          <inkml:channelProperty channel="Y" name="resolution" value="572.92053" units="1/cm"/>
          <inkml:channelProperty channel="F" name="resolution" value="10E-6" units="1/cm"/>
          <inkml:channelProperty channel="T" name="resolution" value="1" units="1/dev"/>
        </inkml:channelProperties>
      </inkml:inkSource>
      <inkml:timestamp xml:id="ts0" timeString="2021-10-14T20:25:16.375"/>
    </inkml:context>
    <inkml:brush xml:id="br0">
      <inkml:brushProperty name="width" value="0.05292" units="cm"/>
      <inkml:brushProperty name="height" value="0.05292" units="cm"/>
      <inkml:brushProperty name="color" value="#FFFF00"/>
    </inkml:brush>
  </inkml:definitions>
  <inkml:trace contextRef="#ctx0" brushRef="#br0">20699 6999 0 0,'0'0'91'0,"-13"1"-19"0,2 0 0 0,1 0-6 16,10-1-15-16,0 0-15 0,-10 3-11 0,10-3-14 0,0 0 4 16,0 0-10-16,0 0 21 0,0 0-6 0,0 0 16 0,0 0 0 15,0 0 15-15,0 0-5 0,0 0-10 0,0 0 10 0,0 0-5 16,0 0 15-16,2 2 1 0,1 2-6 0,4-5 5 0,2 3-10 16,5-2-10-1,2-1-11-15,5 0 6 0,2-4 15 0,-8 4-10 16,2-2 16-16,-1 2-22 0,2-4 11 0,-1 2-5 0,2 3-6 15,-1-1 6-15,0 1-10 0,4-4 10 0,-1 3-11 0,2 1 11 0,0-1-10 0,2 0-11 16,2-3 1-16,2-1-1 0,0 3 5 0,-1-1 11 16,2 1-16-16,4-2 16 0,-1 3-11 0,2-2-4 0,-2 2-1 15,3 0-10-15,4-2 11 0,-1 3-11 0,0-2 10 16,3 1 0-16,-1-4-4 0,2 0-6 0,2 1-5 0,-2 1 20 16,4 1 1-16,-1-4-6 0,2 4 1 0,-1-1-11 0,0 3 10 15,3 1 0-15,-1 0 6 0,1 0-21 0,1-1 20 0,0 2-4 16,4-1-1-16,-3-1-9 0,1 1-6 0,0-1 0 15,2-2 0-15,-1-2 0 0,-3 4 0 16,1-2 0-16,1 2 0 0,-2-2 0 0,3 1 0 16,-3 4 0-16,-2-5 0 0,2 5 0 0,-3-4 0 15,0 2 0-15,-2-5 0 0,0 3 0 0,0 0 0 0,-1-4 0 0,1 5 0 16,1-4 0-16,-1 1 0 0,-1 0 0 0,1 4 0 16,-2-4 0-16,4 0 0 0,3 3 0 0,-2-5 0 0,1 1 0 15,2 0 0-15,2 2 0 0,0-1 0 0,1 0 0 16,-3 3 0-16,3-2 0 0,-1 2 0 0,1-1 0 0,-3-3 0 15,2 2 0-15,-1-3 0 0,2 2 0 0,-1-5 0 0,2 2 0 16,-1 1 0-16,1 3 0 0,7 1 0 0,-4 4 0 0,-1-5 0 16,2 1 0-16,-3 2 0 0,4-1 0 0,-3-1 0 0,3-1 0 15,-5 2 0-15,5-5 0 0,0 6 0 0,-3-1 0 16,2 1 0-16,1-1 0 0,-2-1 0 16,0 1 0-16,1-3 0 0,-1 3 0 0,-2-1 0 0,0-1 0 15,2 2 0-15,-6 1 0 0,2 1 0 0,1 1 0 16,-4 1 0-16,5-2 0 0,-1 3 0 0,-1-1 0 0,2 1 0 0,-2-3 0 0,-1 4 0 0,3-2 0 15,-1 0 0-15,-1 0 0 0,1-2 0 0,-3 1 0 0,0-1 0 16,0-2 0-16,-1-4 0 0,3 6 0 0,-4-4 0 0,2 1 0 16,-1 0 0-16,-1 1 0 0,-1 2 0 0,1 2 0 15,-3 0 0-15,-3-3 0 0,3 4 0 0,-4-2 0 0,-3 1 0 16,3 0 0-16,-3-1 0 0,-3 0 0 0,1 2 0 16,-2 2 0-16,-1-5 0 15,-1 2 0-15,-3-1 0 0,-2-3 0 0,-1 0 0 0,0 0 0 16,-3-1 0-16,1 1 0 0,0 0 0 0,-1 0 0 15,0 0 0-15,-1 1 0 0,0-1 0 0,0 2 0 16,-3 0 0-16,2-2 0 0,-2 3 0 0,0-2 0 0,-1 1 0 0,-2-3 0 0,1 0 0 0,-4 1 0 16,3 0 0-16,-5-1 0 0,0-3 0 0,1 1 0 15,0-1 0-15,-2 1 0 0,-2-2 0 0,-11 5 0 0,11-2 0 16,-1 0 0-16,1 2 0 0,-1-5 0 0,0 5 0 16,-10 0 0-16,0 0 0 0,10-3 0 0,-10 3 0 0,9-3 0 15,2 3 0-15,-1-4 0 0,0 0 0 0,0-1 0 0,-10 5 0 16,0 0 0-16,8-2 0 0,-8 2 0 0,10-5 0 0,-10 5 0 15,10-3 0-15,-10 3 0 0,0 0 0 0,6-7 0 16,3 2 0-16,-3-1 0 0,-6 6 0 0,0 0 0 0,7-10 0 16,-7 10 0-16,3-11 0 15,2 1 0-15,-5 10 0 0,0-13 0 0,0 0 0 16,-3 1 0-16,-2-2 0 0,-2-1 0 0,1 4 0 0,-4-3 0 16,0 1 0-16,0 0 0 0,-2 1 0 0,-3 1 0 0,1-3 0 0,-4 2 0 15,-1-4 0-15,-1 2 0 0,-1 0 0 0,-4-2 0 0,0 3 0 16,1-3 0-16,0 2 0 0,-5-2 0 0,-1 2 0 15,-1-2 0-15,-1 0 0 0,-2 1 0 0,-4-1 0 0,-3 0 0 16,-2-2 0-16,-1-1 0 0,-6 4 0 0,-2-4 0 0,-1 4 0 16,-3-3 0-16,-4 3 0 0,-1-5 0 0,-2 4 0 15,-2 3 0-15,3-5 0 0,-4 2 0 0,-2-3 0 0,2 3 0 16,-2 0 0-16,-6 3 0 0,2 2 0 0,-2-2 0 0,-2 0 0 16,0 2 0-16,-2 4 0 15,-3-2 0-15,2 1 0 0,0 0 0 0,2-2 0 0,-1 1 0 16,0 2 0-16,-3-1 0 0,-1 1 0 0,1-1 0 15,0 1 0-15,-3-1 0 0,-2 2 0 0,0 0 0 0,1 0 0 16,-1 1 0-16,0 0 0 0,2 0 0 0,-2 0 0 0,2 0 0 16,0 0 0-16,0 3 0 0,-1-1 0 0,1-1 0 15,2 3 0-15,0-3 0 0,1 1 0 0,-4-2 0 0,6 2 0 16,-3-3 0-16,1 2 0 0,0-1 0 0,-1 2 0 0,0 0 0 16,0 1 0-16,-1-1 0 0,0 0 0 0,2 1 0 15,-4 0 0-15,2 2 0 0,-2-1 0 0,1-2 0 0,0 2 0 0,-1-2 0 16,3 5 0-16,-2-2 0 0,2 0 0 0,-1 1 0 15,2-1 0-15,-4 2 0 0,6 0 0 0,-1 1 0 0,1-1 0 16,2 0 0-16,0 0 0 0,5-2 0 16,-2 4 0-16,5 1 0 0,-3 1 0 0,0-1 0 0,3-1 0 15,1 3 0-15,0 1 0 0,-2 1 0 0,3-2 0 0,1 2 0 0,4 2 0 0,-1 0 0 16,-2 4 0-16,3-4 0 0,1 4 0 0,2-1 0 0,2 1 0 16,-1-2 0-16,3 1 0 0,3 2 0 0,6-1 0 0,-2 0 0 15,3 0 0-15,2 2 0 0,0 0 0 0,1 1 0 16,1-2 0-16,2-3 0 0,1 4 0 0,2-3 0 0,3 4 0 15,4-5 0-15,-1 2 0 0,5 1 0 0,3-1 0 16,2 1 0-16,2 1 0 0,1-1 0 0,2-1 0 0,2-1 0 16,3 3 0-16,3-1 0 15,0 0 0-15,2 1 0 0,2-1 0 0,1 2 0 16,1-2 0-16,2 0 0 0,2-1 0 0,-2 1 0 16,2 0 0-16,2-4 0 0,0 2 0 0,1-1 0 0,1-1 0 15,0 2 0-15,-1-2 0 0,1-2 0 0,2 1 0 0,-1 1 0 0,0 1 0 0,0-2 0 16,1-2 0-16,-3-2-21 0,1 2 0 0,1-1-45 15,-1 0-16-15,0-1-41 0,0 0-10 0,-3 0 10 0,-4-7 0 16,0 0-5-16,0 0-30 0,6 10-37 0,-6-10-30 0,4 10-56 16,-4-10 97-16,2 10 92 0,-2-10 46 0</inkml:trace>
  <inkml:trace contextRef="#ctx0" brushRef="#br0" timeOffset="3842.77">24649 5701 644 0,'0'0'148'15,"0"0"-86"-15,0 0-11 0,0 0 36 0,0 0 5 0,0 0 36 16,0 0-5-16,0 0-5 0,0 12-21 0,0-12-10 0,3 4-5 15,5 1-11-15,6-3-14 0,2-2-22 0,4-3-9 16,2-1-16-16,7-3 6 0,-7-3-11 0,2 1 0 16,-1-2-5-16,-3 3 0 0,0-4 0 0,0 5 0 0,-4-4 0 0,-1-2 0 0,0 4 10 15,-2 1 5-15,-4 1-14 0,-1-3-12 0,-8 10-30 0,5-9-10 16,-5 9-10-16,0 0-1 0,2-14-30 0,-2 3 5 16,-2-1-5-16,-2 1 31 0,0-1 30 0,-3 0 21 0,-3 1 0 15,0 2-6-15,1 4 16 0,-2-1-10 16,0 1 10-16,1 3-15 0,-4 0 20 0,3 2-5 15,1 0-5-15,-2 3 0 0,-1 1 0 0,1 1 5 0,-1 3-11 16,0-3 6-16,-1 5 0 0,2 1 5 0,-2 5 0 16,3 3 0-16,0 0 0 0,-3-1 0 0,4 1 0 0,3 3 0 15,-2-3 0-15,4-3 0 0,-1-1 0 0,2 0 0 16,3-4 10-16,1 1-5 0,0-1 1 0,1-1 4 0,-1-10 5 16,4 9 5-16,1 3 11 0,1 0 5 0,-1-5-6 0,5 0-4 0,-3 0-6 0,3-2 1 15,0 0-11-15,0-1-4 0,0-2-6 0,1-1 0 16,2 0 10-16,-2 0-15 0,0-1-26 0,-11 0-41 0,10 0-51 15,4-1-45-15,-3 0-47 0,-1-2-41 0,0 0-62 0,0-2 139 16,-3-1 90-16,3-2 44 0</inkml:trace>
  <inkml:trace contextRef="#ctx0" brushRef="#br0" timeOffset="4059.15">25009 5517 613 0,'0'0'118'0,"0"0"-21"0,0 0 21 15,9-2 25-15,-9 2-15 0,9 2 0 0,-2 1-31 0,3-1-25 0,-1 5-42 0,1 3-19 0,-2 2-1 16,0 4-15-16,2-4 15 16,-4 1-20-16,4-2 20 0,-1 3-10 0,2-2 6 0,-1 2-17 15,2-4 16-15,-1 2-5 0,-1 1 6 0,4-5-6 16,-4 1-21-16,0 1-30 0,0 0-21 0,-4-1-30 0,0 2-1 16,-6-11-4-16,8 10-6 0,-8-10-4 0,0 0 4 0,5 10-5 15,-5-10 1-15,0 0-6 0,0 0 0 0,0 0 10 0,0 0 21 16,0 0 46-16,0 0 23 0</inkml:trace>
  <inkml:trace contextRef="#ctx0" brushRef="#br0" timeOffset="4227.98">25246 5523 434 0,'7'-11'179'0,"-7"11"-15"0,0 0 0 0,0 0-11 0,0 0-15 16,0 0-41-16,5-10-30 0,-5 10-31 0,0 0-11 16,0 0-14-16,0 0 4 0,0 0 0 0,0 0-14 0,0 0-1 15,-4 0-5-15,1 6 5 0,-5 3 10 16,-2 4-15-16,-4 5 5 0,-2 3-5 0,-2 2-16 15,-4 3-40-15,4-6-26 0,2-1-26 0,-3-3-36 0,3-1-30 16,1 0-31-16,0-1-30 0,4-1 23 0,0-2 108 0,2-1 55 16</inkml:trace>
  <inkml:trace contextRef="#ctx0" brushRef="#br0" timeOffset="4482.01">25339 5607 634 0,'11'-10'138'0,"-1"4"-15"15,-10 6-26-15,0 0-15 0,0 0-16 0,0 0-14 0,0 0-17 16,0 0-9-16,0 0-6 0,8 1 1 0,-3 5-1 0,-2 6 1 16,-4-2-1-16,-3 3-9 0,-1 3-6 0,-1 5-5 15,-1 3 0-15,-1-4 0 0,2 0 0 0,-2-1 10 0,2 0-15 0,1 1 15 0,1 0-20 0,2 2 10 16,-3-2 5-16,2-1-10 0,1-2 15 0,-1 3-20 16,1 0 10-16,2-4 5 0,-1 1-10 0,-2-2 15 0,2 0-10 15,1-3-5-15,-4-1 0 0,3 1-10 0,1-12-21 16,0 0-15-1,0 0-42-15,-4 11 6 0,4-11-46 0,0 0-10 16,0 0-11-16,0 0-15 0,0 0-4 0,0 0-11 0,0 0 115 16,-5 1 34-16,0-4 18 0</inkml:trace>
  <inkml:trace contextRef="#ctx0" brushRef="#br0" timeOffset="4729.14">25314 5582 470 0,'11'-15'153'0,"-6"3"-30"0,5 0 31 0,0 2 5 16,0 2 20-16,0 0 0 0,1 3-15 0,1-2-21 0,1 4-36 15,3 0-25-15,-1 1-36 0,2 0 26 0,-2 0-56 0,0 3-16 0,0-4 0 16,2 5 0-16,2 0 0 0,-4 0 0 0,2 0 0 0,-2 2 0 16,1 1 0-16,-1 0 0 0,-1 5 0 0,0-4 0 15,-5 1 0-15,-1 5 0 16,1-1 0-16,-4 2 0 0,0 0 0 0,-4-2 0 16,-1 3 0-16,-1-1 0 0,-4 1 0 0,-2-2 0 0,-1 1 0 0,-6-2 0 0,-1 2 0 0,0 4 0 15,-1-4 0-15,-1 0 0 16,-3 3 0-16,-5-4 0 0,4 3 0 0,-3-4 0 0,1-1-114 15,-2-2-70-15,0-2-5 0,3 0-46 0,0-1-21 16,0-1-57-16,5-3-50 0,2 1 166 0,0 0 99 0,1-1 49 16</inkml:trace>
  <inkml:trace contextRef="#ctx0" brushRef="#br0" timeOffset="4913.83">25729 5782 716 0,'15'0'199'0,"0"-3"37"0,-15 3 14 0,0 0-25 0,0 0-56 16,12 3-31-16,-12-3-56 0,0 0-50 0,0 0-32 0,0 0 0 16,0 0 0-16,1 6 0 0,-2 4 0 0,-3-2 0 0,-2 1 0 15,-4 1 0-15,-2-1 0 16,-1 5-88-16,-2-6-55 0,2-1-36 0,2-4-26 0,-1 0-25 16,0 1-31-16,1-3-67 0,1 2 21 0,0 0 154 0,0-3 76 15</inkml:trace>
  <inkml:trace contextRef="#ctx0" brushRef="#br0" timeOffset="5461.43">26190 5765 357 0,'-5'-7'41'0,"4"-6"-5"0,3-2 46 0,5 2 15 16,1-8 21-16,3 0-1 0,7 1 6 0,-2 4-10 15,0-3-5-15,3 1-16 0,-1 1-36 0,-2-4-20 0,3 6-26 16,-3-1-5-16,-1 1 15 0,-5 4 11 0,0 1 30 16,-10 10-19-16,0 0-17 0,0 0-19 0,0 0 4 0,0 0-15 15,0 0-6-15,-2-5-9 0,-6 1 10 0,-2 4 5 0,-9 3 5 16,-2 4-11-16,-5 3 6 0,-6-3 10 0,0 4-10 0,4-1 15 16,5 0-20-16,-2 4 10 0,0-4-5 0,5-1 5 0,4-2 10 0,1 5-5 15,3-3-10-15,12-9 0 0,0 0 10 0,-8 10 0 0,6 1 1 16,4-1 4-16,1 1-15 0,4 2 15 0,3-3-10 15,1-2 5-15,5 3-5 16,-1 1 0-16,1-2 0 0,3-2 0 0,0 2 0 0,-2-1 0 16,-2-2 0-16,1 3 0 0,-1-2 0 0,-1-1 0 0,-3 0 0 0,-11-7 0 0,10 8 10 15,-10-8-5-15,5 9 1 16,-5-9 4-16,0 0-15 0,2 7 15 0,-2 3-20 0,-5 0 10 16,-2-1 5-16,-3-2 0 0,-3 0 0 0,0 1-5 15,-2-2 0-15,0-2 0 0,2 0 0 0,-1-2 0 0,0 1-10 16,-1-3-26-16,4 1-36 0,-3-2-30 0,14 1-37 0,-11-4-34 15,0-2-32-15,1 1-36 0,10 5-45 0,-9-7 120 16,9 7 83-16,-5-9 41 0</inkml:trace>
  <inkml:trace contextRef="#ctx0" brushRef="#br0" timeOffset="5711.01">26488 5624 521 0,'17'-6'189'0,"0"0"21"16,-17 6 0-16,11-1 10 0,0-2-41 0,-11 3-35 0,0 0-52 15,0 0-31-15,0 0-15 0,0 0 5 0,0 0-4 0,5 5-12 0,-3 3-9 0,1-1-16 16,-6 2-4-16,-2 1-6 0,-2 6 0 0,-3 0 0 0,0 1 0 16,3-5 0-16,-2 0 0 0,-1 0 0 0,4 2 0 0,0 0 0 15,-3-4 0-15,4 1 0 0,0-3 0 0,-1 5 0 16,-2-5 0-16,7 2 0 0,1-10 0 0,0 0 0 0,-5 9-1 16,0 0-30-16,4 1-20 0,1-10-15 0,0 0-31 0,0 0-16 15,0 0-20 1,0 0-5-16,0 0-36 0,0 0-26 0,-6 7-30 15,6-7-31-15,0 0-36 0,-8 5 169 0,8-5 64 0,-7 3 32 16</inkml:trace>
  <inkml:trace contextRef="#ctx0" brushRef="#br0" timeOffset="6162.21">26523 5396 562 0,'0'0'128'0,"0"0"-82"0,10-5-5 15,-10 5 5-15,10-6-10 0,-10 6-11 0,0 0-4 16,6-4-11-16,4 6-4 0,0-2-6 16,2 1 0-16,-2 1 0 0,0 5 0 0,3 4 0 15,-1 0 10-15,-1 3-5 0,0-3 10 0,-1 4-10 0,2-1 1 16,-4 5-6-16,1-2 20 0,-3 1 0 0,0-1 16 0,-2 2-11 16,-3 2-9-16,2-4-1 0,-7 3 11 0,3-1 20 15,-2-4-21-15,1 2 1 0,-3-2 0 0,0 0-1 0,-3-3 11 16,2 0-10-16,0 0-11 0,1-4 1 0,-4 3-11 15,9-11 0-15,-6 9-5 0,6-9 10 0,0 0 5 0,0 0 26 16,0 0 0-16,0 0-5 0,0 0-31 0,0 0 5 0,0 0-10 16,0 0 6-16,0 0-6 0,0 0 0 0,-1-1 0 0,3-2 0 0,6-5 0 0,-1-1-11 15,7-1 6-15,1-5 0 0,2-1 5 0,4-4 0 16,-2 7 0-16,1 1 0 0,0 1 31 0,-2 0 5 16,2-1 20-16,-2 2-10 0,-2 4 0 15,1-2-16-15,-4 6 17 0,-1 2-17 0,-1 0 1 0,-11 0-21 16,0 0 6-16,10 2-1 0,-4 4 5 0,2 6-9 0,-8-12-6 0,1 8-5 0,-1 6 10 15,0-3-5-15,-5 1 1 0,0 2-6 0,-3 1 0 0,-2-1 0 0,0-2 0 16,2 0 0-16,-2 1 0 0,0 0-11 0,0-3 16 0,3 0-5 16,1 1 6-16,6-11-17 0,-7 9-25 0,7-9-46 15,0 0-35-15,0 0-42 0,0 0-25 0,0 0-57 0,0 0-25 16,0 0-20-16,0 0-42 0,0 0 200 0,0 0 64 0,0 0 32 16</inkml:trace>
  <inkml:trace contextRef="#ctx0" brushRef="#br0" timeOffset="6317.16">27114 5776 792 0,'0'0'261'15,"0"0"-25"-15,0 0-6 0,11 5 1 0,1 0-12 0,-12-5-141 16,0 0-78-16,0 0 0 0,0 0 0 0,0 0 0 0,2 7 0 16,-2 1 0-16,-5 0 0 0,-2 3 0 0,-1 2 0 0,-5 0 0 0,-1-1-139 0,-4-2-137 15,4-2-52-15,-4 0-46 0,3 0-66 0,-1-1 195 0,-1 0 122 16,-1-1 62-16</inkml:trace>
  <inkml:trace contextRef="#ctx0" brushRef="#br0" timeOffset="6944.57">27721 5634 639 0,'-3'-12'153'16,"-4"2"-71"-16,7 10 41 0,-8-10 26 0,0 4 4 15,-2 0-25-15,10 6-26 0,-14-5-25 16,4 2 0-16,-1 5-31 0,1 4-11 0,-4-3-24 15,3 4 14-15,-1 1-15 0,-2 4 11 0,-1-1-6 0,5 5-4 0,-1-1-6 0,-3 0-5 0,7 1 0 0,-2-1 0 16,-1 1 0-16,5-3 0 0,0 5 0 0,4-7-10 0,-1 0 15 16,2-11-5-16,0 11 5 0,2 0-5 0,-2-11 0 15,0 13 0-15,0-13 0 0,0 0 0 0,0 0 0 0,6 8-10 16,-6-8 15-16,0 0-15 0,5 9 20 0,1-3-20 0,3-1 10 16,0-3-5-16,-2-2-6 0,3-3-4 0,4-2-16 15,-3-1-5-15,4-2-5 16,-1 1 0-16,0-4 11 0,0 1 4 0,6-4 6 0,0 4 10 15,-1-3 5-15,0-3 5 0,0 2 0 16,2-1 0-16,-1 1 0 0,-2 3-11 0,0 0 16 0,1 0-5 16,-4 3 6-16,-3 2-17 0,-12 6 6 0,0 0 0 15,0 0 5-15,0 0-10 0,10 0 15 0,-4 5-15 0,-2 3 20 0,-4 2-10 16,-4 3 5-16,-2 3-5 0,0 2 0 0,-3 0 0 16,3-2 0-16,-3-1 0 0,9-15 0 0,-5 15 0 0,4-1 0 0,-3-1-10 0,7-1 5 0,-3-12 10 15,2 11 0-15,3-1 0 0,-5-10 5 0,8 7 5 16,-1-3 6-16,3 0-1 0,1-2 1 0,2-1 10 0,-1-1-6 15,1-2 32-15,-1-1-1 0,2-2 0 0,-2 3-20 16,2-5-21-16,-3-2-9 0,1-2 4 0,0 1-15 0,-1-1 15 16,-1-6-20-16,-2 4-21 0,1-5-51 0,-3 2-16 0,1-1 1 15,-2 2 10-15,-3-2 16 16,-2 2 14-16,-4 1 11 0,1 2-5 16,-2 2 15-16,-2 0-5 0,7 10 5 0,-10-4-5 0,-1 3 0 15,-4-1-40-15,2 2-21 0,-2 3-21 0,0 1-21 0,1 2-9 0,2 2-1 0,12-8-5 0,0 0 60 0,0 0 49 16,0 0 25-16</inkml:trace>
  <inkml:trace contextRef="#ctx0" brushRef="#br0" timeOffset="7276.88">28092 5638 326 0,'21'-1'128'0,"3"0"21"0,-5-4-6 0,-1 2 16 0,5 2-21 16,-4-2-5-16,-1-1-30 0,-1 4-11 0,-4-3-31 0,0 3-10 16,-13 0-10-16,0 0 0 0,0 0-10 0,0 0-16 15,0 0 11-15,0 0-16 0,0 0 1 0,0 0-11 0,0 0 0 16,0 0 0-16,5 5 0 15,-7-1 0-15,-3 1 0 0,-5 1 0 0,1 3 0 0,-3-2 0 16,-1 2 0-16,-2-3 0 0,15-6 0 0,0 0 0 0,-7 9 0 0,7-9 0 0,-6 8 0 16,6-8 0-16,0 0 0 0,-5 9 0 0,1 0 0 0,4 1 10 15,0-10-15-15,4 9 5 0,0 3-5 0,0-1 5 0,3-3 0 16,1 2 10-16,0-2-5 0,2 2 0 0,-1-2-5 16,-1 1 0-16,0 0 0 0,2-2 10 0,-2 1-5 0,-1-1 11 15,-7-7-11-15,6 11 20 0,-6-11 16 0,4 8 5 16,-4-8 10-16,1 11-9 0,-1-11-12 0,-3 6-9 15,0 2-6-15,-4-1-9 0,-3-1-6 0,-2-1 5 0,3-5-15 16,-6 3 15-16,3-3-10 0,2 1 6 0,-3-1-6 0,4-1 0 16,9 1 0-16,-13-2-21 0,2 1-51 15,11 1-61-15,-10-4-77 0,0 1-46 0,10 3-56 16,-12-4-41-16,3-1 8 0,-1-1 172 0,10 6 87 0</inkml:trace>
  <inkml:trace contextRef="#ctx0" brushRef="#br0" timeOffset="7461.75">28475 5931 705 0,'15'2'277'0,"-15"-2"-22"0,0 0 32 0,11 3 20 0,-11-3-91 15,0 0-216-15,0 0 0 16,0 0 0-16,0 0 0 0,0 0 0 0,10 5 0 0,-10-5 0 16,4 6 0-16,-4 5 0 0,-4-5 0 15,-1 2 0-15,-1-1 0 0,-4 2 0 0,-4 0 0 0,3-3 0 16,-3-1 0-16,3-2 0 0,-1 1 0 0,-2 0-216 0,2 1-162 15,-1-1-78-15,1-2-76 0,-2-3 299 0,1 1 117 0,0 2 58 16</inkml:trace>
  <inkml:trace contextRef="#ctx0" brushRef="#br0" timeOffset="8512.79">29163 5762 434 0,'-5'-11'87'0,"2"-4"-15"0,-2 1 25 0,5 14 31 0,-3-13-10 15,1 0-6-15,2-3-20 16,2 0-15-16,1 1-10 0,2-1-16 0,2 3 5 0,3 0-10 15,1-2 10-15,3 0-9 0,-2 3 9 0,3-3 0 0,4 0 6 0,1 3-22 0,1-1 12 16,1 0-11-16,-2 2-6 0,5 2-9 0,-4 0-6 0,-1 2 11 16,2 2-5-16,-4 2 10 0,-1 5-21 0,-4-2-4 15,0 2-11-15,-2 1 0 0,-1 6 0 0,0-1 0 16,-1 2 0-16,0 1 0 0,-3 1 0 0,0 7 0 16,-1 0 0-16,1 4 0 0,-2-4 0 0,-3 6 0 0,4-2 0 15,-5 2 0-15,4-2 0 0,-3 0 0 0,-1-1 0 16,4 0 0-16,-3 0 0 0,2-3 0 0,-2 0 0 0,0-3 0 15,2-2 0-15,-2 1 0 0,0-4-37 0,2 0-19 16,-3-1-26-16,0-10-5 0,0 0-10 0,0 10-21 16,0-10-4-16,0 0-27 0,0 0-4 0,0 0-11 0,0 0 0 15,0 0 0-15,0 0-41 0,0 0-9 0,0 0 96 0,0 0 59 0,0 0 30 16</inkml:trace>
  <inkml:trace contextRef="#ctx0" brushRef="#br0" timeOffset="8724.73">29797 5494 700 0,'0'0'128'0,"6"-12"-25"0,-6 12 14 0,0 0-14 0,0 0-26 16,0 0-37-16,0 0-14 0,0 0-6 0,0 0-9 15,0 0-6-15,-1-6-5 0,-8 4 0 0,-2 6 0 0,-4 0 0 16,-5 5 0-16,-6 5 0 0,-1 5 0 0,-2 0 0 16,2-1 10-16,0 1-15 0,-2-1 5 0,4 5-5 15,-1-5 5-15,-1 1 0 0,0 0 0 0,2-1 10 0,0 0-15 16,2-2 5-16,0 0-15 0,3-1-21 0,0-2-26 0,3-2-45 15,2-1-32-15,1 0-29 0,14-10-22 0,0 0-20 16,0 0 6-16,-10 8 102 0,3 0 51 0</inkml:trace>
  <inkml:trace contextRef="#ctx0" brushRef="#br0" timeOffset="9177.51">30080 5153 797 0,'-7'-10'88'15,"-2"0"-78"-15,9 10 51 0,0 0 77 0,0 0 6 0,0 0-22 16,0 0-71-16,0 0-20 0,0 0-26 0,0 0 1 0,0 0 4 15,0 0 15-15,0 0 11 0,0 0 5 0,0 0 0 0,0 0 0 16,2-2 0-16,1-1-11 0,3 5 17 0,4 0-27 0,3 4 6 16,-1 0-31-16,4 3 15 0,2 4-10 0,-18-13-5 15,7 6 10-15,1 1-5 0,-3 3-5 0,-5-10 10 0,2 10-15 16,-2-1 20-16,-1 1-10 0,-3 3 5 0,-2-2-15 0,-4-1 5 16,-4 2-21-16,-2-4 5 0,-1 0 6 0,-3 2 0 15,-2-2 0-15,2 0 5 0,0-1 5 0,2-2 5 0,-2 3 0 16,4-5 0-16,-1 2 0 0,2-4 0 0,15-1 0 15,-11 2 0-15,11-2 0 0,0 0 0 0,0 0 0 0,0 0 0 16,0 0 0-16,0 0 0 0,0 0 0 0,0 0 0 0,0 0 0 16,0 0 0-16,0 0 10 0,0 0 5 0,0 0 5 0,-1-3 0 15,6 1-9-15,2-1-6 0,7-2-5 0,2 2 0 16,2-4 0-16,6 4 0 0,0-1 0 0,-6 1-10 0,-1 1-57 16,0 1-71-16,0 1-77 0,2 0-77 0,-3 2-76 15,-1-3 23-15,1 0 172 0,0 2 87 0</inkml:trace>
  <inkml:trace contextRef="#ctx0" brushRef="#br0" timeOffset="9494.66">30226 5768 552 0,'-9'8'184'0,"9"-8"-112"0,0 0-11 0,0 0 31 15,-5 7 62-15,5-7 9 0,0 0 1 0,0 0-36 16,0 0-36-16,0 0-10 0,-5 9-5 0,5 3-5 0,0 1-6 16,0-5-4-16,0-8-36 0,3 13-26 0,-1-2 0 0,-2 0 0 15,0-11 0-15,0 0 0 0,0 13 0 0,-1-4 0 16,-5 1 0-16,-2 0 0 0,-2 1 0 0,0-2 0 0,-2 4 0 15,-4-2 0-15,1 1-36 0,-4-2-82 0,-1 2-15 0,-4 0-16 16,1-1-30-16,-2-1-26 0,-3 0-25 0,0-2-31 16,1 1-46-16,-3-2 92 0,5 0 108 0,-1-1 53 0</inkml:trace>
  <inkml:trace contextRef="#ctx0" brushRef="#br0" timeOffset="15105.7">31514 7985 1176 0,'8'-21'61'0,"-1"1"1"0,-2 1 66 15,-1 3 72-15,-3 2 35 0,-1 14-50 0,0 0-185 16,1-11 0-16,-1 11 0 0,0 0 0 0,0 0 0 0,0 0 0 0,2-11 0 0,-2 11 0 0,0 0 0 16,0 0 0-16,0 0 0 0,0 0 0 0,0 0 0 0,0 0 0 15,2 1 0-15,-1 3 0 0,1 5 0 16,-2 3 0-16,-2 5 0 0,-1 6 0 0,-2 3 0 0,-3 1 0 16,2-3 0-16,-3 2 0 0,3 0 0 0,0-1 0 15,-2-3 0-15,3 3 0 0,-1-4 0 0,1 4 0 0,2-6 0 16,1-1 0-16,-1-2-62 0,1-1-66 0,1-3-16 15,-3 1-14-15,4-13-26 0,-5 11-31 0,5-11-10 0,0 0-26 16,0 0-25-16,0 0 74 0,0 0 101 0,0 0 50 0</inkml:trace>
  <inkml:trace contextRef="#ctx0" brushRef="#br0" timeOffset="15367.52">32084 7879 1611 0,'0'0'246'0,"0"0"-195"0,0 0 10 16,0 0 17-16,0 0-78 0,0 0 0 0,3 5 0 0,-6 5 0 15,-3-1 0-15,-5 9 0 0,-4 0 0 0,-6-1 0 16,-4 7 0-16,-4-1 0 0,5 2 0 0,1 0 0 0,-3 3 0 16,-2 1 0-16,-1 3 0 0,3-1 0 0,-3 0 0 15,2 4 0-15,-2-3 0 0,2 2 0 0,1-1 0 0,-2 1 0 16,3-3 0-16,1-2 0 0,2 0 0 0,-2-1 0 15,4 0 0-15,-1-2 0 0,5-1 0 0,1-3 0 0,-1-1 0 16,2 1-129-16,-1-6-106 0,4-2-36 0,3 0-62 16,8-14-31-16,0 0 6 0,0 0 179 0,0 0 90 0</inkml:trace>
  <inkml:trace contextRef="#ctx0" brushRef="#br0" timeOffset="15671.08">31754 8444 1320 0,'10'-8'348'0,"-10"8"-113"0,8-9-91 16,1-1-144-16,-9 10 0 16,5-12 0-16,1 5 0 0,-2-3 0 0,1-1 0 0,0-1 0 15,-5 12 0-15,9-10 0 0,1 1 0 0,1 0 0 0,0-1 0 0,2 5 0 16,-1-1 0-16,3 1 0 0,-1 1 0 0,1 4 0 16,-1-1 0-16,-2 2 0 0,1 4 0 0,-3-2 0 0,1 4 0 15,-1 4 0-15,-1-1 0 0,-3 0 0 0,-1 4 0 16,4 1 0-16,-4-1 0 0,1 3 0 0,-2 0 0 0,1 1 0 15,-2 5 0-15,1-3 0 0,-1 1 0 0,-1 1 0 0,2 0 0 16,0 1 0-16,-2-3 0 0,3 1 0 0,-2-4 0 16,-1 2 0-16,3-3 0 0,-1-3 0 0,1 1 0 0,-5-14 0 0,0 0 0 0,0 0 0 15,0 0 0-15,0 0 0 0,0 0 0 16,0 0 0-16,0 0 0 0,0 0 0 16,0 0 0-16,0 0-134 0,0 0-147 0,0 0-16 0,2 0-41 15,3-4-36-15,-2-4 62 0,-3-5 156 0,2-2 78 0</inkml:trace>
  <inkml:trace contextRef="#ctx0" brushRef="#br0" timeOffset="15855.04">32188 8311 1391 0,'0'0'276'0,"0"0"-66"0,0 0-40 16,0 0-170-16,0 0 0 0,1 1 0 0,-4 0 0 16,-5 7 0-16,-2 5 0 0,-4 2 0 0,-3 5 0 0,-3 0 0 15,-5 2 0-15,6-4 0 0,1-2 0 0,-2 2 0 16,1-3 0-16,-2 0 0 0,1 0 0 0,0-1 0 0,1 2 0 15,0-5 0-15,-1 4 0 0,2-4 0 0,-1 0-313 16,3-1-311-16,2 1 69 0,-5-1 277 0,5-4 139 0</inkml:trace>
  <inkml:trace contextRef="#ctx0" brushRef="#br0" timeOffset="19288.31">31388 7497 777 0,'0'0'0'0,"0"9"-10"16,-5 3 5-16,-2 2 20 0,-5 5 5 0,-5 2-4 0,-6 2-1 15,-5 4-10-15,-5 6 1 0,7 6 4 0,-3 6 5 16,1 2 16-16,-2 3-6 16,0 3-9-16,2 9-21 0,5-1 10 0,0 3-15 15,4 1 10-15,3-1 5 0,1 0 0 0,4-2 0 16,2 0-5-16,2-8 0 0,2-3 0 0,2 1 0 0,3-2 10 15,3-3-15-15,-1-2 15 0,1-2 0 0,-1-3-9 0,3-4 9 0,3 0-10 16,-2-7 5-16,0-4 5 0,2-4 15 0,-1-1 22 16,2-6-1-16,2-3 10 0,3 0 21 0,1-4-6 0,4-2 1 15,2-3-21-15,2-1-15 0,9-2 10 0,-1-3 5 16,5 0 1-16,4-3-6 0,5-2-6 0,0 0 1 0,2 0 10 16,3 0-4-16,0-4-1 0,1 4 5 0,0-3-5 0,1 4 0 15,-1 1-35-15,2 1-11 0,-1 3 0 0,-4-4 0 0,3 5 0 0,-4-2 0 16,-4 2 0-16,-3-2 0 0,0 1 0 0,-6 0 0 15,-2-2 0-15,1 1 0 0,-2-1 0 0,-2 4 0 0,-4-3 0 16,1 0 0 0,-2 1 0-16,-2-2 0 0,-3 2 0 0,1 1 0 0,-3-2 0 15,-3-1 0-15,1 0 0 0,-1 0 0 0,-2-1 0 0,-1 1 0 16,4-2 0-16,-3-1 0 0,-4-1 0 0,2-2 0 16,2-1 0-16,-4-1 0 0,4-4 0 0,-4 1 0 0,2-3 0 15,0-3 0-15,3-1 0 0,-2-4 0 0,1 3 0 0,-2-5 0 16,0 1 0-16,2-3 0 0,-1 0 0 0,-1-3 0 15,-4-1 0-15,3 2 0 0,-4-7 0 0,-1 3 0 0,1-3 0 16,-3 3 0-16,-3-3 0 0,1 1 0 0,0 4 0 0,-3 0 0 16,2 4 0-16,-4-1 0 0,0 4 0 0,-1-1 0 15,0 2 0-15,-2 2 0 0,3 0 0 0,-2 3 0 0,-1-2 0 0,-1 2 0 0,1 0 0 16,-6-1 0-16,4 1 0 16,-3 1 0-16,-3 1 0 0,3-4 0 0,-4 3 0 15,1-2 0-15,-4 3 0 0,1-2 0 0,-6 1 0 0,2-3 0 0,-5 4 0 0,-2 3 0 0,-3 1 0 16,-6 3 0-16,0 1 0 0,-4 4 0 0,-4 5 0 0,-5 3 0 15,-5 1 0-15,-7 4 0 0,-4 4 0 0,-3 4 0 16,0 5 0-16,-1 0 0 0,-2 3 0 0,-1 5 0 0,9 2 0 0,-1-1 0 16,11-1 0-16,2-1 0 0,5-2 0 0,8 2 0 0,10-3-124 15,5 2-80-15,3-4-52 0,8 1-5 0,6 1-15 16,6 1-16-16,3-2-51 0,2 1 197 0,6-5 73 0,2 2 37 16</inkml:trace>
  <inkml:trace contextRef="#ctx0" brushRef="#br0" timeOffset="19683.86">32556 7649 916 0,'11'-8'87'0,"1"1"-77"0,-12 7 66 0,0 0 57 0,10-9 62 16,-10 9-11-16,0 0-36 0,5-10-30 0,-5 10-26 0,0 0-46 15,0 0-15-15,0 0-26 0,0 0-10 0,0 0 0 0,0 0 10 16,-4-5 0-16,0 4 1 0,-7 2-6 0,-7 4 0 16,0 6 0-1,-10 5 0-15,-5 4 0 0,-1 7 0 0,0 2 0 0,-3 2 0 16,-7 5 0-16,0 5 0 0,-4 4 0 0,-5 4 0 16,0 7 0-16,-6-1 0 0,-3 4 0 0,-3 4 0 0,-4 2 0 0,-2 1 0 15,-5 3 0-15,0-5 0 0,1 2 0 0,0 2 0 16,-1-7 0-16,5-3 0 0,1-5 0 0,5-3 0 0,1-5 0 15,1-3 0-15,5-6 0 0,2-6 0 0,4 5 0 16,3-7 0-16,-2 1 0 0,5-4 0 0,2-4 0 0,3-2 0 16,2-1 0-16,4-1 0 0,6-4 0 0,3-1 0 15,4-5 0-15,4 1 0 0,18-8 0 0,0 0 0 0,0 0 0 0,0 0 0 0,0 0 0 16,0 0 0-16,0 0-11 16,0 0-168-16,0 0-11 0,-7-1-45 0,5-6-36 0,2-2-57 15,2-5-55-15,8-5 158 0,0-3 112 0,3-3 57 0</inkml:trace>
  <inkml:trace contextRef="#ctx0" brushRef="#br0" timeOffset="20021.96">31150 7748 1038 0,'15'-20'41'0,"-4"1"-46"16,-2 3 10-16,-3 1-5 0,-6 15 5 0,2-12-5 0,-2 12 10 15,0 0 5-15,0 0 16 0,0 0 15 0,8-9 11 16,1 5 4-16,2 6 21 0,0 3-20 0,4 7 4 0,1 2 0 16,4 3 1-16,3 5-11 0,-2 3 1 0,1 4-1 15,3 2-15-15,4 2 0 0,2 1 5 0,7 4-10 0,2 7-6 16,3 2-19-16,3 0 14 0,6 0-24 0,-2 7-1 16,2 0 0-16,4 3 0 0,-2 0 0 0,-1-1 0 0,-1-1 0 15,-4-1 0-15,0 2 0 0,-2-4 0 0,-4-2 0 0,-2-1 0 16,-1-2 0-16,-2-2 0 0,-2-2 0 0,0-2 0 15,0-2 0-15,-1-7 0 0,-5 0 0 0,1-1 0 0,0-2 0 16,1-1 0-16,-3-4 0 0,-1 0 0 0,-1-1 0 16,-2 2 0-16,1-5 0 0,-7-2 0 0,-3-3 0 0,-2 0 0 15,-1 0 0-15,-3-3-134 0,-7 1-342 0,0 0-143 0,-6-1 210 16,0 1 204-16,-3 0 103 0</inkml:trace>
  <inkml:trace contextRef="#ctx0" brushRef="#br0" timeOffset="26565.26">4935 9607 183 0,'0'0'87'15,"-5"10"-20"-15,5-10-1 0,-7 8-14 0,7-8-6 0,0 0-16 16,0 0-4-16,0 0-6 16,0 0 32-16,0 0-6 0,0 0 5 0,0 0-21 0,0 0 6 15,0 0 0-15,3 5 5 0,4 0-10 0,1-2 15 0,2-3-15 0,2 0 9 0,2 0-4 0,6-3-5 16,1 0-6-16,-6 0 6 0,0 2 5 0,-1 1-5 0,-1 0-16 16,-1-1 1-16,3-3-1 0,-1 4-5 0,-1 1-4 0,4-1 4 15,-2-1-15-15,1 0 5 0,1 1 5 0,2 0 10 16,0 1 5-16,1-1-9 0,0 0 14 0,2 0-5 0,4 1 37 15,-1 0-11-15,2-1 5 0,4 0-31 0,-1 2 11 0,3-2 0 16,1 0-11-16,1-2 1 0,0 0-6 0,4 2 26 16,-2-1 0-16,1-1-5 15,-2 0-21-15,5 1-9 0,-1 0-6 0,-1 1 0 0,-1 1 0 16,3-1 0-16,-1 0 0 0,0 0 10 16,1 2-15-16,2-1 5 0,-2 1 5 0,0-1-10 15,5 0 15-15,-2-1-20 0,1 1 20 0,-1 2-10 0,2-3 5 0,0 2-15 0,-1-2 15 16,2 3-15-16,0-2 20 0,0 2-20 0,2-1 10 0,1 1 5 15,-3 0 0-15,2-1-10 0,-2-1 0 0,1 1 10 0,-1 1 10 16,-1-1-15-16,-2-1 0 0,0 2-5 0,2 1 5 0,-4 1 10 16,3 0 5-16,1 0-4 0,-1-2-6 0,0 2 5 0,4 0-5 15,-2 0 1-15,1-2-6 0,2 0 10 0,1 0-5 16,0-1 0-16,-1 1-5 0,2-2 0 0,-2 3 0 0,3-2 10 16,-3 1-15-16,-1 0 15 0,3 1 0 0,-2 0-9 0,-2-2 9 15,2 0 10-15,1-2 26 0,-2 2-10 0,0-1-30 16,1 1-6-16,-3-1 0 15,-1 1 0-15,2 1 0 0,-2-1 0 0,1 3 0 16,1-2 0-16,-2 0 0 0,-3 0 0 0,5-1 0 16,-2 0 0-16,0-1 0 0,-1-1 0 0,1-1 0 0,-1 2 0 0,-1-2 0 0,2 1 0 15,-1 0 0-15,0-2 0 0,4 2 0 0,-3 3 0 16,-1-3 0-16,3 0 0 0,0-1 0 0,-1 1 0 0,1-2 0 16,0 4 0-16,-4-2 0 0,1-2 0 0,1 2 0 15,-1 0 0-15,1 3 0 0,2-3 0 0,-2 2 0 0,1-3 0 0,1 0 0 16,-2 1 0-16,1-1 0 0,2-1 0 0,0 0 0 0,-2-1 0 15,2 0 0-15,1 3 0 0,0-3 0 0,0 3 0 16,5-1 0-16,-4 0 0 0,0 1 0 0,3-2 0 0,-5 1 0 16,3 0 0-16,-1 0 0 15,-1 0 0-15,-2-2 0 0,1 2 0 0,0-2 0 16,-1 3 0-16,0-1 0 0,-3 2 0 0,1-1 0 0,1-1 0 16,0 1 0-16,-3-1 0 0,3 0 0 0,-4-2 0 0,2 1 0 15,0-3 0-15,1 0 0 0,-4 1 0 0,0 2 0 16,2 0 0-16,-3 0 0 0,0-1 0 0,-1 2 0 0,2 0 0 15,-2 0 0-15,3-1 0 0,0 2 0 0,-1-2 0 16,1 1 0-16,0-2 0 0,3 1 0 0,-4 0 0 0,2 0 0 16,1-2 0-16,-3 2 0 0,1 1 0 0,-2-2 0 15,1 1 0-15,-3 0 0 0,2-1 0 0,-2 0 0 0,0 1 0 0,-3-1 0 0,1 1 0 16,1-1 0-16,0 1 0 0,-1-2 0 0,-4 2 0 0,2-1 0 16,0 3 0-16,-1-4 0 0,-2 4 0 0,0-1 0 15,-4 0 0-15,5 1 0 0,-5-1 0 16,2 2 0-16,-2-2 0 0,1 1 0 0,2-3 0 0,-1 2 0 15,1 0 0-15,-1-1 0 0,0 1 0 0,0-3 0 0,1 2 0 0,-4 1 0 0,1-2 0 16,-1 2 0-16,1-2 0 0,-2 1 0 0,3 1 0 0,-2 0 0 16,1 1 0-16,-1-2 0 0,3 5 0 0,-1-4 0 0,-2 1 0 15,1 0 0-15,-1-2 0 0,2 4 0 0,0-2 0 16,-3-2 0-16,0-1 0 0,1 3 0 0,5-2 0 0,-4 1 0 16,1 0 0-16,2-2 0 0,-1 2 0 0,4 0 0 15,-2-2 0-15,1 2 0 0,-1 0 0 0,-1 0 0 0,3-3 0 16,-4 3 0-16,0 1 0 15,-1-2 0-15,1 1 0 0,-2 4 0 0,0-3 0 0,-1 1 0 16,1 1 0-16,2 0 0 0,2-2 0 16,-4 1 0-16,0 0 0 0,2-3 0 0,0 0 0 0,-1 1 0 15,1 1 0-15,-1 0 0 0,-2-1 0 0,3-2 0 0,0 3 0 0,1 2 0 16,-1-1 0-16,0 0 0 0,-1 3 0 0,-2-3 0 0,3 0 0 16,-2 4 0-16,-1-3 0 0,2 0 0 0,1-1 0 15,2 1 0-15,-1-2 0 0,1 1 0 0,-1 0 0 0,1-1 0 0,1 0 0 16,-5-1 0-16,2 1 0 0,-1 0 0 0,-2-1 0 0,5 1 0 15,-4 0 0-15,1 1 0 0,1-1 0 0,-2 1 0 16,0-1 0-16,-2 1 0 0,2 1 0 0,-3-1 0 0,-1-1 0 16,-2 1 0-16,0 0 0 0,-2-2 0 0,0 1 0 15,-2 0 0-15,-3-1 0 0,-1 1 0 0,-2-1 0 0,-12 1 0 16,0 0 0-16,0 0 0 16,0 0 0-16,0 0 0 0,0 0 0 0,0 0 0 0,0 0 0 15,0 0 0-15,0 0 0 0,0 0 0 0,0 0 0 16,0 0 0-16,0 0 0 0,0 0 0 0,0 0 0 0,0 0 0 0,0 0 0 15,0 0 0-15,0 0 0 0,0 0 0 0,0 0 0 16,0 0 0-16,0 0 0 0,0 0 0 0,0 0 0 0,0 0 0 16,0 0 0-16,0 0 0 0,0 0 0 0,0 0 0 0,0 0 0 15,0 0 0-15,0 0 0 0,0 0 0 0,0 0 0 0,0 0 0 0,0 0 0 0,0 0 0 16,0 0 0-16,0 0 0 0,0 0 0 0,0 0 0 16,0 0 0-16,0 0 0 0,0 0 0 0,0 0 0 0,0 0 0 15,0 0 0-15,0 0 0 0,0 0 0 0,0 0 0 0,0 0 0 16,0 0 0-16,0 0 0 0,0 0 0 15,0 0 0-15,0 0 0 0,0 0 0 0,0 0 0 0,0 0 0 16,0 0 0-16,0 0 0 0,0 0 0 0,0 0 0 0,0 0 0 0,0 0 0 0,0 0 0 0,0 0 0 0,0 0 0 16,0 0 0-16,0 0 0 0,0 0 0 0,0 0 0 15,0 0 0-15,0 0 0 0,0 0 0 0,0 0 0 0,0 0 0 16,0 0 0-16,0 0 0 0,0 0 0 0,0 0 0 0,0 0 0 16,0 0 0-16,0 0 0 0,0 0 0 0,0 0 0 0,0 0 0 15,0 0 0-15,0 0 0 0,0 0 0 0,0 0 0 0,0 0 0 16,0 0 0-16,0 0 0 15,0 0 0-15,0 0 0 0,0 0 0 0,0 0 0 0,0 0 0 16,0 0 0-16,0 0 0 0,0 0 0 0,0 0 0 16,0 0 0-16,0 0 0 0,0 0 0 0,0 0 0 0,0 0 0 15,0 0 0-15,0 0 0 0,0 0 0 0,4-5 0 16,-4 5 0-16,0 0 0 0,0 0 0 0,0 0 0 0,0-8 0 16,0 8 0-16,0 0 0 0,0 0 0 0,0 0 0 0,-3-4 0 0,-2-3 0 0,5 7-257 15,-5-6-96-15,-3 0-46 0,8 6-77 0,0 0 195 0,-9-10 140 16,-2-2 71-16</inkml:trace>
  <inkml:trace contextRef="#ctx0" brushRef="#br0" timeOffset="85219.5">11643 11627 807 0,'4'11'200'0,"-4"-11"-174"0,0 0-31 16,0 0 0-16,0 0 5 0,0 0 0 0,0 0 0 15,0 0 0-15,8 3 0 0,2 1-10 0,0-2 15 0,3-2-15 16,-1-4 20-16,5 2-10 0,0-3 5 0,2-1-5 0,-1 4 0 16,6 0 0-16,0 1 0 0,2-3 0 0,0 0 0 15,4 1 0-15,3-1 0 0,-1 3 0 0,3-4 0 0,-1 2 0 16,1-2 10-1,1 0-5-15,-1-1-10 0,-3 1 0 0,2 3 0 0,1-5 5 16,0 5 0-16,0-3 10 0,-1 2-15 0,1 0 15 0,1 0-20 16,-1 2 20-16,3-3-10 0,1 4 25 0,0-2 6 15,-1-2 0-15,2 3-6 0,0 0 6 0,3-2-16 0,-1 2 16 16,-2-2-21-16,4 1 1 0,2 1-11 0,-1-1 10 16,4 4-5-16,0-6 11 0,3 1-1 0,-2 1 5 0,2-2-9 0,2 2-6 0,-1-3-5 15,1 1 10-15,0-3-5 0,1 2 1 0,-3 2-6 16,3 0 0-16,1 1 20 0,-1 0-10 0,1 1 0 0,0-1 0 15,2 1 5-15,0 2-4 0,0-2 4 0,0-3-20 0,2 4 25 16,-1-1-4-16,0 2-1 0,2-1 11 0,-3 3-6 16,5-3 37-16,-5 0-21 0,4 2-11 0,-1-3-19 0,0 2 4 15,1-2-5-15,1 1-10 0,0-2 20 0,-3 0 0 0,4 2 11 16,0 0-6-16,-1 0-10 0,1-1-4 0,0 2-6 0,-3-2 10 0,2 4-15 16,0-2 15-1,0 1-20-15,-3 2 20 0,4-4-20 0,-2 4 10 16,0-2 5-16,0 2 10 0,-1-3 5 0,4 5 1 0,-3-1 10 15,1-2-16-15,2 2 6 0,0-4-16 0,1 5 10 0,-1-2-10 16,2 0 1-16,-1-4-6 0,0 2 0 0,2-1 10 0,-2 3-5 16,1 0-10-16,-1-2 10 0,1 3 5 0,-3-2 21 15,3 1-6-15,-3-1-9 0,1 1 9 0,0-4-24 0,-1 4-1 16,1-2 0-16,-2-1 0 0,1 3 0 0,1 2 0 16,-3-1 0-16,5 0 0 0,-4 1 0 0,5-1 0 15,-3 3 0-15,3-3 0 0,-2 0 0 0,2-3 0 0,-1 3 0 16,2 0 0-16,-1 1 0 0,1-2 0 0,0-4 0 0,-2 5 0 15,3-4 0-15,-1 3 0 0,0-2 0 0,0 2 0 16,-1-1 0-16,-1-1 0 0,2 2 0 0,2 0 0 0,-5 2 0 16,0-2 0-16,0 2 0 0,0-3 0 0,3 2 0 15,-3 3 0-15,1-2 0 0,0 1 0 0,2-2 0 0,0 0 0 16,2-2 0-16,-1 1 0 0,3 1 0 0,-1-2 0 0,0 1 0 16,2 0 0-16,2-2 0 0,-5 3 0 0,3-1 0 15,-2 2 0-15,1-2 0 0,0-2 0 0,-2 2 0 0,-1 0 0 16,-4 2 0-16,7-2 0 0,-2 2 0 0,-2-2 0 15,-2-2 0-15,0 4 0 0,2-2 0 0,-4 1 0 0,4-1 0 16,-7-1 0-16,2 0 0 0,1 2 0 0,-1-1 0 16,-2-1 0-16,-1-1 0 0,2-1 0 0,0 1 0 0,2-2 0 15,-2 1 0-15,2 1 0 0,0-2 0 0,2 1 0 0,0-1 0 16,-4-1 0-16,3-2 0 0,-1 3 0 0,3-3 0 16,-2 3 0-16,-2-3 0 0,-1-1 0 0,5 3 0 0,-2-1 0 15,-4 2 0-15,2-2 0 0,-1 1 0 0,-1-3 0 16,-1-1 0-16,-1 4 0 0,1-1 0 0,-1 0 0 0,0-2 0 15,-2-1 0-15,2 2 0 0,1-1 0 0,-2 1 0 16,0-4 0-16,-1 2 0 0,2-1 0 0,-1-2 0 0,0 1 0 16,-1 0 0-16,2 2 0 0,-3-2 0 0,5-2 0 0,-5 1 0 15,-2 0 0-15,1-1 0 0,-2-1 0 0,1 1 0 16,0-2 0-16,-4 4 0 0,0-3 0 0,0 1 0 0,0 1 0 16,0-1 0-16,-2-1 0 0,-4-2 0 0,2 3 0 15,-2-4 0-15,0 4 0 0,-3-3 0 0,0 2 0 0,-2-1 0 16,-4 0 0-16,4 1 0 0,-9-2 0 0,5 1 0 0,-6-2 0 15,0 0 0-15,-3-2 0 0,-1 1 0 0,-1 2 0 16,-4-2 0-16,-1-1 0 0,0-1 0 0,-4 1 0 0,-1 3 0 16,0-3 0-16,-4 1 0 0,-1-2 0 0,0 1 0 15,-2 2 0-15,-1-2 0 0,-4 0 0 0,-1 0 0 0,-4 0 0 16,0 0 0-16,-3 0 0 0,0-2 0 0,-5 1 0 0,-2-2 0 16,-2 2 0-16,-2-1 0 0,-3-3 0 0,-2 3 0 15,-5-3 0-15,1 1 0 0,-6 2 0 0,0 0 0 0,-4-1 0 16,-2 2 0-16,-4 0 0 0,0 0 0 0,-4 1 0 15,-1-4 0-15,-4 6 0 0,-1-1 0 0,-3-1-1 0,-2-1-24 16,-1 2 4-16,-5-2 1 0,1 1-1 0,0 1 1 16,-5-1 10-16,-1-1-6 0,-5 1 11 0,1 1 0 0,-1-1 5 15,-4 0 10-15,-2 5-15 0,1-1 5 0,-5-3-5 0,4 3 5 16,-3-1 0-16,-1 2 0 0,1 0-10 0,-2-1 15 16,1-3-15-16,-3 4 20 0,1 0-10 0,-5 1 5 0,0-1-5 15,-2-2-10-15,-1 3 5 0,-3-3 10 0,-3 5 0 16,-3-3 0-16,0 1-5 0,-1 2 0 0,2-3 0 0,-5 1 0 15,0 3 0-15,-1 0 0 0,1-3-10 0,1 3 5 0,-4-3 10 16,3 2 0-16,-2 2 0 0,0-3-5 0,1 2 0 16,0-2 0-16,1 1 0 0,1-3-10 0,2 3 15 0,-1 1-5 15,-1 0 5-15,3-2-15 0,-2-1 15 0,2 2-15 16,3 1 20-16,-5 1-10 0,1 0-5 0,3-3 0 0,-1 1 10 16,-1 2-10-16,0 0 15 0,0 3-20 0,-4-3 20 15,4 3-20-15,-2-3 20 0,0 2-20 0,1-1 20 0,0 2-10 16,-2-1 5-16,3-1-5 0,-1 1 0 0,-1-2 0 0,2 2 0 15,1 1 0-15,-1 0 0 0,3 0 0 0,-1-1-10 16,0 3 5-16,3-4 10 0,0 2 0 0,0 1-10 0,-1 2 10 16,1-2-5-16,1 2 5 0,-2-1-15 0,0-1 15 0,3 5-5 15,-4-3-5-15,1 1 0 0,1 0 10 0,-3 1 0 16,1 0 0-16,0-1-5 0,0 3-10 0,0 0 15 16,1 2-5-16,0-5 5 0,4 2-5 0,0 2-10 0,2-2 15 15,3 1-5-15,3 0-5 0,0-2 10 0,2 1-5 0,3 1-5 16,-2-1 0-16,4-3 0 0,-2 1 5 0,2 1 0 0,0-1 0 15,0 1 10-15,3-2-5 0,-4 3-10 0,3-2 10 16,-3 1-5-16,2-1-5 0,-2 2 0 0,2 1 0 0,-2 0 5 16,1 0 0-16,0-1 10 0,4 1-5 0,-1 0-10 15,2 1 10-15,2-1-5 0,2-2 5 0,2 2-5 0,3-2 0 0,1 3 0 0,-1-1-10 0,3 0 15 16,-1 0-5-16,3-1 5 0,2-1-5 0,-1 0 0 16,2 2 0-16,2-3 0 0,1 2 0 0,1 1-10 0,0 0 15 15,1 2-5-15,0-2 5 0,-2 3-5 0,2-1 0 16,-1-1 0-16,-2 1 0 0,0 0 0 0,1 3 0 0,-2 0 0 15,1 2 10-15,-1-1-5 0,-1 4 1 0,1 1-6 0,-1 3 0 16,0 2 0-16,2-1 0 16,-1 0 0-16,4 1 0 0,1 1 0 0,1 2 0 15,3-3 0-15,3-1 0 0,1 0 0 0,1-1 0 0,4 3 10 16,1-1 5-16,1 2-15 0,1-1 10 0,3 2 0 16,1 0 1-16,2-1-6 0,2 2 5 0,-1-1-5 0,4-1 1 15,1-2-6-15,1 2 10 0,3-2-15 0,2 1 15 0,3-1-10 16,1-2-5-16,3 0 10 0,0 0-5 0,4 2 15 15,3-2-10-15,-2 2 1 0,3-1-6 0,0-3 0 0,2 4 0 0,0-5 0 0,2 2 0 16,0-3 0-16,1-2 0 0,4 0 0 0,-2-2 0 16,3 1 0-16,-3-3 0 0,3 2 0 0,-3-1 0 0,-6-10 0 15,5 9 0-15,1 0 0 0,2 3 0 0,-1-6 0 16,1 1 0-16,-8-7 0 0,0 0 0 0,8 9 0 0,-8-9 0 16,0 0 0-16,0 0 0 0,0 0 0 0,9 6 0 0,-9-6 0 15,0 0 0-15,12 6 0 0,-12-6 0 0,0 0 0 0,0 0 0 16,0 0 0-16,0 0 0 15,0 0 0-15,0 0 0 0,0 0 0 0,0 0 0 0,0 0 0 16,0 0 0-16,0 0 0 0,0 0 0 0,0 0 0 0,0 0 0 0,0 0 0 0,0 0 0 0,0 0 0 0,0 0 0 16,0 0 0-16,0 0 0 0,0 0 0 0,0 0 0 0,0 0 0 15,0 0 0-15,0 0 0 0,0 0 0 0,0 0 0 0,0 0 0 16,0 0 0-16,0 0 0 16,0 0 0-16,0 0 0 0,0 0 0 0,0 0 0 0,-1 0 0 15,1 0 0-15,-1-1 0 0,1 1 0 0,-4-5 0 16,-2 4 0-16,6 1 0 0,-9-4 0 0,9 4 0 0,0 0 0 15,-8-7 0-15,8 7 0 0,0 0 0 0,0 0 0 0,-14-8 0 16,14 8 0-16,0 0 0 0,0 0 0 0,0 0 0 0,0 0 0 16,0 0 0-16,-16-6 0 0,16 6 0 0,-8-2 0 15,8 2 0-15,0 0 0 0,-7-5 0 0,7 5 0 16,0 0 0-16,-8-7 0 0,-1 1 0 0,9 6 0 16,-8-6 0-16,8 6 0 0,0 0 0 0,0 0 0 0,0 0 0 0,-10-9 0 0,10 9 0 0,-9-7 0 15,9 7 0-15,0 0 0 0,-9-6 0 0,9 6 0 16,-7-6 0-16,7 6-154 0,0 0-112 0,0 0-47 0,0 0-35 15,0 0-46-15,-9-3 108 0,-2 1 143 0,-2 0 71 0</inkml:trace>
  <inkml:trace contextRef="#ctx0" brushRef="#br0" timeOffset="96900.96">8037 13050 997 0,'8'10'225'0,"-8"-10"-163"0,0 0-67 0,0 0 0 0,9 6 10 16,1 0 0-16,1-2-10 0,-1-4 10 0,2-1-15 0,-2-4 10 15,5 1-5-15,3 0 5 0,0 3 0 0,2-2 0 16,0 2 10-16,5 0-15 0,0-2 5 0,1 2 5 0,1-1-10 0,3 1 15 0,-3-1-10 16,4 2 5-16,-2-2 5 0,1 2 26 0,1-1-16 15,-1 1 16-15,1 1 5 16,2-2-5-16,-1 1-6 0,3-3 1 0,0 3 5 0,0-2 5 15,0 0 10-15,1 0-15 0,0-2 5 0,1 2-26 0,-1-1 16 0,1 1-11 0,1-2 6 0,0 3 5 0,4 0 5 16,-1-2 5-16,0 3-21 0,1-4 1 0,1 3 4 16,2 0 1-1,0-2-5-15,-3 0-21 0,3-1 0 0,-1 0 0 16,-1 2 0-16,0-2 0 0,0 0 0 0,0-1 0 0,-2 4 0 16,4-1 0-16,-3 0 0 0,0 0 0 0,1-2 0 15,5 2 0-15,-5-1 0 0,4 2 0 0,0-3 0 0,-2 2 0 16,2-2 0-16,2-1 0 0,-3 1 0 0,0 1 0 15,6-1 0-15,-4 0 0 0,1 0 0 0,1-1 0 0,0 2 0 16,2-1 0-16,4 2 0 0,-3-1 0 0,-1-2 0 0,3 1 0 16,0-1 0-16,1 0 0 0,2 4 0 0,-2 2 0 15,-1-1 0-15,0-2 0 0,3 4 0 0,0-2 0 0,-2 4 0 0,0-6 0 0,1 4 0 0,-3-4 0 16,1 0 0-16,2 4 0 0,-2-6 0 0,4 5 0 16,-2-1 0-16,6 1 0 0,-2-2 0 0,1-2 0 0,1 0 0 15,-2 1 0-15,1 0 0 0,2-1 0 0,0 1 0 16,-5 0 0-16,3 1 0 0,0 3 0 0,2-3 0 0,-3 2 0 0,0-1 0 15,0 0 0-15,0 1 0 0,-1-1 0 0,0 2 0 0,0-2 0 16,0 1 0-16,0-1 0 0,3 1 0 0,-1 0 0 16,0-2 0-16,-1 2 0 0,3-2 0 0,-1 0 0 0,0-4 0 15,4 5 0-15,-3 0 0 0,2-1 0 0,1-1 0 16,1-1 0-16,-1 0 0 16,-1 2 0-16,4 2 0 0,-1-5 0 0,1 4 0 15,-2-2 0-15,4 1 0 0,-1 2 0 0,0-5 0 16,0 3 0-16,-1-1 0 0,-1-1 0 0,0-3 0 0,1 3 0 0,-4 1 0 15,4-3 0-15,-1 4 0 0,0-3 0 0,0-1 0 0,4 3 0 16,-3-3 0-16,1 1 0 0,0-1 0 0,0 2 0 0,0 0 0 16,3-1 0-16,-3 4 0 0,1-4 0 0,2 3 0 15,1-1 0-15,0-1 0 0,2-1 0 0,1 3 0 0,2-3 0 16,-1 4 0-16,4-1 0 0,-1 0 0 0,3 0 0 0,-1-1 0 0,2 2 0 16,-1 0 0-16,1 2 0 0,-1-4 0 0,-2 2 0 0,2-1 0 15,-4 0 0-15,2 1 0 0,-2-1 0 0,0 1 0 16,-1-2 0-1,0 4 0-15,-1-2 0 0,3 1 0 0,-4 3 0 0,3-2 0 16,-1 1 0-16,-1-1 0 0,-2-1 0 0,4-1 0 0,2 3 0 16,-3-1 0-16,3-2 0 0,0 3 0 0,1 0 0 15,0 0 0-15,3 1 0 0,-3 2 0 0,-2 0 0 0,3-1 0 16,-2 0 0-16,0 0 0 0,0 0 0 0,-1 1 0 0,-1-1 0 16,3-1 0-16,-2-2 0 0,-1 3 0 0,2-2 0 15,-2 2 0-15,1 0 0 0,0-2 0 0,1 2 0 0,-2-1 0 16,-1 2 0-16,0-1 0 0,2 4 0 0,-3-5 0 0,2 2 0 15,0-1 0-15,0-1 0 0,1 2 0 0,0-3 0 16,2 2 0-16,-1-2 0 0,2 1 0 0,-2-2 0 0,3 1 0 0,-1 2 0 16,0-3 0-16,1 0 0 0,-1 1 0 0,2-2 0 0,-4 2 0 15,2-1 0-15,-2-1 0 16,0-1 0-16,-1 2 0 0,-1-1 0 0,2 0 0 0,-6 0 0 16,4-1 0-16,-4 3 0 0,2-2 0 0,1-2 0 0,-1 1 0 0,-2-1 0 0,3 1 0 0,-2 0 0 15,5 1 0-15,-3-4 0 0,2 3 0 0,0-1 0 0,2 2 0 16,1 1 0-16,1-1 0 0,-2-1 0 0,2 0 0 0,-1 0 0 15,-2 0 0-15,0 2 0 0,-1-2 0 0,0 3 0 16,-1-3 0-16,-2 0 0 0,-2 0 0 0,1 0 0 0,2 1 0 16,-4-1 0-16,0-1 0 0,-2 0 0 0,2-1 0 15,-5 2 0-15,1 0 0 0,1 0 0 0,-3-1 0 0,2 1 0 16,-1-2 0-16,-1-1 0 0,1 1 0 0,0-2 0 16,0 3 0-16,-1-3 0 0,-2-1 0 15,0 1 0-15,1 1 0 0,0 0 0 16,-3-1 0-16,0 1 0 0,2-2 0 0,1 2 0 15,-1-1 0-15,-5 2 0 0,2 1 0 0,-1 0 0 0,1-1 0 0,1 1 0 0,-4-1 0 16,1 2 0-16,0 0 0 0,1 0 0 0,1 0 0 16,-4 1 0-16,0-2 0 0,-2 3 0 0,2-2 0 0,-6 3 0 15,2-5 0-15,-1 4 0 0,-4-4 0 0,-1 1 0 0,0 2 0 16,0-1 0-16,-5 0 0 0,5-1 0 0,-4 1 0 0,0 1 0 16,3 3 0-16,-3-2 0 0,2 0 0 0,-2 3 0 0,-2-2 0 15,-1 1 0-15,0 2 0 0,-2-3 0 0,-3 2 0 0,-2-2 0 16,-2 1 0-16,0 0 0 0,-4 0 0 0,-3-2 0 15,1 2 0-15,-3 0 0 0,-4-3 0 0,2 1 0 0,-4-2 0 16,-3 3 0 0,-2-2 0-16,-3 0 0 0,-12-1 0 0,0 0 0 0,12 1 0 15,-12-1 0-15,0 0 0 0,0 0-201 0,0 0-198 0,0 0-46 16,0 0-67-16,-2-2 267 0,-8 1 122 0,-8-3 62 0</inkml:trace>
  <inkml:trace contextRef="#ctx0" brushRef="#br0" timeOffset="97901.36">4198 13586 997 0,'15'7'200'0,"-15"-7"-180"0,0 0-25 0,0 0-10 0,17 5 10 15,-2-1 0-15,-3-2 5 0,1-1 0 0,2 2 0 0,-1-6-11 16,3 3 16-16,6 0-5 0,0 2 6 0,3 0-6 16,-1-1 0-16,4 2-11 0,-2-4 16 0,3 3-15 0,0 2 20 15,3-1-10-15,-2 2 6 0,2-2-6 0,0-1-11 0,6 3 6 16,-3 0 0-16,0 2 15 0,1-4-5 0,0 2-10 16,4-1 10-16,-3 1-5 0,4 0-5 0,0-1 10 0,-1 1-5 15,5-2 6-15,1 0-6 0,1-1 0 0,0 2 0 0,2 0 0 0,2-2 0 16,-1-1 10-16,4-2-5 0,-1 0 10 0,1 0 11 15,2-2-1-15,3-2 1 0,-1 0-6 0,3 2 1 0,-1-4 9 16,3 2-4-16,0 0-1 0,0 2 6 16,0-5 5-16,0 1 5 0,-2 1 0 0,1-1-10 0,-1 2-6 15,-2-1 6-15,-5 3 5 0,0-2 5 0,-3 0-11 0,-2 3-14 0,-3-1-1 0,-3 3-10 16,-4-3 1-16,-4 1-6 0,-1-2 0 0,-4 3 0 0,-3 1 0 16,-3 0 0-16,-3 0 10 0,-3-3-15 0,-3 1 5 0,-2 4 5 15,-14-2 0-15,0 0 0 0,12 1-5 0,-12-1 0 0,0 0 10 16,0 0-15-16,0 0 25 0,0 0 16 0,0 0 11 0,12 4-12 15,-12-4 1-15,0 0-10 0,0 0-5 0,0 0-21 16,0 0 0-16,0 0 0 0,0 0 0 0,0 0 0 0,0 0 0 16,0 0-36-16,0 0-51 15,0 0-88-15,0 0-29 0,0 0-68 0,0 0-35 0,0 0-61 16,0 0 69-16,0 0 149 0,0 0 75 0</inkml:trace>
  <inkml:trace contextRef="#ctx0" brushRef="#br0" timeOffset="99660.06">30125 10556 183 0,'-5'13'26'0,"0"3"35"0,-2-1 1 0,-6 4 19 0,3-1-14 16,0 7-10-16,4 0-32 0,-4 5 6 0,4 2 0 16,-3 4 9-16,3 5 1 0,-1 5-21 0,4 6-9 0,-4-1-21 15,1 7 15-15,-1 4-5 0,-1 4 25 0,5 1 26 16,-1 1 1-16,4 2 9 0,-1-1-4 0,1 0-17 0,1 1 1 16,6-4-26-16,1 1 6 0,-3-2 15 0,0-3-5 15,2 0 10-15,-1-1-26 0,1-4 6 0,-1 3-16 0,-1-7 0 16,0-2-5-16,0-5 0 0,0-3 0 0,-1 1 0 0,-1-7 0 15,0-3 0-15,1-5 10 0,-2 0-15 0,1-1 15 16,-2-2-20-16,-1-2 20 0,-1-4-10 0,1-4-5 0,-3-1 0 16,2-1 0-16,1-14 15 0,-4 12-15 0,4-12 5 15,0 0-15-15,-4 8-21 0,4-8-15 0,0 0-42 0,-8 5-24 0,-2-2-22 0,-2-6-24 16,0-4-11-16,1-4-21 0,1-6 60 16,-3-2 67-16,1-9 34 0</inkml:trace>
  <inkml:trace contextRef="#ctx0" brushRef="#br0" timeOffset="99908.37">30098 10587 65 0,'1'-24'42'0,"0"4"19"0,-3 2 26 0,-1-1 21 16,-2 5-1-16,-1 0 1 0,2 1-6 0,-1 2-10 0,5 11-15 15,-4-9-31-15,-3-1-5 0,7 10-16 0,0 0-9 16,0 0-21-16,0 0 10 0,-8-2 5 0,0 4-10 0,-2 2 0 16,-2 3-5-16,-3 3 5 0,1 4 10 0,0 3-15 0,-2 5 15 15,1-3-20-15,0 0 10 0,-2 2-5 0,2 1 5 0,4-2-21 0,-3 1-51 0,1 3-40 16,3-7-57-16,-3 6-10 0,3-6-51 0,3 2 130 16,1-7 50-16,-2 2 25 0</inkml:trace>
  <inkml:trace contextRef="#ctx0" brushRef="#br0" timeOffset="100093">30256 10438 327 0,'13'5'0'0,"-13"-5"30"0,15 6 37 0,-5 0 4 0,0 2-30 16,-2-2-25-16,0 0-6 0,3 1-15 0,-1 3 5 0,2-1 5 15,1 0 0-15,1 1-10 0,2-3 10 0,0 4-5 0,0 2 6 16,4-1-17-16,5-2-15 15,-4 2-61-15,4 2-82 0,2 1 29 0,-1-3 70 0,3 2 35 16</inkml:trace>
  <inkml:trace contextRef="#ctx0" brushRef="#br0" timeOffset="100640.83">29925 12721 255 0,'0'0'41'0,"0"0"-5"16,0 0 15-16,0 0 10 0,0 0 1 0,0 0-21 0,0 0 20 15,0 0-15-15,-1-2 16 0,5-1-6 0,5-1-5 16,4-7-5-16,6 1 5 0,4-5 6 0,3 4-6 0,9-5 15 15,-8 10-4-15,6-4 4 0,-2 4-4 0,5 0-11 16,0-1 5-16,4 5 0 16,1-4-4-16,3 3 4 0,2 1 0 0,5 2-4 0,0-1-17 15,8 3-9-15,0-1 4 0,-1 2 6 0,2-1-5 16,4 3 5-16,3 0-11 0,0-1 11 0,1 5 0 0,5-3-5 16,1 1-6-16,4 2 6 0,-1-2-25 0,4 2-6 15,0-2 0-15,3 5 0 0,-2-4 0 0,1 5 0 0,-1-3 0 16,-6 1 0-16,3 2 0 0,-5-4 0 0,-5 2 0 15,-4-3 0-15,-3-1 0 0,-3-1 0 0,0 2 0 0,-2-1 0 0,-2-1 0 0,-1 2 0 16,2-4-52-16,-7 3-30 0,0-1-15 0,-3-2-36 0,-4 0-26 16,-4-4-10-16,-3 0-51 0,-10 1-10 0,-5-2-51 15,-2-2-42-15,-18 3 172 0,0 0 76 0,9-6 37 0</inkml:trace>
  <inkml:trace contextRef="#ctx0" brushRef="#br0" timeOffset="101653.68">30326 12597 224 0,'2'10'97'0,"-2"-10"11"15,0 0-6-15,7 9 6 16,-7-9-36-16,0 0-16 0,0 0-26 0,8 3 17 0,0 1-6 15,2-6 15-15,-10 2 0 0,10 0-5 0,-1-7 5 16,3 2 1-16,-2-4-16 0,3 1 10 0,-5 2-20 0,2-3 20 16,0 3-21-16,3-5 22 0,-2 1-22 0,2 0 11 15,-1 0-15-15,0-2 20 0,2-1-5 0,1-3 15 0,1 3-20 0,1-2 15 0,-2-1-20 0,1-1-1 0,-1 0 1 16,1 0 5-16,-1-2 5 16,-1 0 0-16,2-3-21 0,-2 0 11 0,3-1-21 0,-2 0 1 15,0-3-11-15,0-1 0 0,0-2 10 0,0-1-5 16,-2 1 1-16,1-5-6 0,-2 2 0 0,-2-3-11 0,2 2 6 15,1-1 10-15,0-2 0 0,-1 3 1 0,-1-1-6 0,-1 2 0 16,4-2 0-16,-3 1 0 0,-1-1 0 0,0-3 0 16,0 4 0-16,1-4 0 0,0 1 0 0,-1-3 0 0,3-4 0 15,-3 1 0-15,1-3 0 0,0-1 0 0,-1 0 0 0,0-2 0 16,1 1 0-16,-1-2 0 16,0 1 0-16,2 1 0 0,-2 0 0 0,-2 1 0 0,3-1 0 15,-1 2 0-15,-1-2 0 0,1 2 0 0,-1 2 0 0,0-4 0 0,-1 4 0 0,0 0 0 16,-1 1 0-16,0-3 0 0,3 4 0 0,0 2 0 0,-3-2 0 15,1 2 0-15,-2 1 0 0,1 2 0 0,0-1 0 16,0-3 0-16,-2 0 0 0,1 1 0 16,3-2 0-16,1 3 0 0,1 0 0 0,-1-2 0 0,0 3 0 15,-1 1 0-15,-2 4 0 0,0 1 0 0,-2 1 0 16,-2 2 0-16,1 0 0 0,1 2 0 0,-2-1 0 0,-1 3 0 16,1 2 0-16,-1 0 0 0,-1 1 0 0,1 1 0 15,0-1 0-15,-2 3 0 0,0 2 0 0,1-1 0 0,1 1 0 16,-2 0 0-16,0 2 0 0,0 14 0 0,0-12 0 0,-2 0 0 15,2 12 0-15,0 0 0 0,0 0 0 16,0 0 0-16,0 0 0 0,0 0 0 0,2-11 0 0,-2 11 0 16,0 0 0-16,0 0 0 0,0 0 0 0,0 0 0 0,0 0 0 0,0 0 0 0,0 0 0 15,0 0 0-15,0 0 0 0,0 0-62 0,0 0-97 16,0 0-45-16,0 0-57 0,0 0-52 0,-5-2-86 0,0 3 74 16,0 2 163-16,-2 0 81 0</inkml:trace>
  <inkml:trace contextRef="#ctx0" brushRef="#br0" timeOffset="103963.46">30860 13453 721 0,'0'0'200'0,"0"0"-139"0,0 0 46 16,0 0 42-16,0 0 30 0,-2-5-46 0,0 0-46 15,2-3-46 1,0-1-6-16,2-3-29 0,1-5 9 0,2-2-5 0,3-4 21 15,-3 12-6-15,4 0 1 0,-1-2-6 0,2 1 11 0,3 1 5 0,-2-3-16 0,3 4 1 0,-1-1-6 0,1 2-4 16,0-2 14-16,2 1-4 0,-5 3 0 0,3-1-21 16,-3 6 0-16,3-2 0 0,-1 1 0 0,-3 1 0 0,-10 2 0 15,10 0 0-15,0 1 0 0,1 3 0 0,-1 2 0 16,-2-1 0-16,1 4 0 0,-1 0 0 0,3 3 0 16,-5 3 0-16,0 0 0 0,1 0 0 0,-2-1 0 0,1 3 0 15,-2 2 0-15,-1 0 0 0,0-2 0 0,2-2 0 0,0 3 0 16,-4 0 0-16,4-3 0 0,-1 0 0 0,-3-3 0 15,4 1 0-15,-5-13 0 0,3 13 0 16,-1-1 0-16,-2-12 0 0,4 11 0 16,-4-11 0-16,1 10 0 0,-1-10 0 0,0 0 0 0,3 10 0 15,-3-10 0-15,0 0 0 0,0 0 0 0,0 0 0 0,0 0 0 16,1 10 0-16,-1-10 0 0,0 0 0 0,0 0 0 0,0 0 0 16,0 0 0-16,0 0 0 0,0 0 0 0,0 0 0 0,0 0 0 15,0 0 0-15,0 0 0 0,0 0 0 0,0 0 0 16,0 0-1-16,0 0-101 0,0 0-11 0,0 0-20 0,0 0-5 15,0 0-36-15,0 0-16 0,0 0-45 0,0 0 5 0,-1 0-47 16,1 0 50-16,-3-2 113 0,1-5 57 0</inkml:trace>
  <inkml:trace contextRef="#ctx0" brushRef="#br0" timeOffset="104242.03">31388 13253 756 0,'5'-11'184'0,"-5"11"-35"0,0 0 30 16,1-11-5-16,-1 11-40 0,0 0-52 0,0 0-52 0,0 0-19 16,0 0-11-16,-3-5 10 0,3 5-5 0,-7-5-10 15,-1 2 10-15,-4 5-15 0,1 5 20 0,-4 3-20 0,-5 2 10 16,3 2 5-16,-1 3-10 0,1 1 5 0,-2-1-5 0,-1 1 5 16,-1-2 0-16,0-1 0 0,2 1 0 0,0 1 0 15,0-1 10-15,1 0-15 0,2-1 5 0,-1 1-5 0,2-1 5 16,0 0 0-16,0 1 0 0,3-1 0 0,-1-1 0 15,2-3 10-15,1 1-15 0,3-2-26 0,-2 1-51 0,9-11-6 16,0 0-34-16,-6 9-17 0,6-9-39 0,-7 9-47 0,7-9-36 16,0 0-31-16,0 0 149 0,0 0 71 0,0 0 36 0</inkml:trace>
  <inkml:trace contextRef="#ctx0" brushRef="#br0" timeOffset="106005.37">30458 12392 465 0,'5'-11'108'0,"-5"11"14"16,0 0 16-16,0 0-15 0,0 0-51 0,0 0-32 0,0 0-29 16,0 0 4-16,0 0 11 0,0 0-1 0,0 0 11 0,0 0 0 15,0 0 5-15,7 1 10 0,-2 4 6 0,0 4-6 0,-3 2 5 16,-1 4-20-16,0 4-6 0,-1 2 1 0,5 5-5 16,-5-4-11-16,3-3 1 0,-2 2-11 0,-1 2 0 0,-1-1-5 15,-2 1-10-15,3-2 15 0,-1 0-5 0,1-3-5 0,-1 0 10 16,1 1-5-16,-3-5 5 15,3-1-15-15,0-3 15 0,0-10-26 0,0 0-15 0,0 10-30 16,0-10-21-16,0 11-31 0,0-11-15 0,0 0 10 0,0 0 11 16,0 0 19-16,0 0-4 0,0 0 10 0,0 0-30 0,0 0-32 0,5 1-48 0,0-1 99 0,0-6 49 0</inkml:trace>
  <inkml:trace contextRef="#ctx0" brushRef="#br0" timeOffset="106237.12">30637 12374 362 0,'0'0'225'0,"0"0"-30"16,0 0-52-16,0 0-9 0,0 0-27 0,0 0 21 0,0 0 5 16,0 0-20-16,0 0-36 0,0 0-26 0,0 0-11 0,0 0-9 15,0 0-6-15,0 0 6 0,5 1-16 16,0 4 6-16,-4 5-16 0,-1 4 1 0,2 2-6 16,-2 4-11-16,2 3 6 0,-6 4 10 0,4-9-10 0,-1 2 5 0,2-4 5 0,-1 2-20 0,0-4-11 0,0 1-35 15,0 0 0-15,2-3-16 0,-2-12 0 0,0 13-25 16,3-2-21-16,-3-11-16 0,0 0-4 0,0 0 0 0,0 8 0 15,0-8 20-15,0 0 10 0,0 0 11 0,0 0-10 0,0 0-27 16,0 0 73-16,0 0 33 0,7 0 16 0</inkml:trace>
  <inkml:trace contextRef="#ctx0" brushRef="#br0" timeOffset="106421.86">30699 12358 393 0,'0'0'174'16,"0"0"-46"-16,3-15-31 0,-3 15-30 0,0 0 4 0,0 0-9 15,0 0 14-15,0 0-29 0,0 0-1 0,0 0-21 0,0 0-9 0,1 1-11 0,0 5 5 16,-1 4-5-16,3 4 1 0,-3 2-17 0,2 1 16 16,1 6-5-16,-2 0 6 0,0-9-17 0,0-2 6 0,-1 2 0 15,3 1-5-15,-1-4-26 0,-2 3-15 0,0-3-1 16,0-11-4-16,0 12-10 0,4-2-21 0,-3 1-11 0,-1-1-35 16,0-10-15-16,3 10-16 0,-3-10 11 0,0 0 76 0,0 0 39 15</inkml:trace>
  <inkml:trace contextRef="#ctx0" brushRef="#br0" timeOffset="106664.11">30830 12077 429 0,'0'0'174'0,"0"0"-87"15,0 0-16-15,0 0 6 0,0 0 16 0,0 0-7 0,0 0-9 16,0 0-10-16,3 2-6 0,-1 3-20 0,-1 6-20 0,1 2-16 15,-4 6-5-15,2 5 10 0,-1 2-15 0,-1 6 5 16,2-12-5-16,0 3 5 0,2 1 10 0,-1 2-15 0,1-5 5 0,0 0-15 16,1-1-11-16,0 1-30 0,-1 0 5 0,0-4-31 15,-2 0 15-15,1 0-15 0,1-2-15 0,-2-2-6 0,0 0-4 16,-2-1-26-16,4-2-5 0,-2 0-31 16,0-10 85-16,0 0 42 0,0 0 21 0</inkml:trace>
  <inkml:trace contextRef="#ctx0" brushRef="#br0" timeOffset="106876.83">30953 11802 209 0,'0'0'113'0,"2"1"-11"0,-3 7-25 0,-3 9-21 16,2 4-10-16,-6 4-15 0,3 7-6 0,-5 3-24 15,3 7-1-15,2-11-5 0,2 5 5 0,-1-4 10 0,2 2-15 16,-1-2-6-16,1-1-30 0,2-1-10 0,2 0-21 0,1-3-25 0,-3-6-5 0,2 5-16 16,2-1 34-16,-1-4 42 0,-2 0 21 0</inkml:trace>
  <inkml:trace contextRef="#ctx0" brushRef="#br0" timeOffset="107211.67">31081 11317 316 0,'0'0'82'0,"3"-1"-67"0,-3 7 37 0,0 8 25 16,-3 4 30-16,1 6-30 0,-1 3-16 0,-2 8-30 16,-2 8 5-16,2-7 0 0,2 2-6 0,-1 0-14 0,2 5-11 15,-2 3 5-15,3 4 5 0,-2 2-4 0,2-1-6 0,-3-2-5 16,4 5 0-16,0-2 0 0,-1 0 0 0,1-4 0 16,1-2-10-16,-1-1 5 0,0-4-11 15,3 2-10-15,-2-4-20 0,-2-5-10 0,1 1-16 0,-3-5-4 16,3 2-6-16,-1-5-10 0,0-1 4 0,-2-2-9 0,1-2-10 15,-1-3 2-15,2-4 53 0,-3 2 26 0</inkml:trace>
  <inkml:trace contextRef="#ctx0" brushRef="#br0" timeOffset="107484.96">31138 11178 168 0,'0'0'77'15,"0"0"15"-15,4 1 16 0,-1 7-11 0,-3 6-15 0,-3 5-16 0,-2 11-15 0,-2 5-5 0,-1 6-15 16,0 7-6-16,3-6-14 0,-4 4-6 0,3 8 5 16,1-2-5-16,0 0 1 0,-2 1-6 0,4 3 10 0,3-3-15 15,-3 2 15-15,6-3-20 0,-1-3 10 0,-1-3-5 16,3-2-6-16,-1-1 6 0,2-4-10 0,-5-2-21 0,3-4-5 15,-3-3-16-15,0 1-9 0,0-2 0 0,-1-2-22 16,1-1-24-16,-2-4-42 0,-1 2 39 0,1-4 58 0,-3 1 28 16</inkml:trace>
  <inkml:trace contextRef="#ctx0" brushRef="#br0" timeOffset="117127.21">29311 12051 0 0,'-12'44'0'0,"2"2"0"0,4-5 45 0,3-2-25 15,7 1 11-15,2-4-5 0,4 0-11 0,6-1 11 16,3-1-16-16,2 0 1 0,3 1 9 0,3 1-10 0,3-4 1 15,3 0-1-15,7-1-5 0,-3-4 0 0,7 2-5 16,3-1 10-16,0 1-5 0,4-3 1 0,4 2-6 0,1-3 0 16,1 1-11-16,6 2 16 0,-2-4-5 0,6 4 6 0,-1-7-6 15,4 0 0-15,3 0 0 0,-1 1 0 16,4-1 0-16,-2 0 0 0,6-1 0 0,-2-4 10 0,3 3-15 16,0 1 5-16,-2-4-5 0,3 0 5 0,-5-1 0 0,4-1 0 0,-4-1 0 15,0-2 0-15,-2 1 0 0,-1-5 0 0,-5 0 0 0,0-2 0 16,-2-1 0-16,1 0 10 0,-4 0-15 0,-7 2 5 15,-1-5 5-15,-4 0 0 0,-2 1 10 16,-3-7 0-16,-3 2-14 0,-11-2-1 0,5-5-5 0,-2-3 5 16,0-1 0-16,-5-1 10 0,1-1-5 0,-5 0 0 0,1-2-15 15,-1 0 15-15,-5-5-15 0,2 4 20 0,-1-2-20 16,-6-3 40-16,-4-2-10 0,0 0 1 0,-3-5-16 0,-3 0-5 16,3-3 0-16,-1 0 0 0,-4-5 0 0,4-2 10 15,0 0-5-15,-8-5-10 0,3 4 10 0,-5-1-5 0,2-2 26 16,-12-1-16-16,-6 4 11 0,6-1-26 0,-5 1 15 15,4-2-10-15,-3 1-5 0,1 1 10 0,-9-1-5 0,6-1 5 0,-3-1-15 16,-4 2 5-16,-1-3 0 0,-1 2 5 0,-5 1 10 16,1-4-5-16,-1 1 0 0,1 1-15 0,-4 1 15 0,3-5 5 15,-2 3 0-15,-2 2 6 0,-4-3 9 0,-3 0 11 16,1-2 5-16,-3 1 0 0,0-1-11 0,-1 1-4 0,-4 2-16 16,-2-1 6-16,2 2-11 0,2 5 10 0,-4-3-20 0,-2 5 5 0,1 1-5 0,-3-1 15 0,-1 3-15 15,2-3 5-15,-5 5-5 0,2 2 15 0,-2 1-15 16,1 4 5-16,1 2-5 0,-4 5 5 0,4-1 0 15,-6 6 0-15,-1-1 10 16,-3 3-15-16,-3 6 5 0,2-3-5 0,-5 5 5 16,1 2 0-16,-4 3 0 0,5 6 0 0,-3 1-10 15,-1 3 15-15,2 1-5 0,0 6 5 0,1-2-5 0,1 1-10 0,1 3 15 0,2 1-5 16,4 2-5-16,0 1 10 0,2 2-5 0,-2 2-5 16,1 3 0-16,2-3 10 0,3 3-10 0,1 1 15 0,1-1-20 15,3 0 10-15,4 0 5 0,4 0 0 0,4 0-10 16,1 2 10-16,4-5-5 0,0 1-5 0,6-2 10 0,3-2-5 15,1 1-5-15,1-4 10 0,3 1-15 0,-1-5 20 0,6 0-10 16,3-1-5-16,-1-1 0 0,4 1-31 0,3-3-10 16,3 2-46-16,3-2-26 0,2 1-41 0,4 3 24 0,-1-3 67 0,2 0 34 0</inkml:trace>
  <inkml:trace contextRef="#ctx0" brushRef="#br0" timeOffset="125164.19">6821 14741 444 0,'16'-8'97'16,"-16"8"-86"-16,0 0-11 0,0 0 10 0,0 0-5 0,0 0 1 16,0 0-6-16,12-9 10 0,-12 9 5 0,0 0 5 0,0 0 21 15,0 0 0-15,0 0-16 0,0 0 6 0,0 0-10 16,0 0-6-16,0 0-9 0,0 0-6 16,0 0 10-16,0 0-15 0,0 0 15 0,0 0 0 0,0 0 10 15,0 0 1-15,0 0-11 0,0 0 26 0,0 0-31 0,0 0 16 0,0 0-1 0,9-2-5 0,-9 2 16 0,10-4-11 16,-1 1-4-16,-9 3 9 0,10-2-4 0,-2 3 15 15,-8-1-11-15,10-2 1 0,3 2-16 0,-1 1 16 0,-2 0 5 16,0 0 30-16,4 1 21 0,-1-1-26 0,-4-5-15 0,4 4-10 16,-2 1-6-16,2 1 11 0,2-5-10 0,-2 3-1 15,0-1-4-15,-1 0-1 0,2-1 1 0,0 2 9 0,2-1-14 16,-2-1 4-16,-1 0-15 16,2 2 21-16,0 0-16 0,2 0 1 0,-1 3-11 15,1-2 10-15,1 0 5 0,2 2 5 0,-1-4 1 0,2 2-1 16,-1-2 1-16,1 2-11 0,0-2 6 0,2 1-1 15,0 1 16-15,1-1 5 0,0 2-6 16,-2-2-29-16,3-1-1 0,-1 2 0 0,0-2 0 0,3 2 0 16,-2 1 0-16,-1-2 0 0,1 1 0 0,1 0 0 0,5 4 0 0,-2-2 0 0,0 2 0 0,-1-2 0 15,2-2 0-15,-1 4 0 0,2 0 0 0,-1-2 0 0,-3-1 0 16,5 3 0-16,-5-5 0 0,3 5 0 0,-1 0 0 16,1-1 0-16,-2 0 0 0,1 2 0 0,1-1 0 0,-1-4 0 15,1 3 0-15,1 0 0 0,-1-1 0 0,2 1 0 16,0 0 0-16,-2 1 0 0,1-2 0 0,-1 4 0 0,1-2 0 15,-2-2 0-15,1 1 0 0,1 1 0 0,0-3 0 0,0 0 0 16,0 0 0 0,6-1 0-16,-5 2 0 0,3-2 0 0,-1-3 0 0,-1 3 0 15,-1 0 0-15,1 0 0 0,1 1 0 0,-3 1 0 16,0 0 0-16,2-1 0 0,-2 4 0 0,1-3 0 0,0 2 0 16,-1-1 0-16,1 1 0 0,2-4 0 0,0 3 0 0,-3-1 0 0,3-3 0 15,-2 0 0-15,3-2 0 0,-1 2 0 0,-1-1 0 16,0-1 0-16,2 0 0 0,1 1 0 0,-1-3 0 0,1 1 0 15,2 1 0-15,1 1 0 0,-1 1 0 0,1-4 0 0,1 3 0 16,-3-1 0-16,2 1 0 0,-4 2 0 0,0-3 0 0,-1 3 0 16,3-3 0-16,-4-1 0 0,2 0 0 0,0 0 0 15,0 2 0-15,4-4 0 0,1 2 0 0,1-4 0 0,-1 3 0 16,1 0 0-16,-1 0 0 0,4 1 0 0,-2-4 0 0,1 4 0 16,-2-4 0-16,-1 0 0 0,1 3 0 0,1-4 0 15,0 3 0-15,0-2 0 0,-3 0 0 16,2 1 0-16,3 0 0 0,-1 2 0 0,0-1 0 15,0 0 0-15,0-2 0 0,-2 2 0 0,1-1 0 0,3 0 0 16,-1 1 0-16,-3-2 0 0,3 1 0 0,0 0 0 0,-1 1 0 16,2 0 0-16,0 0 0 0,-4 0 0 0,0 0 0 15,4 2 0-15,-2-1 0 0,-1 0 0 0,-1 0 0 16,3 1 0-16,0-4 0 0,-2 0 0 0,3-2 0 0,-2 2 0 16,-1-1 0-16,0 1 0 0,2 0 0 0,-4-1 0 0,0 2 0 0,1 2 0 15,-1 0 0-15,0 1 0 0,0-1 0 0,0 4 0 0,1-4 0 16,2-2 0-16,-5 4 0 0,3-3 0 0,-1 0 0 15,2 0 0-15,-2 0 0 0,2-3 0 0,-3 6 0 0,-3-1 0 16,5 0 0-16,-4-1 0 0,1 4 0 16,-4-1 0-16,-1-5 0 0,6 4 0 0,-5-1 0 15,3 1 0-15,-1 1 0 0,3-1 0 0,0-2 0 0,-1-1 0 0,1 5 0 0,0-4 0 0,-1 4 0 0,0-5 0 16,1 1 0-16,-2 0 0 0,0 1 0 0,2 1 0 16,0 0 0-16,0 1 0 0,-3-4 0 0,1 3 0 0,-1-1 0 15,6 3 0-15,-5-2 0 0,-1 0 0 0,2 0 0 16,-1-1 0-16,-1 2 0 0,0 1 0 0,1-1 0 0,-2 5 0 15,1-3 0-15,-3-1 0 0,2 1 0 0,3 0 0 16,-2 2 0-16,0-3 0 16,-1 0 0-16,1-3 0 0,-1 3 0 0,2 0 0 0,-4-1 0 15,2-1 0-15,1-2 0 0,-1 4 0 0,1-4 0 16,1 2 0-16,0 2 0 0,-2-1 0 0,1 1 0 16,-1 0 0-16,3 0 0 0,-2-2 0 0,1 5 0 0,-2-3 0 15,1 0 0-15,-1 0 0 0,2 0 0 0,0 1 0 0,-1-1 0 0,0 1 0 16,1 1 0-16,-1-1 0 0,2-1 0 0,1-1 0 0,-3 4 0 15,1-2 0-15,1 2 0 0,0-3 0 0,-2 2 0 0,1-2 0 16,-1 2 0-16,3 1 0 0,-1-3 0 0,-2 4 0 16,5-4 0-16,-2-1 0 0,1-2 0 0,-2 3 0 0,2-2 0 15,1 2 0-15,-1-3 0 0,2 0 0 0,-3 1 0 0,1 2 0 16,0 2 0-16,-1 0 0 0,3-1 0 0,-3 1 0 16,1 0 0-16,-1-1 0 0,2 1 0 0,-1 1 0 0,0-3 0 15,1 3 0-15,-2-3 0 0,-1 1 0 0,2-2 0 0,0 1 0 0,-2 2 0 16,-1-3 0-1,1 2 0-15,0-2 0 0,0 1 0 0,-1 0 0 16,-1 3 0-16,4-3 0 0,-2 2 0 0,0 1 0 0,-1-3 0 16,0 2 0-16,2 3 0 0,-2-4 0 0,1 5 0 0,0-6 0 15,-1 0 0-15,-1 3 0 0,0-2 0 0,1-1 0 16,-2 0 0-16,0 1 0 0,-1-3 0 0,0 3 0 0,2 0 0 16,-2 1 0-16,-1 0 0 0,1-1 0 0,1 2 0 0,-1-6 0 0,-1 5 0 15,0-2 0-15,-1 2 0 0,3 1 0 0,-5 4 0 16,0-6 0-16,-1 2 0 0,1 3 0 0,0-4 0 0,-3 5 0 15,1-5 0-15,-2 2 0 0,1-7 0 0,-1 6 0 16,1 2 0-16,-2-2 0 0,-3 1 0 0,3-4 0 0,-1 0 0 16,-1 3 0-16,1 0 0 0,-3-1 0 15,3 0 0-15,0 3 0 0,0-5 0 0,-1 3 0 16,2 2 0-16,-2-5 0 0,0 3 0 0,2 0 0 0,-2-5 0 0,0 0 0 0,0 6 0 0,-2-4 0 0,2-2 0 16,-3 6 0-16,0-5 0 0,0 1 0 0,-2 1 0 15,1 0 0-15,0-1 0 0,-4 2 0 0,0-1 0 0,0-1 0 16,0 0 0-16,-2 1 0 0,0-1 0 0,-2 1 0 15,2 2 0-15,-2-3 0 0,0 0 0 0,1 0 0 0,-2 0 0 16,-10 0 0-16,0 0 0 16,12 0 0-16,-2 0 0 0,-10 0 0 0,10 4 0 0,1-6 0 15,0 2 0-15,0 2 0 0,-1-2 0 0,-10 0 0 16,10 1 0-16,-10-1 0 0,12 1 0 0,-12-1 0 0,10 1 0 16,1-2 0-16,-11 1 0 0,10 1 0 0,2-2 0 15,-2 1 0-15,-10 0 0 0,10 3 0 0,1-2 0 16,-1 0 0-16,-10-1 0 0,10 1 0 0,-10-1 0 0,12 3 0 15,-2-2 0-15,0 4 0 0,0-1 0 0,0-3 0 0,0 1 0 0,1 1 0 0,0-3 0 16,0 2 0-16,0 1 0 0,2-3 0 0,-1 0 0 0,1 0 0 16,1 2 0-16,-2 0 0 0,2-1 0 0,1-1 0 0,0 1 0 15,0 0 0-15,2-1 0 0,1 3 0 0,-1-2 0 16,4 0 0-16,1 0 0 0,0 1 0 0,3-1 0 0,3 1 0 16,-2 0 0-16,2-2 0 0,1 1 0 0,0 1 0 15,1 0 0-15,1-2 0 16,-1 0 0-16,0 0 0 0,-1-2 0 0,1 2 0 15,1 0 0-15,0-2 0 0,-2 2 0 0,1-1 0 0,-2 1 0 16,2 0 0-16,-1 1 0 0,-2 0 0 0,1-3 0 16,-2 3 0-16,3 0 0 0,-5 0 0 0,2-1 0 0,-3 4 0 15,2-5 0-15,0 1 0 0,-1 2 0 0,-3-3 0 0,-1 1 0 16,3-1 0-16,-3 1 0 0,-2-3 0 0,2 3 0 0,0-2 0 16,-1 2 0-16,1-1 0 0,-1-1 0 0,-3 1 0 0,-1-3 0 0,0 3 0 15,0-1 0-15,-6 2 0 0,3-3 0 0,-12 3 0 16,11-2 0-16,3-1 0 0,-6 1 0 0,2 2 0 0,-10 0 0 15,0 0 0-15,10-5 0 0,0 2 0 0,0-2 0 0,-10 5 0 16,0 0 0-16,8-3 0 0,-8 3 0 0,0 0 0 16,0 0 0-16,9-5 0 0,-9 5 0 0,0 0 0 0,0 0 0 15,7-8 0-15,-7 8 0 0,0 0 0 0,0 0 0 0,0 0 0 0,0 0 0 0,0 0 0 16,0 0 0 0,0 0 0-16,0 0 0 0,0 0 0 0,0 0 0 15,0 0 0-15,0 0 0 0,7-6 0 0,-7 6 0 0,0 0 0 16,0 0 0-16,0 0 0 0,0 0 0 0,0 0 0 0,0 0 0 15,0 0 0-15,0 0 0 0,0 0 0 0,0 0 0 0,0 0 0 16,0 0 0-16,0 0 0 0,0 0 0 0,0 0 0 16,0 0 0-16,0 0 0 0,0 0 0 0,0 0 0 0,0 0 0 0,0 0 0 0,0 0 0 15,0 0 0-15,0 0 0 0,0 0 0 0,0 0 0 16,0 0 0-16,0 0 0 0,0 0 0 0,0 0 0 0,0 0 0 16,0 0 0-16,0 0 0 0,0 0 0 0,0 0 0 0,0 0 0 15,0 0 0-15,0 0 0 0,0 0 0 0,0 0 0 0,0 0 0 16,8-7 0-16,-8 7 0 0,0 0 0 0,0 0 0 15,0 0 0-15,5-9 0 0,2 2 0 0,-7 7 0 16,3-10 0-16,-3 10 0 0,0 0 0 0,7-10 0 0,-4 0 0 0,2 1 0 0,-5 9 0 0,7-10 0 16,-4 0 0-16,1-1 0 0,0 0 0 0,-4 11 0 0,4-12 0 15,-3-1 0-15,-1 1 0 0,4-1 0 0,-4 0 0 16,0-2 0-16,-5 0 0 0,2-1 0 0,1 1 0 0,-3-1 0 16,1-2 0-16,-4 0 0 0,1 0 0 0,-1-1 0 15,-2-1 0-15,0 1 0 16,-3 1 0-16,-3-2 0 0,-1 0 0 0,-4 3 0 0,1-5 0 15,-7 1 0-15,3 3 0 0,-5-3 0 0,-2 0 0 16,-5 1 0-16,-2 0 0 0,-3-4 0 0,-1 2 0 0,-4 3 0 16,-3-2 0-16,-2 0 0 0,0-1 0 0,-1 5 0 0,-2-3 0 15,-5 1 0-15,-2 3 0 0,0-1 0 0,-6 0 0 16,0 1 0-16,-5 1 0 0,-2-3 0 0,-3 4 0 16,0-1 0-16,-4 3-6 0,-1-3-4 0,-3 3 5 0,-1-1 5 0,0 0-10 0,-3 3 5 15,2 1-11-15,-3 2 11 0,1-1-21 0,0 3 6 0,0-1-16 16,3 1-10-16,-3 3-10 0,2-1-6 0,0 1 1 15,-2-2 0-15,3 0-1 0,-2 0 21 0,2 2-10 0,-2-1 20 16,0 2-10-16,-2-1 16 0,-1-1-11 0,2 2 10 0,-3 2 1 16,0 0-6-16,-2 1 16 0,0 0 5 0,1-2 10 15,-2 3 0-15,1-1-11 0,-1 2 16 0,0-3-5 0,1 2 6 0,-2-1-6 0,3 1-11 16,-1 2 6-16,-1-4 10 0,4 2 0 0,-1 0 1 31,2-2-6-31,1 2-11 0,1-1 16 0,-1 2-5 0,2-2-5 16,-1 0 10-16,3-1-5 0,-1 1-5 0,3 1 10 0,-2 1-15 15,1-1 20-15,3 0-10 0,-1-1 16 0,-1 1-1 0,2-1-5 16,0 3 6-16,-1 0-11 0,-2-1 10 0,2 1 0 16,2 0-4-16,-1 0 4 0,2 2 0 0,0-2-4 0,5 3 4 0,0-3-20 15,3 2 5-15,1-2-5 0,1 1 15 0,3 3-15 0,0-3 5 16,0 3-5-16,3-4 5 0,2 3 0 0,0 1 0 16,1 0 0-16,3-1 0 0,1 1 10 0,1 2-15 0,2 2 5 15,-2 0-5-15,-1 2 5 0,0 0 10 0,1 0-15 16,0 1 15-16,-2 3-20 0,2-2 10 0,-1 0-5 0,2 1 5 15,3 2 0-15,-3-1 10 0,2 2 5 0,2-2 5 0,-5 2 1 0,4 1-11 16,0-2 6-16,-2 3-1 16,2-3 5-16,4-1 1 0,-2 0-1 0,3 1 1 15,1-2-11-15,0 1 6 0,0 1-1 0,4-2-5 0,-2 2 16 0,0 0-6 0,2 1 6 0,-2-2-6 0,1-1 1 16,0 1-11-16,4-2 5 0,0 1 11 0,0-2 10 16,4-1-16-16,3 0 11 0,1-2-21 0,1 2 11 0,2-1-6 15,2-2-5 1,0-1-4-16,1 2 4 0,0-3 5 0,1 0 5 0,3 0 1 15,-2 1-21-15,2-5 10 0,2 4 0 0,0-1-9 0,4-3 9 16,-2 0-10-16,3-1 5 0,-1 0-5 0,3 0 0 16,-1 0 0-16,12-5 0 0,-10 3 0 0,10-3 0 0,-10 4 0 15,10-4 0-15,0 0 0 0,0 0 0 0,-10 4 0 0,10-4 0 16,0 0 0-16,0 0 0 0,0 0 0 16,0 0 0-16,-8 5 0 0,8-5 0 0,0 0 0 0,0 0 0 15,0 0 0-15,0 0 0 0,0 0 0 0,0 0 10 0,0 0-15 0,0 0 5 0,0 0-5 0,0 0 5 16,0 0 0-16,0 0 0 0,0 0 0 0,0 0 10 15,0 0-5-15,0 0 1 0,0 0-6 0,0 0 0 0,0 0 0 16,0 0 0-16,0 0 0 0,0 0 0 0,0 0 0 0,0 0-11 16,0 0 16-16,0 0-15 0,0 0-11 0,0 0-15 0,0 0-35 15,0 0-16-15,0 0-36 16,0 0-21-16,0 0-24 0,0 0-32 0,0 0-35 0,0 0-21 16,0 0-51-16,0 0 115 0,0 0 96 0,0 0 48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2/25/26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2/25/26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2/25/26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2/25/26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2/25/26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Drag picture to placeholder or click icon to add</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2/25/26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Drag picture to placeholder or click icon to add</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2/25/26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2/25/26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2/25/26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2/25/26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50.png"/><Relationship Id="rId4"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Validation and Verification</a:t>
            </a:r>
          </a:p>
        </p:txBody>
      </p:sp>
      <p:sp>
        <p:nvSpPr>
          <p:cNvPr id="3" name="Subtitle 2"/>
          <p:cNvSpPr>
            <a:spLocks noGrp="1"/>
          </p:cNvSpPr>
          <p:nvPr>
            <p:ph type="subTitle" idx="1"/>
          </p:nvPr>
        </p:nvSpPr>
        <p:spPr/>
        <p:txBody>
          <a:bodyPr/>
          <a:lstStyle/>
          <a:p>
            <a:r>
              <a:rPr lang="en-US" dirty="0"/>
              <a:t>02/25/2026</a:t>
            </a:r>
          </a:p>
        </p:txBody>
      </p:sp>
    </p:spTree>
    <p:extLst>
      <p:ext uri="{BB962C8B-B14F-4D97-AF65-F5344CB8AC3E}">
        <p14:creationId xmlns:p14="http://schemas.microsoft.com/office/powerpoint/2010/main" val="123380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versus Validation</a:t>
            </a:r>
          </a:p>
        </p:txBody>
      </p:sp>
      <p:sp>
        <p:nvSpPr>
          <p:cNvPr id="3" name="Content Placeholder 2"/>
          <p:cNvSpPr>
            <a:spLocks noGrp="1"/>
          </p:cNvSpPr>
          <p:nvPr>
            <p:ph idx="1"/>
          </p:nvPr>
        </p:nvSpPr>
        <p:spPr>
          <a:xfrm>
            <a:off x="818712" y="2222288"/>
            <a:ext cx="10554574" cy="1304684"/>
          </a:xfrm>
        </p:spPr>
        <p:txBody>
          <a:bodyPr/>
          <a:lstStyle/>
          <a:p>
            <a:r>
              <a:rPr lang="en-US" dirty="0"/>
              <a:t>Verification: demonstrates that you are solving the equations right</a:t>
            </a:r>
          </a:p>
          <a:p>
            <a:r>
              <a:rPr lang="en-US" b="1" dirty="0">
                <a:solidFill>
                  <a:srgbClr val="FFFF00"/>
                </a:solidFill>
              </a:rPr>
              <a:t>Validation: demonstrates that you are solving the right equations</a:t>
            </a:r>
          </a:p>
          <a:p>
            <a:endParaRPr lang="en-US" dirty="0"/>
          </a:p>
        </p:txBody>
      </p:sp>
      <p:sp>
        <p:nvSpPr>
          <p:cNvPr id="4" name="TextBox 3"/>
          <p:cNvSpPr txBox="1"/>
          <p:nvPr/>
        </p:nvSpPr>
        <p:spPr>
          <a:xfrm>
            <a:off x="2650670" y="4060372"/>
            <a:ext cx="6890657" cy="2031325"/>
          </a:xfrm>
          <a:prstGeom prst="rect">
            <a:avLst/>
          </a:prstGeom>
          <a:noFill/>
        </p:spPr>
        <p:txBody>
          <a:bodyPr wrap="square" rtlCol="0">
            <a:spAutoFit/>
          </a:bodyPr>
          <a:lstStyle/>
          <a:p>
            <a:pPr marL="285750" indent="-285750">
              <a:buFont typeface="Wingdings" charset="2"/>
              <a:buChar char="ü"/>
            </a:pPr>
            <a:r>
              <a:rPr lang="en-US" b="1" dirty="0">
                <a:solidFill>
                  <a:srgbClr val="FFFF00"/>
                </a:solidFill>
              </a:rPr>
              <a:t>Determine appropriate mathematical model</a:t>
            </a:r>
          </a:p>
          <a:p>
            <a:pPr marL="285750" indent="-285750">
              <a:buFont typeface="Wingdings" charset="2"/>
              <a:buChar char="ü"/>
            </a:pPr>
            <a:r>
              <a:rPr lang="en-US" b="1" dirty="0">
                <a:solidFill>
                  <a:srgbClr val="FFFF00"/>
                </a:solidFill>
              </a:rPr>
              <a:t>Classification of partial differential equation</a:t>
            </a:r>
          </a:p>
          <a:p>
            <a:pPr marL="285750" indent="-285750">
              <a:buFont typeface="Wingdings" charset="2"/>
              <a:buChar char="ü"/>
            </a:pPr>
            <a:r>
              <a:rPr lang="en-US" b="1" dirty="0">
                <a:solidFill>
                  <a:srgbClr val="FFFF00"/>
                </a:solidFill>
              </a:rPr>
              <a:t>Transformation of mathematical model</a:t>
            </a:r>
          </a:p>
          <a:p>
            <a:pPr marL="285750" indent="-285750">
              <a:buFont typeface="Wingdings" charset="2"/>
              <a:buChar char="ü"/>
            </a:pPr>
            <a:r>
              <a:rPr lang="en-US" dirty="0"/>
              <a:t>Select grid pattern</a:t>
            </a:r>
          </a:p>
          <a:p>
            <a:pPr marL="285750" indent="-285750">
              <a:buFont typeface="Wingdings" charset="2"/>
              <a:buChar char="ü"/>
            </a:pPr>
            <a:r>
              <a:rPr lang="en-US" dirty="0"/>
              <a:t>Formation of discretized equations</a:t>
            </a:r>
          </a:p>
          <a:p>
            <a:pPr marL="285750" indent="-285750">
              <a:buFont typeface="Wingdings" charset="2"/>
              <a:buChar char="ü"/>
            </a:pPr>
            <a:r>
              <a:rPr lang="en-US" dirty="0"/>
              <a:t>Solution algorithm</a:t>
            </a:r>
          </a:p>
          <a:p>
            <a:pPr marL="285750" indent="-285750">
              <a:buFont typeface="Wingdings" charset="2"/>
              <a:buChar char="ü"/>
            </a:pPr>
            <a:r>
              <a:rPr lang="en-US" dirty="0"/>
              <a:t>Perform auxiliary calculations; </a:t>
            </a:r>
            <a:r>
              <a:rPr lang="en-US" dirty="0" err="1"/>
              <a:t>postprocessing</a:t>
            </a:r>
            <a:endParaRPr lang="en-US" dirty="0"/>
          </a:p>
        </p:txBody>
      </p:sp>
      <p:sp>
        <p:nvSpPr>
          <p:cNvPr id="5" name="TextBox 4"/>
          <p:cNvSpPr txBox="1"/>
          <p:nvPr/>
        </p:nvSpPr>
        <p:spPr>
          <a:xfrm>
            <a:off x="3102430" y="3526972"/>
            <a:ext cx="4572000" cy="369332"/>
          </a:xfrm>
          <a:prstGeom prst="rect">
            <a:avLst/>
          </a:prstGeom>
          <a:noFill/>
          <a:ln w="57150">
            <a:solidFill>
              <a:schemeClr val="tx1"/>
            </a:solidFill>
          </a:ln>
        </p:spPr>
        <p:txBody>
          <a:bodyPr wrap="square" rtlCol="0">
            <a:spAutoFit/>
          </a:bodyPr>
          <a:lstStyle/>
          <a:p>
            <a:r>
              <a:rPr lang="en-US" dirty="0"/>
              <a:t>7 steps of solving </a:t>
            </a:r>
            <a:r>
              <a:rPr lang="en-US"/>
              <a:t>a problem using CFD</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21B78B8-0E6D-4BE3-B494-FAB23A0E7D39}"/>
                  </a:ext>
                </a:extLst>
              </p14:cNvPr>
              <p14:cNvContentPartPr/>
              <p14:nvPr/>
            </p14:nvContentPartPr>
            <p14:xfrm>
              <a:off x="452520" y="1384200"/>
              <a:ext cx="11378160" cy="4559760"/>
            </p14:xfrm>
          </p:contentPart>
        </mc:Choice>
        <mc:Fallback xmlns="">
          <p:pic>
            <p:nvPicPr>
              <p:cNvPr id="6" name="Ink 5">
                <a:extLst>
                  <a:ext uri="{FF2B5EF4-FFF2-40B4-BE49-F238E27FC236}">
                    <a16:creationId xmlns:a16="http://schemas.microsoft.com/office/drawing/2014/main" id="{021B78B8-0E6D-4BE3-B494-FAB23A0E7D39}"/>
                  </a:ext>
                </a:extLst>
              </p:cNvPr>
              <p:cNvPicPr/>
              <p:nvPr/>
            </p:nvPicPr>
            <p:blipFill>
              <a:blip r:embed="rId3"/>
              <a:stretch>
                <a:fillRect/>
              </a:stretch>
            </p:blipFill>
            <p:spPr>
              <a:xfrm>
                <a:off x="443160" y="1374840"/>
                <a:ext cx="11396880" cy="4578480"/>
              </a:xfrm>
              <a:prstGeom prst="rect">
                <a:avLst/>
              </a:prstGeom>
            </p:spPr>
          </p:pic>
        </mc:Fallback>
      </mc:AlternateContent>
    </p:spTree>
    <p:extLst>
      <p:ext uri="{BB962C8B-B14F-4D97-AF65-F5344CB8AC3E}">
        <p14:creationId xmlns:p14="http://schemas.microsoft.com/office/powerpoint/2010/main" val="46727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must precede validation</a:t>
            </a:r>
          </a:p>
        </p:txBody>
      </p:sp>
      <p:sp>
        <p:nvSpPr>
          <p:cNvPr id="3" name="Content Placeholder 2"/>
          <p:cNvSpPr>
            <a:spLocks noGrp="1"/>
          </p:cNvSpPr>
          <p:nvPr>
            <p:ph idx="1"/>
          </p:nvPr>
        </p:nvSpPr>
        <p:spPr>
          <a:xfrm>
            <a:off x="818712" y="2374687"/>
            <a:ext cx="10554574" cy="3636511"/>
          </a:xfrm>
        </p:spPr>
        <p:txBody>
          <a:bodyPr>
            <a:normAutofit fontScale="92500" lnSpcReduction="20000"/>
          </a:bodyPr>
          <a:lstStyle/>
          <a:p>
            <a:r>
              <a:rPr lang="en-US" dirty="0"/>
              <a:t>Don</a:t>
            </a:r>
            <a:r>
              <a:rPr lang="mr-IN" dirty="0"/>
              <a:t>’</a:t>
            </a:r>
            <a:r>
              <a:rPr lang="en-US" dirty="0"/>
              <a:t>t expect reasonable conclusions when comparing to experimental results if you’ve got serious errors due to:</a:t>
            </a:r>
          </a:p>
          <a:p>
            <a:pPr lvl="1"/>
            <a:r>
              <a:rPr lang="en-US" dirty="0"/>
              <a:t>Selection of mesh spacing or time steps that are too large (try different mesh or time steps)</a:t>
            </a:r>
          </a:p>
          <a:p>
            <a:pPr lvl="1"/>
            <a:r>
              <a:rPr lang="en-US" dirty="0"/>
              <a:t>Selection of convergence criteria for iterative equation solution that are too loose (try different tolerance)</a:t>
            </a:r>
          </a:p>
          <a:p>
            <a:pPr lvl="1"/>
            <a:r>
              <a:rPr lang="en-US" dirty="0"/>
              <a:t>Programming errors in the computer code (a.k.a. bugs)</a:t>
            </a:r>
          </a:p>
          <a:p>
            <a:pPr lvl="1"/>
            <a:r>
              <a:rPr lang="en-US" dirty="0"/>
              <a:t>Errors in the specification of input for the simulation of the experiment</a:t>
            </a:r>
          </a:p>
          <a:p>
            <a:pPr lvl="1"/>
            <a:r>
              <a:rPr lang="en-US" dirty="0"/>
              <a:t>Errors in understanding of the code output</a:t>
            </a:r>
          </a:p>
          <a:p>
            <a:r>
              <a:rPr lang="en-US" dirty="0"/>
              <a:t>Grid convergence should always be demonstrated first, usually by performing the same calculations on three sets of mesh: fine, standard, coarse.</a:t>
            </a:r>
          </a:p>
          <a:p>
            <a:r>
              <a:rPr lang="en-US" dirty="0"/>
              <a:t>If parameter tuning (i.e., during specification of input) is performed on an un-converged grid, one might get the right answer because of error cancelation. Always perform parameter tuning after grid convergence study.</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4C06B7B-07C6-4AC9-AF41-F801FDFE2F07}"/>
                  </a:ext>
                </a:extLst>
              </p14:cNvPr>
              <p14:cNvContentPartPr/>
              <p14:nvPr/>
            </p14:nvContentPartPr>
            <p14:xfrm>
              <a:off x="284400" y="1862640"/>
              <a:ext cx="11558880" cy="4724640"/>
            </p14:xfrm>
          </p:contentPart>
        </mc:Choice>
        <mc:Fallback xmlns="">
          <p:pic>
            <p:nvPicPr>
              <p:cNvPr id="4" name="Ink 3">
                <a:extLst>
                  <a:ext uri="{FF2B5EF4-FFF2-40B4-BE49-F238E27FC236}">
                    <a16:creationId xmlns:a16="http://schemas.microsoft.com/office/drawing/2014/main" id="{44C06B7B-07C6-4AC9-AF41-F801FDFE2F07}"/>
                  </a:ext>
                </a:extLst>
              </p:cNvPr>
              <p:cNvPicPr/>
              <p:nvPr/>
            </p:nvPicPr>
            <p:blipFill>
              <a:blip r:embed="rId3"/>
              <a:stretch>
                <a:fillRect/>
              </a:stretch>
            </p:blipFill>
            <p:spPr>
              <a:xfrm>
                <a:off x="275040" y="1853280"/>
                <a:ext cx="11577600" cy="4743360"/>
              </a:xfrm>
              <a:prstGeom prst="rect">
                <a:avLst/>
              </a:prstGeom>
            </p:spPr>
          </p:pic>
        </mc:Fallback>
      </mc:AlternateContent>
    </p:spTree>
    <p:extLst>
      <p:ext uri="{BB962C8B-B14F-4D97-AF65-F5344CB8AC3E}">
        <p14:creationId xmlns:p14="http://schemas.microsoft.com/office/powerpoint/2010/main" val="1751850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Mesh sensitivity study:</a:t>
            </a:r>
            <a:br>
              <a:rPr lang="en-US" dirty="0"/>
            </a:br>
            <a:r>
              <a:rPr lang="en-US" dirty="0"/>
              <a:t>Richardson Extrapolation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776" y="2202622"/>
                <a:ext cx="10554574" cy="1779443"/>
              </a:xfrm>
            </p:spPr>
            <p:txBody>
              <a:bodyPr>
                <a:normAutofit fontScale="85000" lnSpcReduction="10000"/>
              </a:bodyPr>
              <a:lstStyle/>
              <a:p>
                <a:r>
                  <a:rPr lang="en-US" dirty="0"/>
                  <a:t>Fitting a curve to a sequence of results and extrapolating beyond these results to estimate the limiting answers with zero mesh length or time step. </a:t>
                </a:r>
              </a:p>
              <a:p>
                <a:r>
                  <a:rPr lang="en-US" dirty="0"/>
                  <a:t>Consider a sequence of three mesh lengths or time step sizes from smallest to largest: h</a:t>
                </a:r>
                <a:r>
                  <a:rPr lang="en-US" baseline="-25000" dirty="0"/>
                  <a:t>1</a:t>
                </a:r>
                <a:r>
                  <a:rPr lang="en-US" dirty="0"/>
                  <a:t>, h</a:t>
                </a:r>
                <a:r>
                  <a:rPr lang="en-US" baseline="-25000" dirty="0"/>
                  <a:t>2</a:t>
                </a:r>
                <a:r>
                  <a:rPr lang="en-US" dirty="0"/>
                  <a:t>, h</a:t>
                </a:r>
                <a:r>
                  <a:rPr lang="en-US" baseline="-25000" dirty="0"/>
                  <a:t>3</a:t>
                </a:r>
                <a:r>
                  <a:rPr lang="en-US" dirty="0"/>
                  <a:t>, and r = h</a:t>
                </a:r>
                <a:r>
                  <a:rPr lang="en-US" baseline="-25000" dirty="0"/>
                  <a:t>3</a:t>
                </a:r>
                <a:r>
                  <a:rPr lang="en-US" dirty="0"/>
                  <a:t>/h</a:t>
                </a:r>
                <a:r>
                  <a:rPr lang="en-US" baseline="-25000" dirty="0"/>
                  <a:t>2</a:t>
                </a:r>
                <a:r>
                  <a:rPr lang="en-US" dirty="0"/>
                  <a:t>=h</a:t>
                </a:r>
                <a:r>
                  <a:rPr lang="en-US" baseline="-25000" dirty="0"/>
                  <a:t>2</a:t>
                </a:r>
                <a:r>
                  <a:rPr lang="en-US" dirty="0"/>
                  <a:t>/h</a:t>
                </a:r>
                <a:r>
                  <a:rPr lang="en-US" baseline="-25000" dirty="0"/>
                  <a:t>1</a:t>
                </a:r>
              </a:p>
              <a:p>
                <a:r>
                  <a:rPr lang="en-US" dirty="0"/>
                  <a:t>f</a:t>
                </a:r>
                <a:r>
                  <a:rPr lang="en-US" baseline="-25000" dirty="0"/>
                  <a:t>1</a:t>
                </a:r>
                <a:r>
                  <a:rPr lang="en-US" dirty="0"/>
                  <a:t>, f</a:t>
                </a:r>
                <a:r>
                  <a:rPr lang="en-US" baseline="-25000" dirty="0"/>
                  <a:t>2</a:t>
                </a:r>
                <a:r>
                  <a:rPr lang="en-US" dirty="0"/>
                  <a:t>, and f</a:t>
                </a:r>
                <a:r>
                  <a:rPr lang="en-US" baseline="-25000" dirty="0"/>
                  <a:t>3</a:t>
                </a:r>
                <a:r>
                  <a:rPr lang="en-US" dirty="0"/>
                  <a:t> are the computed results at the same point in space and time for the three sets of meshes.</a:t>
                </a:r>
              </a:p>
              <a:p>
                <a:r>
                  <a:rPr lang="en-US" dirty="0"/>
                  <a:t>The corresponding f values can be expressed as: </a:t>
                </a:r>
                <a14:m>
                  <m:oMath xmlns:m="http://schemas.openxmlformats.org/officeDocument/2006/math">
                    <m:r>
                      <a:rPr lang="en-US" b="0" i="1" smtClean="0">
                        <a:latin typeface="Cambria Math" charset="0"/>
                      </a:rPr>
                      <m:t>𝑓</m:t>
                    </m:r>
                    <m:r>
                      <a:rPr lang="mr-IN"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𝑓</m:t>
                        </m:r>
                      </m:e>
                      <m:sub>
                        <m:r>
                          <a:rPr lang="en-US" b="0" i="1" smtClean="0">
                            <a:latin typeface="Cambria Math" charset="0"/>
                          </a:rPr>
                          <m:t>𝑒𝑥𝑎𝑐𝑡</m:t>
                        </m:r>
                      </m:sub>
                    </m:sSub>
                    <m:r>
                      <a:rPr lang="en-US" b="0" i="1" smtClean="0">
                        <a:latin typeface="Cambria Math" charset="0"/>
                      </a:rPr>
                      <m:t>+</m:t>
                    </m:r>
                    <m:r>
                      <a:rPr lang="en-US" b="0" i="1" smtClean="0">
                        <a:latin typeface="Cambria Math" charset="0"/>
                      </a:rPr>
                      <m:t>𝑎</m:t>
                    </m:r>
                    <m:sSup>
                      <m:sSupPr>
                        <m:ctrlPr>
                          <a:rPr lang="mr-IN" i="1" smtClean="0">
                            <a:latin typeface="Cambria Math" panose="02040503050406030204" pitchFamily="18" charset="0"/>
                          </a:rPr>
                        </m:ctrlPr>
                      </m:sSupPr>
                      <m:e>
                        <m:r>
                          <a:rPr lang="en-US" b="0" i="1" smtClean="0">
                            <a:latin typeface="Cambria Math" charset="0"/>
                          </a:rPr>
                          <m:t>h</m:t>
                        </m:r>
                      </m:e>
                      <m:sup>
                        <m:r>
                          <a:rPr lang="en-US" b="0" i="1" smtClean="0">
                            <a:latin typeface="Cambria Math" charset="0"/>
                          </a:rPr>
                          <m:t>𝑝</m:t>
                        </m:r>
                      </m:sup>
                    </m:sSup>
                  </m:oMath>
                </a14:m>
                <a:r>
                  <a:rPr lang="en-US" dirty="0"/>
                  <a:t>, hence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776" y="2202622"/>
                <a:ext cx="10554574" cy="1779443"/>
              </a:xfr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175819" y="4007385"/>
                <a:ext cx="4945626"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charset="0"/>
                            </a:rPr>
                            <m:t>𝑓</m:t>
                          </m:r>
                        </m:e>
                        <m:sub>
                          <m:r>
                            <a:rPr lang="en-US" b="0" i="1" smtClean="0">
                              <a:latin typeface="Cambria Math" charset="0"/>
                            </a:rPr>
                            <m:t>1</m:t>
                          </m:r>
                        </m:sub>
                      </m:sSub>
                      <m:r>
                        <a:rPr lang="mr-IN" i="1">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i="1">
                              <a:latin typeface="Cambria Math" charset="0"/>
                            </a:rPr>
                            <m:t>𝑒𝑥𝑎𝑐𝑡</m:t>
                          </m:r>
                        </m:sub>
                      </m:sSub>
                      <m:r>
                        <a:rPr lang="en-US" i="1">
                          <a:latin typeface="Cambria Math" charset="0"/>
                        </a:rPr>
                        <m:t>+</m:t>
                      </m:r>
                      <m:r>
                        <a:rPr lang="en-US" i="1">
                          <a:latin typeface="Cambria Math" charset="0"/>
                        </a:rPr>
                        <m:t>𝑎</m:t>
                      </m:r>
                      <m:sSubSup>
                        <m:sSubSupPr>
                          <m:ctrlPr>
                            <a:rPr lang="en-US" b="0" i="1" smtClean="0">
                              <a:latin typeface="Cambria Math" panose="02040503050406030204" pitchFamily="18" charset="0"/>
                            </a:rPr>
                          </m:ctrlPr>
                        </m:sSubSupPr>
                        <m:e>
                          <m:r>
                            <a:rPr lang="en-US" i="1">
                              <a:latin typeface="Cambria Math" charset="0"/>
                            </a:rPr>
                            <m:t>h</m:t>
                          </m:r>
                        </m:e>
                        <m:sub>
                          <m:r>
                            <a:rPr lang="en-US" b="0" i="1" smtClean="0">
                              <a:latin typeface="Cambria Math" charset="0"/>
                            </a:rPr>
                            <m:t>1</m:t>
                          </m:r>
                        </m:sub>
                        <m:sup>
                          <m:r>
                            <a:rPr lang="en-US" i="1">
                              <a:latin typeface="Cambria Math" charset="0"/>
                            </a:rPr>
                            <m:t>𝑝</m:t>
                          </m:r>
                        </m:sup>
                      </m:sSubSup>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charset="0"/>
                            </a:rPr>
                            <m:t>𝑓</m:t>
                          </m:r>
                        </m:e>
                        <m:sub>
                          <m:r>
                            <a:rPr lang="en-US" b="0" i="1" smtClean="0">
                              <a:latin typeface="Cambria Math" charset="0"/>
                            </a:rPr>
                            <m:t>2</m:t>
                          </m:r>
                        </m:sub>
                      </m:sSub>
                      <m:r>
                        <a:rPr lang="mr-IN" i="1">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i="1">
                              <a:latin typeface="Cambria Math" charset="0"/>
                            </a:rPr>
                            <m:t>𝑒𝑥𝑎𝑐𝑡</m:t>
                          </m:r>
                        </m:sub>
                      </m:sSub>
                      <m:r>
                        <a:rPr lang="en-US" i="1">
                          <a:latin typeface="Cambria Math" charset="0"/>
                        </a:rPr>
                        <m:t>+</m:t>
                      </m:r>
                      <m:r>
                        <a:rPr lang="en-US" i="1">
                          <a:latin typeface="Cambria Math" charset="0"/>
                        </a:rPr>
                        <m:t>𝑎</m:t>
                      </m:r>
                      <m:sSubSup>
                        <m:sSubSupPr>
                          <m:ctrlPr>
                            <a:rPr lang="en-US" i="1">
                              <a:latin typeface="Cambria Math" panose="02040503050406030204" pitchFamily="18" charset="0"/>
                            </a:rPr>
                          </m:ctrlPr>
                        </m:sSubSupPr>
                        <m:e>
                          <m:r>
                            <a:rPr lang="en-US" i="1">
                              <a:latin typeface="Cambria Math" charset="0"/>
                            </a:rPr>
                            <m:t>h</m:t>
                          </m:r>
                        </m:e>
                        <m:sub>
                          <m:r>
                            <a:rPr lang="en-US" b="0" i="1" smtClean="0">
                              <a:latin typeface="Cambria Math" charset="0"/>
                            </a:rPr>
                            <m:t>2</m:t>
                          </m:r>
                        </m:sub>
                        <m:sup>
                          <m:r>
                            <a:rPr lang="en-US" i="1">
                              <a:latin typeface="Cambria Math" charset="0"/>
                            </a:rPr>
                            <m:t>𝑝</m:t>
                          </m:r>
                        </m:sup>
                      </m:sSubSup>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charset="0"/>
                            </a:rPr>
                            <m:t>𝑓</m:t>
                          </m:r>
                        </m:e>
                        <m:sub>
                          <m:r>
                            <a:rPr lang="en-US" b="0" i="1" smtClean="0">
                              <a:latin typeface="Cambria Math" charset="0"/>
                            </a:rPr>
                            <m:t>3</m:t>
                          </m:r>
                        </m:sub>
                      </m:sSub>
                      <m:r>
                        <a:rPr lang="mr-IN" i="1">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i="1">
                              <a:latin typeface="Cambria Math" charset="0"/>
                            </a:rPr>
                            <m:t>𝑒𝑥𝑎𝑐𝑡</m:t>
                          </m:r>
                        </m:sub>
                      </m:sSub>
                      <m:r>
                        <a:rPr lang="en-US" i="1">
                          <a:latin typeface="Cambria Math" charset="0"/>
                        </a:rPr>
                        <m:t>+</m:t>
                      </m:r>
                      <m:r>
                        <a:rPr lang="en-US" i="1">
                          <a:latin typeface="Cambria Math" charset="0"/>
                        </a:rPr>
                        <m:t>𝑎</m:t>
                      </m:r>
                      <m:sSubSup>
                        <m:sSubSupPr>
                          <m:ctrlPr>
                            <a:rPr lang="en-US" i="1" smtClean="0">
                              <a:latin typeface="Cambria Math" panose="02040503050406030204" pitchFamily="18" charset="0"/>
                            </a:rPr>
                          </m:ctrlPr>
                        </m:sSubSupPr>
                        <m:e>
                          <m:r>
                            <a:rPr lang="en-US" i="1">
                              <a:latin typeface="Cambria Math" charset="0"/>
                            </a:rPr>
                            <m:t>h</m:t>
                          </m:r>
                        </m:e>
                        <m:sub>
                          <m:r>
                            <a:rPr lang="en-US" b="0" i="1" smtClean="0">
                              <a:latin typeface="Cambria Math" charset="0"/>
                            </a:rPr>
                            <m:t>3</m:t>
                          </m:r>
                        </m:sub>
                        <m:sup>
                          <m:r>
                            <a:rPr lang="en-US" i="1">
                              <a:latin typeface="Cambria Math" charset="0"/>
                            </a:rPr>
                            <m:t>𝑝</m:t>
                          </m:r>
                        </m:sup>
                      </m:sSubSup>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3175819" y="4007385"/>
                <a:ext cx="4945626" cy="1014317"/>
              </a:xfrm>
              <a:prstGeom prst="rect">
                <a:avLst/>
              </a:prstGeom>
              <a:blipFill rotWithShape="0">
                <a:blip r:embed="rId3"/>
                <a:stretch>
                  <a:fillRect b="-2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264309" y="5097479"/>
                <a:ext cx="4945626" cy="7005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𝑓</m:t>
                          </m:r>
                        </m:e>
                        <m:sub>
                          <m:r>
                            <a:rPr lang="en-US" b="0" i="1" smtClean="0">
                              <a:latin typeface="Cambria Math" charset="0"/>
                            </a:rPr>
                            <m:t>2</m:t>
                          </m:r>
                        </m:sub>
                      </m:sSub>
                      <m:r>
                        <a:rPr lang="en-US" b="0" i="1" smtClean="0">
                          <a:latin typeface="Cambria Math" charset="0"/>
                        </a:rPr>
                        <m:t>−</m:t>
                      </m:r>
                      <m:sSub>
                        <m:sSubPr>
                          <m:ctrlPr>
                            <a:rPr lang="en-US" b="0" i="1" smtClean="0">
                              <a:latin typeface="Cambria Math" panose="02040503050406030204" pitchFamily="18" charset="0"/>
                            </a:rPr>
                          </m:ctrlPr>
                        </m:sSubPr>
                        <m:e>
                          <m:r>
                            <a:rPr lang="en-US" i="1" smtClean="0">
                              <a:latin typeface="Cambria Math" charset="0"/>
                            </a:rPr>
                            <m:t>𝑓</m:t>
                          </m:r>
                        </m:e>
                        <m:sub>
                          <m:r>
                            <a:rPr lang="en-US" b="0" i="1" smtClean="0">
                              <a:latin typeface="Cambria Math" charset="0"/>
                            </a:rPr>
                            <m:t>1</m:t>
                          </m:r>
                        </m:sub>
                      </m:sSub>
                      <m:r>
                        <a:rPr lang="mr-IN" i="1">
                          <a:latin typeface="Cambria Math" charset="0"/>
                        </a:rPr>
                        <m:t>=</m:t>
                      </m:r>
                      <m:r>
                        <a:rPr lang="en-US" i="1">
                          <a:latin typeface="Cambria Math" charset="0"/>
                        </a:rPr>
                        <m:t>𝑎</m:t>
                      </m:r>
                      <m:sSubSup>
                        <m:sSubSupPr>
                          <m:ctrlPr>
                            <a:rPr lang="en-US" i="1">
                              <a:latin typeface="Cambria Math" panose="02040503050406030204" pitchFamily="18" charset="0"/>
                            </a:rPr>
                          </m:ctrlPr>
                        </m:sSubSupPr>
                        <m:e>
                          <m:r>
                            <a:rPr lang="en-US" i="1">
                              <a:latin typeface="Cambria Math" charset="0"/>
                            </a:rPr>
                            <m:t>h</m:t>
                          </m:r>
                        </m:e>
                        <m:sub>
                          <m:r>
                            <a:rPr lang="en-US" b="0" i="1" smtClean="0">
                              <a:latin typeface="Cambria Math" charset="0"/>
                            </a:rPr>
                            <m:t>2</m:t>
                          </m:r>
                        </m:sub>
                        <m:sup>
                          <m:r>
                            <a:rPr lang="en-US" i="1">
                              <a:latin typeface="Cambria Math" charset="0"/>
                            </a:rPr>
                            <m:t>𝑝</m:t>
                          </m:r>
                        </m:sup>
                      </m:sSubSup>
                      <m:r>
                        <a:rPr lang="en-US" b="0" i="1" smtClean="0">
                          <a:latin typeface="Cambria Math" charset="0"/>
                        </a:rPr>
                        <m:t>−</m:t>
                      </m:r>
                      <m:r>
                        <a:rPr lang="en-US" i="1">
                          <a:latin typeface="Cambria Math" charset="0"/>
                        </a:rPr>
                        <m:t>𝑎</m:t>
                      </m:r>
                      <m:sSubSup>
                        <m:sSubSupPr>
                          <m:ctrlPr>
                            <a:rPr lang="en-US" b="0" i="1" smtClean="0">
                              <a:latin typeface="Cambria Math" panose="02040503050406030204" pitchFamily="18" charset="0"/>
                            </a:rPr>
                          </m:ctrlPr>
                        </m:sSubSupPr>
                        <m:e>
                          <m:r>
                            <a:rPr lang="en-US" i="1">
                              <a:latin typeface="Cambria Math" charset="0"/>
                            </a:rPr>
                            <m:t>h</m:t>
                          </m:r>
                        </m:e>
                        <m:sub>
                          <m:r>
                            <a:rPr lang="en-US" b="0" i="1" smtClean="0">
                              <a:latin typeface="Cambria Math" charset="0"/>
                            </a:rPr>
                            <m:t>1</m:t>
                          </m:r>
                        </m:sub>
                        <m:sup>
                          <m:r>
                            <a:rPr lang="en-US" i="1">
                              <a:latin typeface="Cambria Math" charset="0"/>
                            </a:rPr>
                            <m:t>𝑝</m:t>
                          </m:r>
                        </m:sup>
                      </m:sSubSup>
                      <m:r>
                        <a:rPr lang="en-US" b="0" i="1" smtClean="0">
                          <a:latin typeface="Cambria Math" charset="0"/>
                        </a:rPr>
                        <m:t>=</m:t>
                      </m:r>
                      <m:r>
                        <a:rPr lang="en-US" b="0" i="1" smtClean="0">
                          <a:latin typeface="Cambria Math" charset="0"/>
                        </a:rPr>
                        <m:t>𝑎</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charset="0"/>
                                </a:rPr>
                                <m:t>𝑟</m:t>
                              </m:r>
                            </m:e>
                            <m:sup>
                              <m:r>
                                <a:rPr lang="en-US" b="0" i="1" smtClean="0">
                                  <a:latin typeface="Cambria Math" charset="0"/>
                                </a:rPr>
                                <m:t>𝑝</m:t>
                              </m:r>
                            </m:sup>
                          </m:sSup>
                          <m:r>
                            <a:rPr lang="en-US" b="0" i="1" smtClean="0">
                              <a:latin typeface="Cambria Math" charset="0"/>
                            </a:rPr>
                            <m:t>−1</m:t>
                          </m:r>
                        </m:e>
                      </m:d>
                      <m:sSubSup>
                        <m:sSubSupPr>
                          <m:ctrlPr>
                            <a:rPr lang="en-US" b="0" i="1" smtClean="0">
                              <a:latin typeface="Cambria Math" panose="02040503050406030204" pitchFamily="18" charset="0"/>
                            </a:rPr>
                          </m:ctrlPr>
                        </m:sSubSupPr>
                        <m:e>
                          <m:r>
                            <a:rPr lang="en-US" b="0" i="1" smtClean="0">
                              <a:latin typeface="Cambria Math" charset="0"/>
                            </a:rPr>
                            <m:t>h</m:t>
                          </m:r>
                        </m:e>
                        <m:sub>
                          <m:r>
                            <a:rPr lang="en-US" b="0" i="1" smtClean="0">
                              <a:latin typeface="Cambria Math" charset="0"/>
                            </a:rPr>
                            <m:t>1</m:t>
                          </m:r>
                        </m:sub>
                        <m:sup>
                          <m:r>
                            <a:rPr lang="en-US" b="0" i="1" smtClean="0">
                              <a:latin typeface="Cambria Math" charset="0"/>
                            </a:rPr>
                            <m:t>𝑝</m:t>
                          </m:r>
                        </m:sup>
                      </m:sSubSup>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charset="0"/>
                            </a:rPr>
                            <m:t>𝑓</m:t>
                          </m:r>
                        </m:e>
                        <m:sub>
                          <m:r>
                            <a:rPr lang="en-US" b="0" i="1" smtClean="0">
                              <a:latin typeface="Cambria Math" charset="0"/>
                            </a:rPr>
                            <m:t>3</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b="0" i="1" smtClean="0">
                              <a:latin typeface="Cambria Math" charset="0"/>
                            </a:rPr>
                            <m:t>2</m:t>
                          </m:r>
                        </m:sub>
                      </m:sSub>
                      <m:r>
                        <a:rPr lang="mr-IN" i="1">
                          <a:latin typeface="Cambria Math" charset="0"/>
                        </a:rPr>
                        <m:t>=</m:t>
                      </m:r>
                      <m:r>
                        <a:rPr lang="en-US" i="1">
                          <a:latin typeface="Cambria Math" charset="0"/>
                        </a:rPr>
                        <m:t>𝑎</m:t>
                      </m:r>
                      <m:sSubSup>
                        <m:sSubSupPr>
                          <m:ctrlPr>
                            <a:rPr lang="en-US" i="1">
                              <a:latin typeface="Cambria Math" panose="02040503050406030204" pitchFamily="18" charset="0"/>
                            </a:rPr>
                          </m:ctrlPr>
                        </m:sSubSupPr>
                        <m:e>
                          <m:r>
                            <a:rPr lang="en-US" i="1">
                              <a:latin typeface="Cambria Math" charset="0"/>
                            </a:rPr>
                            <m:t>h</m:t>
                          </m:r>
                        </m:e>
                        <m:sub>
                          <m:r>
                            <a:rPr lang="en-US" b="0" i="1" smtClean="0">
                              <a:latin typeface="Cambria Math" charset="0"/>
                            </a:rPr>
                            <m:t>3</m:t>
                          </m:r>
                        </m:sub>
                        <m:sup>
                          <m:r>
                            <a:rPr lang="en-US" i="1">
                              <a:latin typeface="Cambria Math" charset="0"/>
                            </a:rPr>
                            <m:t>𝑝</m:t>
                          </m:r>
                        </m:sup>
                      </m:sSubSup>
                      <m:r>
                        <a:rPr lang="en-US" i="1">
                          <a:latin typeface="Cambria Math" charset="0"/>
                        </a:rPr>
                        <m:t>−</m:t>
                      </m:r>
                      <m:r>
                        <a:rPr lang="en-US" i="1">
                          <a:latin typeface="Cambria Math" charset="0"/>
                        </a:rPr>
                        <m:t>𝑎</m:t>
                      </m:r>
                      <m:sSubSup>
                        <m:sSubSupPr>
                          <m:ctrlPr>
                            <a:rPr lang="en-US" i="1">
                              <a:latin typeface="Cambria Math" panose="02040503050406030204" pitchFamily="18" charset="0"/>
                            </a:rPr>
                          </m:ctrlPr>
                        </m:sSubSupPr>
                        <m:e>
                          <m:r>
                            <a:rPr lang="en-US" i="1">
                              <a:latin typeface="Cambria Math" charset="0"/>
                            </a:rPr>
                            <m:t>h</m:t>
                          </m:r>
                        </m:e>
                        <m:sub>
                          <m:r>
                            <a:rPr lang="en-US" b="0" i="1" smtClean="0">
                              <a:latin typeface="Cambria Math" charset="0"/>
                            </a:rPr>
                            <m:t>2</m:t>
                          </m:r>
                        </m:sub>
                        <m:sup>
                          <m:r>
                            <a:rPr lang="en-US" i="1">
                              <a:latin typeface="Cambria Math" charset="0"/>
                            </a:rPr>
                            <m:t>𝑝</m:t>
                          </m:r>
                        </m:sup>
                      </m:sSubSup>
                      <m:r>
                        <a:rPr lang="en-US" i="1">
                          <a:latin typeface="Cambria Math" charset="0"/>
                        </a:rPr>
                        <m:t>=</m:t>
                      </m:r>
                      <m:r>
                        <a:rPr lang="en-US" i="1">
                          <a:latin typeface="Cambria Math" charset="0"/>
                        </a:rPr>
                        <m:t>𝑎</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charset="0"/>
                                </a:rPr>
                                <m:t>𝑟</m:t>
                              </m:r>
                            </m:e>
                            <m:sup>
                              <m:r>
                                <a:rPr lang="en-US" i="1">
                                  <a:latin typeface="Cambria Math" charset="0"/>
                                </a:rPr>
                                <m:t>𝑝</m:t>
                              </m:r>
                            </m:sup>
                          </m:sSup>
                          <m:r>
                            <a:rPr lang="en-US" i="1">
                              <a:latin typeface="Cambria Math" charset="0"/>
                            </a:rPr>
                            <m:t>−1</m:t>
                          </m:r>
                        </m:e>
                      </m:d>
                      <m:sSubSup>
                        <m:sSubSupPr>
                          <m:ctrlPr>
                            <a:rPr lang="en-US" i="1">
                              <a:latin typeface="Cambria Math" panose="02040503050406030204" pitchFamily="18" charset="0"/>
                            </a:rPr>
                          </m:ctrlPr>
                        </m:sSubSupPr>
                        <m:e>
                          <m:r>
                            <a:rPr lang="en-US" i="1">
                              <a:latin typeface="Cambria Math" charset="0"/>
                            </a:rPr>
                            <m:t>h</m:t>
                          </m:r>
                        </m:e>
                        <m:sub>
                          <m:r>
                            <a:rPr lang="en-US" b="0" i="1" smtClean="0">
                              <a:latin typeface="Cambria Math" charset="0"/>
                            </a:rPr>
                            <m:t>2</m:t>
                          </m:r>
                        </m:sub>
                        <m:sup>
                          <m:r>
                            <a:rPr lang="en-US" i="1">
                              <a:latin typeface="Cambria Math" charset="0"/>
                            </a:rPr>
                            <m:t>𝑝</m:t>
                          </m:r>
                        </m:sup>
                      </m:sSubSup>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3264309" y="5097479"/>
                <a:ext cx="4945626" cy="700576"/>
              </a:xfrm>
              <a:prstGeom prst="rect">
                <a:avLst/>
              </a:prstGeom>
              <a:blipFill rotWithShape="0">
                <a:blip r:embed="rId4"/>
                <a:stretch>
                  <a:fillRect b="-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335160" y="5952450"/>
                <a:ext cx="8332839"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m:t>
                        </m:r>
                        <m:r>
                          <a:rPr lang="en-US" b="0" i="1" smtClean="0">
                            <a:latin typeface="Cambria Math" charset="0"/>
                          </a:rPr>
                          <m:t>𝑓</m:t>
                        </m:r>
                      </m:e>
                      <m:sub>
                        <m:r>
                          <a:rPr lang="en-US" b="0" i="1" smtClean="0">
                            <a:latin typeface="Cambria Math" charset="0"/>
                          </a:rPr>
                          <m:t>3</m:t>
                        </m:r>
                      </m:sub>
                    </m:sSub>
                    <m:r>
                      <a:rPr lang="en-US" b="0" i="1" smtClean="0">
                        <a:latin typeface="Cambria Math" charset="0"/>
                      </a:rPr>
                      <m:t>−</m:t>
                    </m:r>
                    <m:sSub>
                      <m:sSubPr>
                        <m:ctrlPr>
                          <a:rPr lang="en-US" b="0" i="1" smtClean="0">
                            <a:latin typeface="Cambria Math" panose="02040503050406030204" pitchFamily="18" charset="0"/>
                          </a:rPr>
                        </m:ctrlPr>
                      </m:sSubPr>
                      <m:e>
                        <m:r>
                          <a:rPr lang="en-US" i="1" smtClean="0">
                            <a:latin typeface="Cambria Math" charset="0"/>
                          </a:rPr>
                          <m:t>𝑓</m:t>
                        </m:r>
                      </m:e>
                      <m:sub>
                        <m:r>
                          <a:rPr lang="en-US" b="0" i="1" smtClean="0">
                            <a:latin typeface="Cambria Math" charset="0"/>
                          </a:rPr>
                          <m:t>2</m:t>
                        </m:r>
                      </m:sub>
                    </m:sSub>
                    <m:r>
                      <a:rPr lang="en-US" b="0" i="1" smtClean="0">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b="0" i="1" smtClean="0">
                            <a:latin typeface="Cambria Math" charset="0"/>
                          </a:rPr>
                          <m:t>2</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𝑓</m:t>
                        </m:r>
                      </m:e>
                      <m:sub>
                        <m:r>
                          <a:rPr lang="en-US" b="0" i="1" smtClean="0">
                            <a:latin typeface="Cambria Math" charset="0"/>
                          </a:rPr>
                          <m:t>1</m:t>
                        </m:r>
                      </m:sub>
                    </m:sSub>
                    <m:r>
                      <a:rPr lang="en-US" b="0" i="1" smtClean="0">
                        <a:latin typeface="Cambria Math" charset="0"/>
                      </a:rPr>
                      <m:t>)=</m:t>
                    </m:r>
                    <m:sSup>
                      <m:sSupPr>
                        <m:ctrlPr>
                          <a:rPr lang="en-US" b="0" i="1" smtClean="0">
                            <a:latin typeface="Cambria Math" panose="02040503050406030204" pitchFamily="18" charset="0"/>
                          </a:rPr>
                        </m:ctrlPr>
                      </m:sSupPr>
                      <m:e>
                        <m:r>
                          <a:rPr lang="en-US" b="0" i="1" smtClean="0">
                            <a:latin typeface="Cambria Math" charset="0"/>
                          </a:rPr>
                          <m:t>𝑟</m:t>
                        </m:r>
                      </m:e>
                      <m:sup>
                        <m:r>
                          <a:rPr lang="en-US" b="0" i="1" smtClean="0">
                            <a:latin typeface="Cambria Math" charset="0"/>
                          </a:rPr>
                          <m:t>𝑝</m:t>
                        </m:r>
                      </m:sup>
                    </m:sSup>
                  </m:oMath>
                </a14:m>
                <a:r>
                  <a:rPr lang="en-US" dirty="0"/>
                  <a:t> or </a:t>
                </a:r>
                <a14:m>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charset="0"/>
                          </a:rPr>
                          <m:t>𝒑</m:t>
                        </m:r>
                        <m:r>
                          <a:rPr lang="en-US" b="1" i="1" smtClean="0">
                            <a:solidFill>
                              <a:srgbClr val="FFFF00"/>
                            </a:solidFill>
                            <a:latin typeface="Cambria Math" charset="0"/>
                          </a:rPr>
                          <m:t>=</m:t>
                        </m:r>
                        <m:r>
                          <a:rPr lang="en-US" b="1" i="0" smtClean="0">
                            <a:solidFill>
                              <a:srgbClr val="FFFF00"/>
                            </a:solidFill>
                            <a:latin typeface="Cambria Math" charset="0"/>
                          </a:rPr>
                          <m:t>𝐥𝐧</m:t>
                        </m:r>
                        <m:r>
                          <a:rPr lang="en-US" b="1" i="1" smtClean="0">
                            <a:solidFill>
                              <a:srgbClr val="FFFF00"/>
                            </a:solidFill>
                            <a:latin typeface="Cambria Math" charset="0"/>
                          </a:rPr>
                          <m:t>⁡(</m:t>
                        </m:r>
                        <m:r>
                          <a:rPr lang="en-US" b="1" i="1">
                            <a:solidFill>
                              <a:srgbClr val="FFFF00"/>
                            </a:solidFill>
                            <a:latin typeface="Cambria Math" charset="0"/>
                          </a:rPr>
                          <m:t>(</m:t>
                        </m:r>
                        <m:r>
                          <a:rPr lang="en-US" b="1" i="1">
                            <a:solidFill>
                              <a:srgbClr val="FFFF00"/>
                            </a:solidFill>
                            <a:latin typeface="Cambria Math" charset="0"/>
                          </a:rPr>
                          <m:t>𝒇</m:t>
                        </m:r>
                      </m:e>
                      <m:sub>
                        <m:r>
                          <a:rPr lang="en-US" b="1" i="1">
                            <a:solidFill>
                              <a:srgbClr val="FFFF00"/>
                            </a:solidFill>
                            <a:latin typeface="Cambria Math" charset="0"/>
                          </a:rPr>
                          <m:t>𝟑</m:t>
                        </m:r>
                      </m:sub>
                    </m:sSub>
                    <m:r>
                      <a:rPr lang="en-US" b="1" i="1">
                        <a:solidFill>
                          <a:srgbClr val="FFFF00"/>
                        </a:solidFill>
                        <a:latin typeface="Cambria Math"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charset="0"/>
                          </a:rPr>
                          <m:t>𝒇</m:t>
                        </m:r>
                      </m:e>
                      <m:sub>
                        <m:r>
                          <a:rPr lang="en-US" b="1" i="1">
                            <a:solidFill>
                              <a:srgbClr val="FFFF00"/>
                            </a:solidFill>
                            <a:latin typeface="Cambria Math" charset="0"/>
                          </a:rPr>
                          <m:t>𝟐</m:t>
                        </m:r>
                      </m:sub>
                    </m:sSub>
                    <m:r>
                      <a:rPr lang="en-US" b="1" i="1">
                        <a:solidFill>
                          <a:srgbClr val="FFFF00"/>
                        </a:solidFill>
                        <a:latin typeface="Cambria Math"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charset="0"/>
                          </a:rPr>
                          <m:t>𝒇</m:t>
                        </m:r>
                      </m:e>
                      <m:sub>
                        <m:r>
                          <a:rPr lang="en-US" b="1" i="1">
                            <a:solidFill>
                              <a:srgbClr val="FFFF00"/>
                            </a:solidFill>
                            <a:latin typeface="Cambria Math" charset="0"/>
                          </a:rPr>
                          <m:t>𝟐</m:t>
                        </m:r>
                      </m:sub>
                    </m:sSub>
                    <m:r>
                      <a:rPr lang="en-US" b="1" i="1">
                        <a:solidFill>
                          <a:srgbClr val="FFFF00"/>
                        </a:solidFill>
                        <a:latin typeface="Cambria Math"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charset="0"/>
                          </a:rPr>
                          <m:t>𝒇</m:t>
                        </m:r>
                      </m:e>
                      <m:sub>
                        <m:r>
                          <a:rPr lang="en-US" b="1" i="1">
                            <a:solidFill>
                              <a:srgbClr val="FFFF00"/>
                            </a:solidFill>
                            <a:latin typeface="Cambria Math" charset="0"/>
                          </a:rPr>
                          <m:t>𝟏</m:t>
                        </m:r>
                      </m:sub>
                    </m:sSub>
                    <m:r>
                      <a:rPr lang="en-US" b="1" i="1">
                        <a:solidFill>
                          <a:srgbClr val="FFFF00"/>
                        </a:solidFill>
                        <a:latin typeface="Cambria Math" charset="0"/>
                      </a:rPr>
                      <m:t>)</m:t>
                    </m:r>
                    <m:r>
                      <a:rPr lang="en-US" b="1" i="1" smtClean="0">
                        <a:solidFill>
                          <a:srgbClr val="FFFF00"/>
                        </a:solidFill>
                        <a:latin typeface="Cambria Math" charset="0"/>
                      </a:rPr>
                      <m:t>)/</m:t>
                    </m:r>
                    <m:r>
                      <a:rPr lang="en-US" b="1" i="0" smtClean="0">
                        <a:solidFill>
                          <a:srgbClr val="FFFF00"/>
                        </a:solidFill>
                        <a:latin typeface="Cambria Math" charset="0"/>
                      </a:rPr>
                      <m:t>𝐥𝐧</m:t>
                    </m:r>
                    <m:r>
                      <a:rPr lang="en-US" b="1" i="1" smtClean="0">
                        <a:solidFill>
                          <a:srgbClr val="FFFF00"/>
                        </a:solidFill>
                        <a:latin typeface="Cambria Math" charset="0"/>
                      </a:rPr>
                      <m:t>⁡(</m:t>
                    </m:r>
                    <m:r>
                      <a:rPr lang="en-US" b="1" i="1" smtClean="0">
                        <a:solidFill>
                          <a:srgbClr val="FFFF00"/>
                        </a:solidFill>
                        <a:latin typeface="Cambria Math" charset="0"/>
                      </a:rPr>
                      <m:t>𝒓</m:t>
                    </m:r>
                    <m:r>
                      <a:rPr lang="en-US" b="1" i="1" smtClean="0">
                        <a:solidFill>
                          <a:srgbClr val="FFFF00"/>
                        </a:solidFill>
                        <a:latin typeface="Cambria Math" charset="0"/>
                      </a:rPr>
                      <m:t>)</m:t>
                    </m:r>
                  </m:oMath>
                </a14:m>
                <a:endParaRPr lang="en-US" b="1" dirty="0">
                  <a:solidFill>
                    <a:srgbClr val="FFFF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335160" y="5952450"/>
                <a:ext cx="8332839" cy="369332"/>
              </a:xfrm>
              <a:prstGeom prst="rect">
                <a:avLst/>
              </a:prstGeom>
              <a:blipFill rotWithShape="0">
                <a:blip r:embed="rId5"/>
                <a:stretch>
                  <a:fillRect l="-219" t="-91803" b="-124590"/>
                </a:stretch>
              </a:blipFill>
            </p:spPr>
            <p:txBody>
              <a:bodyPr/>
              <a:lstStyle/>
              <a:p>
                <a:r>
                  <a:rPr lang="en-US">
                    <a:noFill/>
                  </a:rPr>
                  <a:t> </a:t>
                </a:r>
              </a:p>
            </p:txBody>
          </p:sp>
        </mc:Fallback>
      </mc:AlternateContent>
      <p:sp>
        <p:nvSpPr>
          <p:cNvPr id="8" name="TextBox 7"/>
          <p:cNvSpPr txBox="1"/>
          <p:nvPr/>
        </p:nvSpPr>
        <p:spPr>
          <a:xfrm>
            <a:off x="894736" y="4885439"/>
            <a:ext cx="3490452" cy="323165"/>
          </a:xfrm>
          <a:prstGeom prst="rect">
            <a:avLst/>
          </a:prstGeom>
          <a:noFill/>
        </p:spPr>
        <p:txBody>
          <a:bodyPr wrap="square" rtlCol="0">
            <a:spAutoFit/>
          </a:bodyPr>
          <a:lstStyle/>
          <a:p>
            <a:r>
              <a:rPr lang="en-US" sz="1500"/>
              <a:t>Subtracting </a:t>
            </a:r>
            <a:r>
              <a:rPr lang="en-US" sz="1500" dirty="0"/>
              <a:t>the equations in pairs</a:t>
            </a:r>
          </a:p>
        </p:txBody>
      </p:sp>
      <p:sp>
        <p:nvSpPr>
          <p:cNvPr id="9" name="TextBox 8"/>
          <p:cNvSpPr txBox="1"/>
          <p:nvPr/>
        </p:nvSpPr>
        <p:spPr>
          <a:xfrm>
            <a:off x="8583561" y="4208206"/>
            <a:ext cx="2199789" cy="1200329"/>
          </a:xfrm>
          <a:prstGeom prst="rect">
            <a:avLst/>
          </a:prstGeom>
          <a:noFill/>
        </p:spPr>
        <p:txBody>
          <a:bodyPr wrap="square" rtlCol="0">
            <a:spAutoFit/>
          </a:bodyPr>
          <a:lstStyle/>
          <a:p>
            <a:r>
              <a:rPr lang="en-US" dirty="0"/>
              <a:t>Given f</a:t>
            </a:r>
            <a:r>
              <a:rPr lang="en-US" baseline="-25000" dirty="0"/>
              <a:t>1</a:t>
            </a:r>
            <a:r>
              <a:rPr lang="en-US" dirty="0"/>
              <a:t>, and f</a:t>
            </a:r>
            <a:r>
              <a:rPr lang="en-US" baseline="-25000" dirty="0"/>
              <a:t>2</a:t>
            </a:r>
            <a:r>
              <a:rPr lang="en-US" dirty="0"/>
              <a:t>, p can be used to estimate errors on the finest mesh</a:t>
            </a:r>
          </a:p>
        </p:txBody>
      </p:sp>
      <p:cxnSp>
        <p:nvCxnSpPr>
          <p:cNvPr id="11" name="Straight Arrow Connector 10"/>
          <p:cNvCxnSpPr/>
          <p:nvPr/>
        </p:nvCxnSpPr>
        <p:spPr>
          <a:xfrm flipV="1">
            <a:off x="8583561" y="5408535"/>
            <a:ext cx="373626" cy="7034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C58AE26-D4C9-4CCF-975B-2282350F8093}"/>
                  </a:ext>
                </a:extLst>
              </p14:cNvPr>
              <p14:cNvContentPartPr/>
              <p14:nvPr/>
            </p14:nvContentPartPr>
            <p14:xfrm>
              <a:off x="599400" y="307080"/>
              <a:ext cx="11549520" cy="6550560"/>
            </p14:xfrm>
          </p:contentPart>
        </mc:Choice>
        <mc:Fallback xmlns="">
          <p:pic>
            <p:nvPicPr>
              <p:cNvPr id="5" name="Ink 4">
                <a:extLst>
                  <a:ext uri="{FF2B5EF4-FFF2-40B4-BE49-F238E27FC236}">
                    <a16:creationId xmlns:a16="http://schemas.microsoft.com/office/drawing/2014/main" id="{6C58AE26-D4C9-4CCF-975B-2282350F8093}"/>
                  </a:ext>
                </a:extLst>
              </p:cNvPr>
              <p:cNvPicPr/>
              <p:nvPr/>
            </p:nvPicPr>
            <p:blipFill>
              <a:blip r:embed="rId7"/>
              <a:stretch>
                <a:fillRect/>
              </a:stretch>
            </p:blipFill>
            <p:spPr>
              <a:xfrm>
                <a:off x="590040" y="297720"/>
                <a:ext cx="11568240" cy="6569280"/>
              </a:xfrm>
              <a:prstGeom prst="rect">
                <a:avLst/>
              </a:prstGeom>
            </p:spPr>
          </p:pic>
        </mc:Fallback>
      </mc:AlternateContent>
    </p:spTree>
    <p:extLst>
      <p:ext uri="{BB962C8B-B14F-4D97-AF65-F5344CB8AC3E}">
        <p14:creationId xmlns:p14="http://schemas.microsoft.com/office/powerpoint/2010/main" val="2097586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errors	</a:t>
            </a:r>
          </a:p>
        </p:txBody>
      </p:sp>
      <p:sp>
        <p:nvSpPr>
          <p:cNvPr id="3" name="Content Placeholder 2"/>
          <p:cNvSpPr>
            <a:spLocks noGrp="1"/>
          </p:cNvSpPr>
          <p:nvPr>
            <p:ph idx="1"/>
          </p:nvPr>
        </p:nvSpPr>
        <p:spPr/>
        <p:txBody>
          <a:bodyPr/>
          <a:lstStyle/>
          <a:p>
            <a:r>
              <a:rPr lang="en-US" dirty="0"/>
              <a:t>Programming errors occur regardless of programming practices-&gt; test procedures must be in place to minimize the number of bugs that survive for any significant time</a:t>
            </a:r>
          </a:p>
          <a:p>
            <a:r>
              <a:rPr lang="en-US" dirty="0"/>
              <a:t>Three components of quality assurance are: documentation, testing and review.</a:t>
            </a:r>
          </a:p>
          <a:p>
            <a:r>
              <a:rPr lang="en-US" dirty="0"/>
              <a:t>Basic documentation should also include a clear written description of the model’s software implementation. More time should be spent </a:t>
            </a:r>
            <a:r>
              <a:rPr lang="en-US" dirty="0" err="1"/>
              <a:t>documentating</a:t>
            </a:r>
            <a:r>
              <a:rPr lang="en-US" dirty="0"/>
              <a:t> flow of data, revisions to data structures, and definitions of important variables.</a:t>
            </a:r>
          </a:p>
          <a:p>
            <a:r>
              <a:rPr lang="en-US" dirty="0"/>
              <a:t>A test plan should be constructed. A careful explanation is provided of a set of test problems that clearly exercise all new and revised programming. </a:t>
            </a:r>
          </a:p>
          <a:p>
            <a:r>
              <a:rPr lang="en-US" dirty="0"/>
              <a:t>Version control is important to keep track of the changes: check </a:t>
            </a:r>
            <a:r>
              <a:rPr lang="en-US" dirty="0" err="1"/>
              <a:t>github.uconn.edu</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083AAB2-D3A5-4A3F-8F8D-9E32D1FE8F07}"/>
                  </a:ext>
                </a:extLst>
              </p14:cNvPr>
              <p14:cNvContentPartPr/>
              <p14:nvPr/>
            </p14:nvContentPartPr>
            <p14:xfrm>
              <a:off x="524160" y="81360"/>
              <a:ext cx="11630520" cy="6584400"/>
            </p14:xfrm>
          </p:contentPart>
        </mc:Choice>
        <mc:Fallback xmlns="">
          <p:pic>
            <p:nvPicPr>
              <p:cNvPr id="4" name="Ink 3">
                <a:extLst>
                  <a:ext uri="{FF2B5EF4-FFF2-40B4-BE49-F238E27FC236}">
                    <a16:creationId xmlns:a16="http://schemas.microsoft.com/office/drawing/2014/main" id="{6083AAB2-D3A5-4A3F-8F8D-9E32D1FE8F07}"/>
                  </a:ext>
                </a:extLst>
              </p:cNvPr>
              <p:cNvPicPr/>
              <p:nvPr/>
            </p:nvPicPr>
            <p:blipFill>
              <a:blip r:embed="rId3"/>
              <a:stretch>
                <a:fillRect/>
              </a:stretch>
            </p:blipFill>
            <p:spPr>
              <a:xfrm>
                <a:off x="514800" y="72000"/>
                <a:ext cx="11649240" cy="6603120"/>
              </a:xfrm>
              <a:prstGeom prst="rect">
                <a:avLst/>
              </a:prstGeom>
            </p:spPr>
          </p:pic>
        </mc:Fallback>
      </mc:AlternateContent>
    </p:spTree>
    <p:extLst>
      <p:ext uri="{BB962C8B-B14F-4D97-AF65-F5344CB8AC3E}">
        <p14:creationId xmlns:p14="http://schemas.microsoft.com/office/powerpoint/2010/main" val="128118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manufactured solutions (MMS)</a:t>
            </a:r>
          </a:p>
        </p:txBody>
      </p:sp>
      <p:sp>
        <p:nvSpPr>
          <p:cNvPr id="3" name="Content Placeholder 2"/>
          <p:cNvSpPr>
            <a:spLocks noGrp="1"/>
          </p:cNvSpPr>
          <p:nvPr>
            <p:ph idx="1"/>
          </p:nvPr>
        </p:nvSpPr>
        <p:spPr>
          <a:xfrm>
            <a:off x="818712" y="2222288"/>
            <a:ext cx="10554574" cy="776552"/>
          </a:xfrm>
        </p:spPr>
        <p:txBody>
          <a:bodyPr/>
          <a:lstStyle/>
          <a:p>
            <a:r>
              <a:rPr lang="en-US" dirty="0"/>
              <a:t>A way to verify coding and start with the basic PDF in the mathematical model for the problem at hand. </a:t>
            </a:r>
          </a:p>
        </p:txBody>
      </p:sp>
      <mc:AlternateContent xmlns:mc="http://schemas.openxmlformats.org/markup-compatibility/2006" xmlns:a14="http://schemas.microsoft.com/office/drawing/2010/main">
        <mc:Choice Requires="a14">
          <p:sp>
            <p:nvSpPr>
              <p:cNvPr id="4" name="TextBox 3"/>
              <p:cNvSpPr txBox="1"/>
              <p:nvPr/>
            </p:nvSpPr>
            <p:spPr>
              <a:xfrm>
                <a:off x="5595146" y="2949680"/>
                <a:ext cx="1610826" cy="5557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charset="0"/>
                            </a:rPr>
                            <m:t>𝜕</m:t>
                          </m:r>
                          <m:r>
                            <a:rPr lang="en-US" b="0" i="1" smtClean="0">
                              <a:latin typeface="Cambria Math" charset="0"/>
                            </a:rPr>
                            <m:t>𝑇</m:t>
                          </m:r>
                        </m:num>
                        <m:den>
                          <m:r>
                            <a:rPr lang="en-US" b="0" i="1" smtClean="0">
                              <a:latin typeface="Cambria Math" charset="0"/>
                            </a:rPr>
                            <m:t>𝜕</m:t>
                          </m:r>
                          <m:r>
                            <a:rPr lang="en-US" b="0" i="1" smtClean="0">
                              <a:latin typeface="Cambria Math" charset="0"/>
                            </a:rPr>
                            <m:t>𝑡</m:t>
                          </m:r>
                        </m:den>
                      </m:f>
                      <m:r>
                        <a:rPr lang="en-US" b="0" i="1" smtClean="0">
                          <a:latin typeface="Cambria Math" charset="0"/>
                        </a:rPr>
                        <m:t>−</m:t>
                      </m:r>
                      <m:r>
                        <a:rPr lang="en-US" b="0" i="1" smtClean="0">
                          <a:latin typeface="Cambria Math" charset="0"/>
                        </a:rPr>
                        <m:t>𝛼</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charset="0"/>
                                </a:rPr>
                                <m:t>𝜕</m:t>
                              </m:r>
                            </m:e>
                            <m:sup>
                              <m:r>
                                <a:rPr lang="en-US" b="0" i="1" smtClean="0">
                                  <a:latin typeface="Cambria Math" charset="0"/>
                                </a:rPr>
                                <m:t>2</m:t>
                              </m:r>
                            </m:sup>
                          </m:sSup>
                          <m:r>
                            <a:rPr lang="en-US" b="0" i="1" smtClean="0">
                              <a:latin typeface="Cambria Math" charset="0"/>
                            </a:rPr>
                            <m:t>𝑇</m:t>
                          </m:r>
                        </m:num>
                        <m:den>
                          <m:r>
                            <a:rPr lang="en-US" b="0" i="1" smtClean="0">
                              <a:latin typeface="Cambria Math" charset="0"/>
                            </a:rPr>
                            <m:t>𝜕</m:t>
                          </m:r>
                          <m:sSup>
                            <m:sSupPr>
                              <m:ctrlPr>
                                <a:rPr lang="en-US" b="0" i="1" smtClean="0">
                                  <a:latin typeface="Cambria Math" panose="02040503050406030204" pitchFamily="18" charset="0"/>
                                </a:rPr>
                              </m:ctrlPr>
                            </m:sSupPr>
                            <m:e>
                              <m:r>
                                <a:rPr lang="en-US" b="0" i="1" smtClean="0">
                                  <a:latin typeface="Cambria Math" charset="0"/>
                                </a:rPr>
                                <m:t>𝑥</m:t>
                              </m:r>
                            </m:e>
                            <m:sup>
                              <m:r>
                                <a:rPr lang="en-US" b="0" i="1" smtClean="0">
                                  <a:latin typeface="Cambria Math" charset="0"/>
                                </a:rPr>
                                <m:t>2</m:t>
                              </m:r>
                            </m:sup>
                          </m:sSup>
                        </m:den>
                      </m:f>
                      <m:r>
                        <a:rPr lang="en-US" b="0" i="1" smtClean="0">
                          <a:latin typeface="Cambria Math" charset="0"/>
                        </a:rPr>
                        <m:t>=</m:t>
                      </m:r>
                      <m:r>
                        <a:rPr lang="en-US" b="0" i="1" smtClean="0">
                          <a:latin typeface="Cambria Math" charset="0"/>
                        </a:rPr>
                        <m:t>𝑆</m:t>
                      </m:r>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595146" y="2949680"/>
                <a:ext cx="1610826" cy="555793"/>
              </a:xfrm>
              <a:prstGeom prst="rect">
                <a:avLst/>
              </a:prstGeom>
              <a:blipFill rotWithShape="0">
                <a:blip r:embed="rId2"/>
                <a:stretch>
                  <a:fillRect/>
                </a:stretch>
              </a:blipFill>
            </p:spPr>
            <p:txBody>
              <a:bodyPr/>
              <a:lstStyle/>
              <a:p>
                <a:r>
                  <a:rPr lang="en-US">
                    <a:noFill/>
                  </a:rPr>
                  <a:t> </a:t>
                </a:r>
              </a:p>
            </p:txBody>
          </p:sp>
        </mc:Fallback>
      </mc:AlternateContent>
      <p:sp>
        <p:nvSpPr>
          <p:cNvPr id="5" name="TextBox 4"/>
          <p:cNvSpPr txBox="1"/>
          <p:nvPr/>
        </p:nvSpPr>
        <p:spPr>
          <a:xfrm>
            <a:off x="1258529" y="3618824"/>
            <a:ext cx="10933471" cy="369332"/>
          </a:xfrm>
          <a:prstGeom prst="rect">
            <a:avLst/>
          </a:prstGeom>
          <a:noFill/>
        </p:spPr>
        <p:txBody>
          <a:bodyPr wrap="square" rtlCol="0">
            <a:spAutoFit/>
          </a:bodyPr>
          <a:lstStyle/>
          <a:p>
            <a:r>
              <a:rPr lang="en-US" dirty="0"/>
              <a:t>Next, construct a solution T(</a:t>
            </a:r>
            <a:r>
              <a:rPr lang="en-US" dirty="0" err="1"/>
              <a:t>x,t</a:t>
            </a:r>
            <a:r>
              <a:rPr lang="en-US" dirty="0"/>
              <a:t>) that you like and run it through the differential operators:</a:t>
            </a:r>
          </a:p>
        </p:txBody>
      </p:sp>
      <mc:AlternateContent xmlns:mc="http://schemas.openxmlformats.org/markup-compatibility/2006">
        <mc:Choice xmlns:a14="http://schemas.microsoft.com/office/drawing/2010/main" Requires="a14">
          <p:sp>
            <p:nvSpPr>
              <p:cNvPr id="6" name="TextBox 5"/>
              <p:cNvSpPr txBox="1"/>
              <p:nvPr/>
            </p:nvSpPr>
            <p:spPr>
              <a:xfrm>
                <a:off x="5595146" y="4037123"/>
                <a:ext cx="2067554" cy="2192267"/>
              </a:xfrm>
              <a:prstGeom prst="rect">
                <a:avLst/>
              </a:prstGeom>
              <a:noFill/>
            </p:spPr>
            <p:txBody>
              <a:bodyPr wrap="none" lIns="0" tIns="0" rIns="0" bIns="0" rtlCol="0">
                <a:spAutoFit/>
              </a:bodyPr>
              <a:lstStyle/>
              <a:p>
                <a:r>
                  <a:rPr lang="en-US" b="0" i="1" dirty="0">
                    <a:latin typeface="Cambria Math" charset="0"/>
                  </a:rPr>
                  <a:t>T(</a:t>
                </a:r>
                <a:r>
                  <a:rPr lang="en-US" b="0" i="1" dirty="0" err="1">
                    <a:latin typeface="Cambria Math" charset="0"/>
                  </a:rPr>
                  <a:t>x,t</a:t>
                </a:r>
                <a:r>
                  <a:rPr lang="en-US" i="1" dirty="0">
                    <a:latin typeface="Cambria Math" charset="0"/>
                  </a:rPr>
                  <a:t>) = 300+t(8-x</a:t>
                </a:r>
                <a:r>
                  <a:rPr lang="en-US" i="1" baseline="30000" dirty="0">
                    <a:latin typeface="Cambria Math" charset="0"/>
                  </a:rPr>
                  <a:t>2</a:t>
                </a:r>
                <a:r>
                  <a:rPr lang="en-US" i="1" dirty="0">
                    <a:latin typeface="Cambria Math" charset="0"/>
                  </a:rPr>
                  <a:t>)</a:t>
                </a:r>
                <a:endParaRPr lang="en-US" b="0" i="1" dirty="0">
                  <a:latin typeface="Cambria Math" charset="0"/>
                </a:endParaRP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charset="0"/>
                            </a:rPr>
                            <m:t>𝜕</m:t>
                          </m:r>
                          <m:r>
                            <a:rPr lang="en-US" b="0" i="1" smtClean="0">
                              <a:latin typeface="Cambria Math" charset="0"/>
                            </a:rPr>
                            <m:t>𝑇</m:t>
                          </m:r>
                        </m:num>
                        <m:den>
                          <m:r>
                            <a:rPr lang="en-US" b="0" i="1" smtClean="0">
                              <a:latin typeface="Cambria Math" charset="0"/>
                            </a:rPr>
                            <m:t>𝜕</m:t>
                          </m:r>
                          <m:r>
                            <a:rPr lang="en-US" b="0" i="1" smtClean="0">
                              <a:latin typeface="Cambria Math" charset="0"/>
                            </a:rPr>
                            <m:t>𝑡</m:t>
                          </m:r>
                        </m:den>
                      </m:f>
                      <m:r>
                        <a:rPr lang="en-US" b="0" i="1" smtClean="0">
                          <a:latin typeface="Cambria Math" charset="0"/>
                        </a:rPr>
                        <m:t>=</m:t>
                      </m:r>
                    </m:oMath>
                  </m:oMathPara>
                </a14:m>
                <a:endParaRPr lang="en-US" b="0" i="1" dirty="0">
                  <a:latin typeface="Cambria Math" charset="0"/>
                </a:endParaRP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charset="0"/>
                                </a:rPr>
                                <m:t>𝜕</m:t>
                              </m:r>
                            </m:e>
                            <m:sup>
                              <m:r>
                                <a:rPr lang="en-US" b="0" i="1" smtClean="0">
                                  <a:latin typeface="Cambria Math" charset="0"/>
                                </a:rPr>
                                <m:t>2</m:t>
                              </m:r>
                            </m:sup>
                          </m:sSup>
                          <m:r>
                            <a:rPr lang="en-US" b="0" i="1" smtClean="0">
                              <a:latin typeface="Cambria Math" charset="0"/>
                            </a:rPr>
                            <m:t>𝑇</m:t>
                          </m:r>
                        </m:num>
                        <m:den>
                          <m:r>
                            <a:rPr lang="en-US" b="0" i="1" smtClean="0">
                              <a:latin typeface="Cambria Math" charset="0"/>
                            </a:rPr>
                            <m:t>𝜕</m:t>
                          </m:r>
                          <m:sSup>
                            <m:sSupPr>
                              <m:ctrlPr>
                                <a:rPr lang="en-US" b="0" i="1" smtClean="0">
                                  <a:latin typeface="Cambria Math" panose="02040503050406030204" pitchFamily="18" charset="0"/>
                                </a:rPr>
                              </m:ctrlPr>
                            </m:sSupPr>
                            <m:e>
                              <m:r>
                                <a:rPr lang="en-US" b="0" i="1" smtClean="0">
                                  <a:latin typeface="Cambria Math" charset="0"/>
                                </a:rPr>
                                <m:t>𝑥</m:t>
                              </m:r>
                            </m:e>
                            <m:sup>
                              <m:r>
                                <a:rPr lang="en-US" b="0" i="1" smtClean="0">
                                  <a:latin typeface="Cambria Math" charset="0"/>
                                </a:rPr>
                                <m:t>2</m:t>
                              </m:r>
                            </m:sup>
                          </m:sSup>
                        </m:den>
                      </m:f>
                      <m:r>
                        <a:rPr lang="en-US" b="0" i="1" smtClean="0">
                          <a:latin typeface="Cambria Math" charset="0"/>
                        </a:rPr>
                        <m:t>=</m:t>
                      </m:r>
                    </m:oMath>
                  </m:oMathPara>
                </a14:m>
                <a:endParaRPr lang="en-US" dirty="0"/>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charset="0"/>
                            </a:rPr>
                            <m:t>𝜕</m:t>
                          </m:r>
                          <m:r>
                            <a:rPr lang="en-US" i="1">
                              <a:latin typeface="Cambria Math" charset="0"/>
                            </a:rPr>
                            <m:t>𝑇</m:t>
                          </m:r>
                        </m:num>
                        <m:den>
                          <m:r>
                            <a:rPr lang="en-US" i="1">
                              <a:latin typeface="Cambria Math" charset="0"/>
                            </a:rPr>
                            <m:t>𝜕</m:t>
                          </m:r>
                          <m:r>
                            <a:rPr lang="en-US" i="1">
                              <a:latin typeface="Cambria Math" charset="0"/>
                            </a:rPr>
                            <m:t>𝑡</m:t>
                          </m:r>
                        </m:den>
                      </m:f>
                      <m:r>
                        <a:rPr lang="en-US" i="1">
                          <a:latin typeface="Cambria Math" charset="0"/>
                        </a:rPr>
                        <m:t>−</m:t>
                      </m:r>
                      <m:r>
                        <a:rPr lang="en-US" i="1">
                          <a:latin typeface="Cambria Math" charset="0"/>
                        </a:rPr>
                        <m:t>𝛼</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charset="0"/>
                                </a:rPr>
                                <m:t>𝜕</m:t>
                              </m:r>
                            </m:e>
                            <m:sup>
                              <m:r>
                                <a:rPr lang="en-US" i="1">
                                  <a:latin typeface="Cambria Math" charset="0"/>
                                </a:rPr>
                                <m:t>2</m:t>
                              </m:r>
                            </m:sup>
                          </m:sSup>
                          <m:r>
                            <a:rPr lang="en-US" i="1">
                              <a:latin typeface="Cambria Math" charset="0"/>
                            </a:rPr>
                            <m:t>𝑇</m:t>
                          </m:r>
                        </m:num>
                        <m:den>
                          <m:r>
                            <a:rPr lang="en-US" i="1">
                              <a:latin typeface="Cambria Math" charset="0"/>
                            </a:rPr>
                            <m:t>𝜕</m:t>
                          </m:r>
                          <m:sSup>
                            <m:sSupPr>
                              <m:ctrlPr>
                                <a:rPr lang="en-US" i="1">
                                  <a:latin typeface="Cambria Math" panose="02040503050406030204" pitchFamily="18" charset="0"/>
                                </a:rPr>
                              </m:ctrlPr>
                            </m:sSupPr>
                            <m:e>
                              <m:r>
                                <a:rPr lang="en-US" i="1">
                                  <a:latin typeface="Cambria Math" charset="0"/>
                                </a:rPr>
                                <m:t>𝑥</m:t>
                              </m:r>
                            </m:e>
                            <m:sup>
                              <m:r>
                                <a:rPr lang="en-US" i="1">
                                  <a:latin typeface="Cambria Math" charset="0"/>
                                </a:rPr>
                                <m:t>2</m:t>
                              </m:r>
                            </m:sup>
                          </m:sSup>
                        </m:den>
                      </m:f>
                      <m:r>
                        <a:rPr lang="en-US" b="0" i="0" smtClean="0">
                          <a:latin typeface="Cambria Math" charset="0"/>
                        </a:rPr>
                        <m:t>=</m:t>
                      </m:r>
                    </m:oMath>
                  </m:oMathPara>
                </a14:m>
                <a:endParaRPr lang="en-US" dirty="0"/>
              </a:p>
              <a:p>
                <a:endParaRPr lang="en-US" dirty="0"/>
              </a:p>
            </p:txBody>
          </p:sp>
        </mc:Choice>
        <mc:Fallback>
          <p:sp>
            <p:nvSpPr>
              <p:cNvPr id="6" name="TextBox 5"/>
              <p:cNvSpPr txBox="1">
                <a:spLocks noRot="1" noChangeAspect="1" noMove="1" noResize="1" noEditPoints="1" noAdjustHandles="1" noChangeArrowheads="1" noChangeShapeType="1" noTextEdit="1"/>
              </p:cNvSpPr>
              <p:nvPr/>
            </p:nvSpPr>
            <p:spPr>
              <a:xfrm>
                <a:off x="5595146" y="4037123"/>
                <a:ext cx="2067554" cy="2192267"/>
              </a:xfrm>
              <a:prstGeom prst="rect">
                <a:avLst/>
              </a:prstGeom>
              <a:blipFill>
                <a:blip r:embed="rId3"/>
                <a:stretch>
                  <a:fillRect l="-6707" t="-2874" r="-54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022554" y="5857192"/>
                <a:ext cx="10933471" cy="923330"/>
              </a:xfrm>
              <a:prstGeom prst="rect">
                <a:avLst/>
              </a:prstGeom>
              <a:noFill/>
            </p:spPr>
            <p:txBody>
              <a:bodyPr wrap="square" rtlCol="0">
                <a:spAutoFit/>
              </a:bodyPr>
              <a:lstStyle/>
              <a:p>
                <a:r>
                  <a:rPr lang="en-US" dirty="0"/>
                  <a:t>Set S to be (</a:t>
                </a:r>
                <a14:m>
                  <m:oMath xmlns:m="http://schemas.openxmlformats.org/officeDocument/2006/math">
                    <m:r>
                      <a:rPr lang="en-US">
                        <a:latin typeface="Cambria Math" charset="0"/>
                      </a:rPr>
                      <m:t>8−</m:t>
                    </m:r>
                    <m:sSup>
                      <m:sSupPr>
                        <m:ctrlPr>
                          <a:rPr lang="en-US" i="1">
                            <a:latin typeface="Cambria Math" panose="02040503050406030204" pitchFamily="18" charset="0"/>
                          </a:rPr>
                        </m:ctrlPr>
                      </m:sSupPr>
                      <m:e>
                        <m:r>
                          <m:rPr>
                            <m:sty m:val="p"/>
                          </m:rPr>
                          <a:rPr lang="en-US">
                            <a:latin typeface="Cambria Math" charset="0"/>
                          </a:rPr>
                          <m:t>x</m:t>
                        </m:r>
                      </m:e>
                      <m:sup>
                        <m:r>
                          <a:rPr lang="en-US">
                            <a:latin typeface="Cambria Math" charset="0"/>
                          </a:rPr>
                          <m:t>2</m:t>
                        </m:r>
                      </m:sup>
                    </m:sSup>
                    <m:r>
                      <a:rPr lang="en-US">
                        <a:latin typeface="Cambria Math" charset="0"/>
                      </a:rPr>
                      <m:t>+2</m:t>
                    </m:r>
                    <m:r>
                      <a:rPr lang="en-US" i="1">
                        <a:latin typeface="Cambria Math" charset="0"/>
                      </a:rPr>
                      <m:t>𝛼</m:t>
                    </m:r>
                    <m:r>
                      <a:rPr lang="en-US" i="1">
                        <a:latin typeface="Cambria Math" charset="0"/>
                      </a:rPr>
                      <m:t>𝑡</m:t>
                    </m:r>
                  </m:oMath>
                </a14:m>
                <a:r>
                  <a:rPr lang="en-US" dirty="0"/>
                  <a:t> ), and declare initial conditions to be T(x,0)=300 and boundary conditions to be T(3,t)=300 and T(-3,t)=300, your existing CFD code for the unsteady diffusion problem should be able to solve for it, and you will know the exact answer.  </a:t>
                </a:r>
              </a:p>
            </p:txBody>
          </p:sp>
        </mc:Choice>
        <mc:Fallback xmlns="">
          <p:sp>
            <p:nvSpPr>
              <p:cNvPr id="7" name="TextBox 6"/>
              <p:cNvSpPr txBox="1">
                <a:spLocks noRot="1" noChangeAspect="1" noMove="1" noResize="1" noEditPoints="1" noAdjustHandles="1" noChangeArrowheads="1" noChangeShapeType="1" noTextEdit="1"/>
              </p:cNvSpPr>
              <p:nvPr/>
            </p:nvSpPr>
            <p:spPr>
              <a:xfrm>
                <a:off x="1022554" y="5857192"/>
                <a:ext cx="10933471" cy="923330"/>
              </a:xfrm>
              <a:prstGeom prst="rect">
                <a:avLst/>
              </a:prstGeom>
              <a:blipFill rotWithShape="0">
                <a:blip r:embed="rId4"/>
                <a:stretch>
                  <a:fillRect l="-502" t="-3974" b="-9934"/>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5864AF4B-4219-4E85-9666-A0D055D690D5}"/>
                  </a:ext>
                </a:extLst>
              </p14:cNvPr>
              <p14:cNvContentPartPr/>
              <p14:nvPr/>
            </p14:nvContentPartPr>
            <p14:xfrm>
              <a:off x="734040" y="533880"/>
              <a:ext cx="10797480" cy="5405760"/>
            </p14:xfrm>
          </p:contentPart>
        </mc:Choice>
        <mc:Fallback xmlns="">
          <p:pic>
            <p:nvPicPr>
              <p:cNvPr id="8" name="Ink 7">
                <a:extLst>
                  <a:ext uri="{FF2B5EF4-FFF2-40B4-BE49-F238E27FC236}">
                    <a16:creationId xmlns:a16="http://schemas.microsoft.com/office/drawing/2014/main" id="{5864AF4B-4219-4E85-9666-A0D055D690D5}"/>
                  </a:ext>
                </a:extLst>
              </p:cNvPr>
              <p:cNvPicPr/>
              <p:nvPr/>
            </p:nvPicPr>
            <p:blipFill>
              <a:blip r:embed="rId6"/>
              <a:stretch>
                <a:fillRect/>
              </a:stretch>
            </p:blipFill>
            <p:spPr>
              <a:xfrm>
                <a:off x="724680" y="524520"/>
                <a:ext cx="10816200" cy="5424480"/>
              </a:xfrm>
              <a:prstGeom prst="rect">
                <a:avLst/>
              </a:prstGeom>
            </p:spPr>
          </p:pic>
        </mc:Fallback>
      </mc:AlternateContent>
    </p:spTree>
    <p:extLst>
      <p:ext uri="{BB962C8B-B14F-4D97-AF65-F5344CB8AC3E}">
        <p14:creationId xmlns:p14="http://schemas.microsoft.com/office/powerpoint/2010/main" val="50227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manufactured solutions (MMS)</a:t>
            </a:r>
          </a:p>
        </p:txBody>
      </p:sp>
      <p:sp>
        <p:nvSpPr>
          <p:cNvPr id="3" name="Content Placeholder 2"/>
          <p:cNvSpPr>
            <a:spLocks noGrp="1"/>
          </p:cNvSpPr>
          <p:nvPr>
            <p:ph idx="1"/>
          </p:nvPr>
        </p:nvSpPr>
        <p:spPr/>
        <p:txBody>
          <a:bodyPr/>
          <a:lstStyle/>
          <a:p>
            <a:r>
              <a:rPr lang="en-US" dirty="0"/>
              <a:t>The manufactured solution should be assembled using smooth analytic functions (i.e., trigonometric, exponential, or polynomial functions). This ensures that the theoretical order of accuracy can be attained and also such functions are easy to differentiate.</a:t>
            </a:r>
          </a:p>
          <a:p>
            <a:r>
              <a:rPr lang="en-US" dirty="0"/>
              <a:t>The solution should be general enough to exercise every term in the governing equation, including all dependent variables. </a:t>
            </a:r>
          </a:p>
          <a:p>
            <a:r>
              <a:rPr lang="en-US" dirty="0"/>
              <a:t>The solution should have a sufficient number of non-trivial derivatives.</a:t>
            </a:r>
          </a:p>
          <a:p>
            <a:r>
              <a:rPr lang="en-US" dirty="0"/>
              <a:t>The solution should not be a strongly varying function of space and time or have a singularity. </a:t>
            </a:r>
          </a:p>
          <a:p>
            <a:r>
              <a:rPr lang="en-US" dirty="0"/>
              <a:t>There is no requirement on physical realism or robustness. If the code contains assumptions, such as positive solution or a positive equation term, make sure the manufactured solution satisfies those assumptions.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689F416-F444-4144-91A0-7295511005B7}"/>
                  </a:ext>
                </a:extLst>
              </p14:cNvPr>
              <p14:cNvContentPartPr/>
              <p14:nvPr/>
            </p14:nvContentPartPr>
            <p14:xfrm>
              <a:off x="1511280" y="1846080"/>
              <a:ext cx="10326600" cy="3514680"/>
            </p14:xfrm>
          </p:contentPart>
        </mc:Choice>
        <mc:Fallback xmlns="">
          <p:pic>
            <p:nvPicPr>
              <p:cNvPr id="4" name="Ink 3">
                <a:extLst>
                  <a:ext uri="{FF2B5EF4-FFF2-40B4-BE49-F238E27FC236}">
                    <a16:creationId xmlns:a16="http://schemas.microsoft.com/office/drawing/2014/main" id="{3689F416-F444-4144-91A0-7295511005B7}"/>
                  </a:ext>
                </a:extLst>
              </p:cNvPr>
              <p:cNvPicPr/>
              <p:nvPr/>
            </p:nvPicPr>
            <p:blipFill>
              <a:blip r:embed="rId3"/>
              <a:stretch>
                <a:fillRect/>
              </a:stretch>
            </p:blipFill>
            <p:spPr>
              <a:xfrm>
                <a:off x="1501920" y="1836720"/>
                <a:ext cx="10345320" cy="3533400"/>
              </a:xfrm>
              <a:prstGeom prst="rect">
                <a:avLst/>
              </a:prstGeom>
            </p:spPr>
          </p:pic>
        </mc:Fallback>
      </mc:AlternateContent>
    </p:spTree>
    <p:extLst>
      <p:ext uri="{BB962C8B-B14F-4D97-AF65-F5344CB8AC3E}">
        <p14:creationId xmlns:p14="http://schemas.microsoft.com/office/powerpoint/2010/main" val="4396642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171</TotalTime>
  <Words>822</Words>
  <Application>Microsoft Macintosh PowerPoint</Application>
  <PresentationFormat>Widescreen</PresentationFormat>
  <Paragraphs>56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Cambria Math</vt:lpstr>
      <vt:lpstr>Century Gothic</vt:lpstr>
      <vt:lpstr>Wingdings</vt:lpstr>
      <vt:lpstr>Wingdings 2</vt:lpstr>
      <vt:lpstr>Quotable</vt:lpstr>
      <vt:lpstr>Validation and Verification</vt:lpstr>
      <vt:lpstr>Verification versus Validation</vt:lpstr>
      <vt:lpstr>Verification must precede validation</vt:lpstr>
      <vt:lpstr>Mesh sensitivity study: Richardson Extrapolation</vt:lpstr>
      <vt:lpstr>Programming errors </vt:lpstr>
      <vt:lpstr>Method of manufactured solutions (MMS)</vt:lpstr>
      <vt:lpstr>Method of manufactured solutions (MMS)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Validation and Verification</dc:title>
  <dc:creator>Zhao, Xinyu</dc:creator>
  <cp:lastModifiedBy>Zhao, Xinyu</cp:lastModifiedBy>
  <cp:revision>16</cp:revision>
  <dcterms:created xsi:type="dcterms:W3CDTF">2017-10-14T20:48:05Z</dcterms:created>
  <dcterms:modified xsi:type="dcterms:W3CDTF">2026-02-25T21:36:56Z</dcterms:modified>
</cp:coreProperties>
</file>